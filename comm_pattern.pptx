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44"/>
  </p:notesMasterIdLst>
  <p:sldIdLst>
    <p:sldId id="262" r:id="rId2"/>
    <p:sldId id="265" r:id="rId3"/>
    <p:sldId id="296" r:id="rId4"/>
    <p:sldId id="266" r:id="rId5"/>
    <p:sldId id="272" r:id="rId6"/>
    <p:sldId id="267" r:id="rId7"/>
    <p:sldId id="268" r:id="rId8"/>
    <p:sldId id="274" r:id="rId9"/>
    <p:sldId id="285" r:id="rId10"/>
    <p:sldId id="276" r:id="rId11"/>
    <p:sldId id="277" r:id="rId12"/>
    <p:sldId id="280" r:id="rId13"/>
    <p:sldId id="281" r:id="rId14"/>
    <p:sldId id="284" r:id="rId15"/>
    <p:sldId id="302" r:id="rId16"/>
    <p:sldId id="293" r:id="rId17"/>
    <p:sldId id="283" r:id="rId18"/>
    <p:sldId id="286" r:id="rId19"/>
    <p:sldId id="290" r:id="rId20"/>
    <p:sldId id="306" r:id="rId21"/>
    <p:sldId id="303" r:id="rId22"/>
    <p:sldId id="305" r:id="rId23"/>
    <p:sldId id="304" r:id="rId24"/>
    <p:sldId id="287" r:id="rId25"/>
    <p:sldId id="288" r:id="rId26"/>
    <p:sldId id="289" r:id="rId27"/>
    <p:sldId id="269" r:id="rId28"/>
    <p:sldId id="301" r:id="rId29"/>
    <p:sldId id="297" r:id="rId30"/>
    <p:sldId id="298" r:id="rId31"/>
    <p:sldId id="299" r:id="rId32"/>
    <p:sldId id="295" r:id="rId33"/>
    <p:sldId id="291" r:id="rId34"/>
    <p:sldId id="270" r:id="rId35"/>
    <p:sldId id="292" r:id="rId36"/>
    <p:sldId id="294" r:id="rId37"/>
    <p:sldId id="263" r:id="rId38"/>
    <p:sldId id="264" r:id="rId39"/>
    <p:sldId id="261" r:id="rId40"/>
    <p:sldId id="258" r:id="rId41"/>
    <p:sldId id="259" r:id="rId42"/>
    <p:sldId id="260" r:id="rId43"/>
  </p:sldIdLst>
  <p:sldSz cx="22860000" cy="3657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520" userDrawn="1">
          <p15:clr>
            <a:srgbClr val="A4A3A4"/>
          </p15:clr>
        </p15:guide>
        <p15:guide id="2" pos="71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714"/>
    <p:restoredTop sz="96512"/>
  </p:normalViewPr>
  <p:slideViewPr>
    <p:cSldViewPr snapToGrid="0" showGuides="1">
      <p:cViewPr>
        <p:scale>
          <a:sx n="57" d="100"/>
          <a:sy n="57" d="100"/>
        </p:scale>
        <p:origin x="-72" y="-3368"/>
      </p:cViewPr>
      <p:guideLst>
        <p:guide orient="horz" pos="11520"/>
        <p:guide pos="71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44CFA-C4D5-3147-AF45-248FAE2AE92E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1143000"/>
            <a:ext cx="1930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7519B5-C0B7-544F-957A-EB8C85F22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559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564081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782041" algn="l" defTabSz="1564081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564081" algn="l" defTabSz="1564081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2346122" algn="l" defTabSz="1564081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3128162" algn="l" defTabSz="1564081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3910203" algn="l" defTabSz="1564081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4692244" algn="l" defTabSz="1564081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5474284" algn="l" defTabSz="1564081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6256325" algn="l" defTabSz="1564081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15D94-1632-7F09-1C36-8E1100B7D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E8C0D-3D3A-A9D8-712C-47214B4C4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CB69D-F71A-E5D7-6B34-07B585D19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69965-7631-4F3A-56FB-F1CB06F36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26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B6C14-BCEF-DA3E-383E-E9D610548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5F2D67-B445-21DB-9DC0-8CF5780E4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E4680-92E6-B631-894C-231333285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95761-9D92-7399-311C-29790C229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74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0E63D-F77A-BF47-AB33-B52696A5F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2D118-0EF3-3FED-5D7E-590B46A0D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D90CE4-5455-C6F8-9110-1435673629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DB903-A118-8524-B895-B5CB8C0A8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091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6B7A4-36E8-94F2-FD27-5D3543640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3E626-C3E4-2B17-158E-E591D90E1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5E42EF-02B4-C2BF-64B9-9187835C5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2E026-6FA3-BA91-C0FB-E226BC8FFD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36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51EF4-C563-50AC-43ED-3BC435111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EC5435-179B-BC22-DC4C-58779D594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C8563-D09D-BD47-FC91-6E394AFFD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F3A4B-75AD-E324-584D-2DCEA3A48D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124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C0268-F0B2-7C40-781A-E1E2FC45C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BF6840-8208-7ED4-3F69-A60644479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AD9274-33AF-5344-6D1A-5C5935270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99726-8F3D-5F7D-281B-2687819FB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309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F676E-F45B-CDE9-12E1-AC10DABCC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12145-9B3E-BC6F-87FA-013812898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340A3-697F-E451-47C6-EDAF6003B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8A584D-626A-83B6-104D-53E44BA7F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56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3ABD8-CCD1-79C4-4DEE-19A7DEDC1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C8465-8ED8-C305-C458-F01207FDE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93690E-C8A0-5B68-1C31-11ADB4D0D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41CE9-50A2-1766-D21B-C838BA39EF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84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3EBE6-B67E-B8AD-4C98-C7DAF135A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33CFF-740B-F406-F303-D17E9C6DA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9EF8AE-98BF-1F87-5BB6-78A674275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FD963-BE9E-0FEF-E7AB-103245291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755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DE2E7-850E-5F2E-0315-1B685EFF7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28B60-A4E8-06E9-30F8-313C6D100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25BA5-D41C-EF4F-D072-E90FB68CC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7746D-3485-A236-CEC2-2ADFC83AF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08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2003F-1B8C-0865-04CF-07CB70682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A477C-BD53-A8AD-D2D9-54365220C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2F1C6-C934-504D-8A30-020AE0B16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ECE5E-3550-4235-D6F3-8EFBEFD676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441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BC233-0745-8B11-7FAE-C3A4FC631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E9BC8-4209-F71D-F8D2-F49C574AF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B3EAA-23C7-3CFE-C1A4-79B54950C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38FB3-5E05-EDBE-E067-3478F8A8FF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859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49A47-8765-9B56-4375-2274A8A76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52227E-780B-72FA-4C35-83EF7E580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03CA0-E5DA-C0F7-3C30-C8525EF01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F081F-AE44-FADA-4FEC-20EDE6C02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045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8FFC3-EAA0-5F30-221B-5982AF6B7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B82B3-199F-094E-0355-86508C0E7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D4FC8-C921-005D-B68D-420AA679B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F7F64-FFC1-E41C-9B93-FF1B0B48A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7870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B70BD-E0B6-C0E5-9D17-C99CF6250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793FDD-393A-C3F5-E2BB-326C2FCDF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7B9097-A42B-3B94-8319-829695A7D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F4021-D64D-79E8-9681-7B5DACDBD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400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99D5B-A6A7-C572-3ADC-E6E06696E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C9B2CC-C88C-8096-1B7F-7587C805D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F2CC61-A2EF-579C-A9BE-AAF059910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D7EF6-7800-645F-FBAA-DF54C97094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370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0E4FE-E6B2-5C25-0053-6FF7C61BE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6C619-0149-50AA-14DE-B478AF896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414971-9595-3B9A-9147-8DD54D72B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A0517-07EE-680E-7A30-27A0604BE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4660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24AA3-B4C7-3209-E865-0EDD8A0ED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E576D-BF3C-AB06-3981-BA66F40DA7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571898-4F3E-5E36-564A-785A87E22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2B9A0-DBE9-6180-08F4-0005FA7C71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438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26A70-3057-0151-9D9A-FF8BE4B53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94420B-EAC6-C7B9-E47E-EE71CEAB3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C3763-CB8F-A51D-F37B-0D337E49B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E894F-4583-A7BB-3A06-D5FDE5356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048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853E7-7AA2-CCB3-EDCB-1BC1E082C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D15988-2744-59B3-4921-7FD7F1843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42ABD-91F8-CF12-7F39-E115FA3E0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E7FD3-267E-679E-D765-57ED6FA2C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45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07F4F-D6F6-FEE3-82E2-F8224C52E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4D5576-0293-F7FF-34D6-9118A87E4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92129-ED3B-A530-05AE-67A2E7325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88E64-2DA7-392C-D4D4-5BBF03EDD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1582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57A78-D45B-E1D4-DE63-FFE83D438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679AB7-7083-409D-9C78-A8D96EA4E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6B9C66-DC13-B763-97AF-B281865D3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FF66E-1957-94AF-AD3D-8B03040D53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7197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69F16-06F3-12EA-0ABC-F1801BAF6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7198D1-DC8F-EB0B-B4CE-1ECC46BEE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55B4E1-8A8A-B00F-4358-E1021A773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9EC03-F6F3-F4CF-5858-661DA76A4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4878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53145-7338-79F2-5658-7F9649C5C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2E9C5A-DF17-F457-202E-EADC46E62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2B6CA5-3139-C7B7-ABD3-3C9EC93B10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1BCF7-776F-0463-770B-0E3C1C80F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7523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56309-5F0A-2A17-C0FC-C90F21293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2BF3E-1FE8-A81D-0E49-E9A15B7D4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4A9D85-891F-AD07-32C8-452183C4F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AC24D-586E-9729-F682-B63150F36E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608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09A5B-CD81-D7E6-FD2C-354265C31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79CF31-F0B6-68FE-BD91-72405FAE3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B87EC-3607-E9C2-2A0F-542D3E267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1181D-F5D0-E3F7-0AEC-542D7A13E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080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AB09E-269C-3809-11FC-745B06CB4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7B516B-0D46-52A0-0233-82552C23C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A88DCE-A28A-F7B7-BF16-18B7FBDB5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ACEFD-758A-0A0A-AE0F-D87CD1489E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924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24458-15F0-9487-5BA2-52AB7E306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49BE9D-3534-8105-648B-DEBCE477D2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811EA1-15EE-F9A2-6E34-81BBA812D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F502D-47A3-6934-5B2C-D4E1A8C222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5629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FAEB7-7932-2ADD-E3F0-044C11A59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878642-48B6-1A06-A9E8-96CF7A41A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2DAB7-0275-26C9-566D-9DB445244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080A4-8EC9-1801-E7D1-E8B654A8C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5851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B2900-7C7B-A1F7-5233-660B84C78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36CAB-18CB-74E6-5E01-6A00C0593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0E7CF6-35D2-FB0E-C105-3183987C8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C0C88-8166-13EC-9C21-F5F309E927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816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A6C03-8224-E848-C0CE-26F184C27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85055-7C81-525B-5216-E14A46309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341777-4A26-51B8-9CFB-61E8AD07E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9BE5A-CBCC-CDA1-9385-381D78DD16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384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64D2C-C8E0-291E-B16A-A8CAAA165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5DFEC-D93C-BA42-DBEF-5D478719E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689A79-2142-137A-E594-EF009ABA9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2DB67-30B5-3B37-E62B-907ABBB38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2544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6BF35-7BCB-FBD6-5458-D42D76DA5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7D201-FA46-E214-EDE0-37AD98FC4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FE1A2A-2988-C2C6-30C1-00D46C4C6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C7E5A-C796-CB8D-377C-68B7FF74D3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018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EBA11-9BA2-B7B7-3CD5-2C56BCA3F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7EA93-1D3D-8F98-0283-58694BFC0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B44A4C-3892-1188-BE95-0223A9958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5F953-7A80-6B84-20BA-F0CC5884A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869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F1F75-AD0B-0916-1526-9613F5A12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24DCF-9152-16F2-6CAF-A7BBBAE9B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82045-AC41-24A1-FFD4-532DF6F98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0A6F2-75DE-040C-A60B-44F2FE16B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3212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07106-6C61-6C58-648E-356013010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7C18E-E197-26FD-0C0F-273FD125E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526300-1476-75BD-DA0B-2CB278A5D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4ADF-1089-E539-B73E-06FAB40B9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5020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3128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44415-3F2F-41C0-94CB-73D735700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11F1C-4D2E-7E4B-1D30-3A7C89FD3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49C56-EA4A-2868-221A-52CC62857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9212F-19A0-C80D-3EBB-BD9A13458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2373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A30AA-F2DA-F1BF-C5A6-05F6B6A66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4023C-F595-9331-2AA2-BCB654037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D8057B-C385-13B5-D383-984136C67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210F4-2829-B0D9-C449-72CB7FC9B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2776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DA4F6-5E7B-5B9F-C865-BCAFE023E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A0DD2F-78EA-A0FD-076D-C4F19DD03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72218-CC5D-C5F9-2D80-4D43D148AA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7401A-E17C-C72F-2245-5B30EEB356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459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EECAC-8938-EB32-259B-FB4987B59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D7F24A-30DB-5DCE-BBE7-53ED957A6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1143000"/>
            <a:ext cx="1930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C978C-A1A4-A85F-A167-8908FC77F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A38D8-4C67-8C83-DE35-DEDCAA8506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519B5-C0B7-544F-957A-EB8C85F229F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4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5985936"/>
            <a:ext cx="19431000" cy="12733867"/>
          </a:xfrm>
        </p:spPr>
        <p:txBody>
          <a:bodyPr anchor="b"/>
          <a:lstStyle>
            <a:lvl1pPr algn="ctr"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0" y="19210869"/>
            <a:ext cx="17145000" cy="8830731"/>
          </a:xfrm>
        </p:spPr>
        <p:txBody>
          <a:bodyPr/>
          <a:lstStyle>
            <a:lvl1pPr marL="0" indent="0" algn="ctr">
              <a:buNone/>
              <a:defRPr sz="6000"/>
            </a:lvl1pPr>
            <a:lvl2pPr marL="1143000" indent="0" algn="ctr">
              <a:buNone/>
              <a:defRPr sz="5000"/>
            </a:lvl2pPr>
            <a:lvl3pPr marL="2286000" indent="0" algn="ctr">
              <a:buNone/>
              <a:defRPr sz="4500"/>
            </a:lvl3pPr>
            <a:lvl4pPr marL="3429000" indent="0" algn="ctr">
              <a:buNone/>
              <a:defRPr sz="4000"/>
            </a:lvl4pPr>
            <a:lvl5pPr marL="4572000" indent="0" algn="ctr">
              <a:buNone/>
              <a:defRPr sz="4000"/>
            </a:lvl5pPr>
            <a:lvl6pPr marL="5715000" indent="0" algn="ctr">
              <a:buNone/>
              <a:defRPr sz="4000"/>
            </a:lvl6pPr>
            <a:lvl7pPr marL="6858000" indent="0" algn="ctr">
              <a:buNone/>
              <a:defRPr sz="4000"/>
            </a:lvl7pPr>
            <a:lvl8pPr marL="8001000" indent="0" algn="ctr">
              <a:buNone/>
              <a:defRPr sz="4000"/>
            </a:lvl8pPr>
            <a:lvl9pPr marL="9144000" indent="0" algn="ctr"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4006F-FAFB-8D45-A310-52547AB451E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CD898-FA85-EB48-889C-5A7CC097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976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4006F-FAFB-8D45-A310-52547AB451E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CD898-FA85-EB48-889C-5A7CC097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2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20" y="9118611"/>
            <a:ext cx="19716750" cy="15214597"/>
          </a:xfrm>
        </p:spPr>
        <p:txBody>
          <a:bodyPr anchor="b"/>
          <a:lstStyle>
            <a:lvl1pPr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20" y="24477144"/>
            <a:ext cx="19716750" cy="8000997"/>
          </a:xfrm>
        </p:spPr>
        <p:txBody>
          <a:bodyPr/>
          <a:lstStyle>
            <a:lvl1pPr marL="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1pPr>
            <a:lvl2pPr marL="1143000" indent="0">
              <a:buNone/>
              <a:defRPr sz="5000">
                <a:solidFill>
                  <a:schemeClr val="tx1">
                    <a:tint val="82000"/>
                  </a:schemeClr>
                </a:solidFill>
              </a:defRPr>
            </a:lvl2pPr>
            <a:lvl3pPr marL="2286000" indent="0">
              <a:buNone/>
              <a:defRPr sz="4500">
                <a:solidFill>
                  <a:schemeClr val="tx1">
                    <a:tint val="82000"/>
                  </a:schemeClr>
                </a:solidFill>
              </a:defRPr>
            </a:lvl3pPr>
            <a:lvl4pPr marL="3429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4pPr>
            <a:lvl5pPr marL="4572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5pPr>
            <a:lvl6pPr marL="5715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6pPr>
            <a:lvl7pPr marL="6858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7pPr>
            <a:lvl8pPr marL="8001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8pPr>
            <a:lvl9pPr marL="9144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4006F-FAFB-8D45-A310-52547AB451E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CD898-FA85-EB48-889C-5A7CC097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100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25" y="9736667"/>
            <a:ext cx="9715500" cy="23207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75" y="9736667"/>
            <a:ext cx="9715500" cy="23207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4006F-FAFB-8D45-A310-52547AB451E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CD898-FA85-EB48-889C-5A7CC097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05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2" y="1947341"/>
            <a:ext cx="19716750" cy="7069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05" y="8966203"/>
            <a:ext cx="9670850" cy="4394197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05" y="13360400"/>
            <a:ext cx="9670850" cy="19651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76" y="8966203"/>
            <a:ext cx="9718478" cy="4394197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76" y="13360400"/>
            <a:ext cx="9718478" cy="19651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4006F-FAFB-8D45-A310-52547AB451E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CD898-FA85-EB48-889C-5A7CC097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72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4006F-FAFB-8D45-A310-52547AB451E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CD898-FA85-EB48-889C-5A7CC097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94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4006F-FAFB-8D45-A310-52547AB451E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CD898-FA85-EB48-889C-5A7CC097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43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2438400"/>
            <a:ext cx="7372945" cy="85344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7" y="5266274"/>
            <a:ext cx="11572875" cy="25992667"/>
          </a:xfrm>
        </p:spPr>
        <p:txBody>
          <a:bodyPr/>
          <a:lstStyle>
            <a:lvl1pPr>
              <a:defRPr sz="8000"/>
            </a:lvl1pPr>
            <a:lvl2pPr>
              <a:defRPr sz="7000"/>
            </a:lvl2pPr>
            <a:lvl3pPr>
              <a:defRPr sz="6000"/>
            </a:lvl3pPr>
            <a:lvl4pPr>
              <a:defRPr sz="5000"/>
            </a:lvl4pPr>
            <a:lvl5pPr>
              <a:defRPr sz="5000"/>
            </a:lvl5pPr>
            <a:lvl6pPr>
              <a:defRPr sz="5000"/>
            </a:lvl6pPr>
            <a:lvl7pPr>
              <a:defRPr sz="5000"/>
            </a:lvl7pPr>
            <a:lvl8pPr>
              <a:defRPr sz="5000"/>
            </a:lvl8pPr>
            <a:lvl9pPr>
              <a:defRPr sz="5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10972800"/>
            <a:ext cx="7372945" cy="20328469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4006F-FAFB-8D45-A310-52547AB451E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CD898-FA85-EB48-889C-5A7CC097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84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2438400"/>
            <a:ext cx="7372945" cy="85344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7" y="5266274"/>
            <a:ext cx="11572875" cy="25992667"/>
          </a:xfrm>
        </p:spPr>
        <p:txBody>
          <a:bodyPr anchor="t"/>
          <a:lstStyle>
            <a:lvl1pPr marL="0" indent="0">
              <a:buNone/>
              <a:defRPr sz="8000"/>
            </a:lvl1pPr>
            <a:lvl2pPr marL="1143000" indent="0">
              <a:buNone/>
              <a:defRPr sz="7000"/>
            </a:lvl2pPr>
            <a:lvl3pPr marL="2286000" indent="0">
              <a:buNone/>
              <a:defRPr sz="6000"/>
            </a:lvl3pPr>
            <a:lvl4pPr marL="3429000" indent="0">
              <a:buNone/>
              <a:defRPr sz="5000"/>
            </a:lvl4pPr>
            <a:lvl5pPr marL="4572000" indent="0">
              <a:buNone/>
              <a:defRPr sz="5000"/>
            </a:lvl5pPr>
            <a:lvl6pPr marL="5715000" indent="0">
              <a:buNone/>
              <a:defRPr sz="5000"/>
            </a:lvl6pPr>
            <a:lvl7pPr marL="6858000" indent="0">
              <a:buNone/>
              <a:defRPr sz="5000"/>
            </a:lvl7pPr>
            <a:lvl8pPr marL="8001000" indent="0">
              <a:buNone/>
              <a:defRPr sz="5000"/>
            </a:lvl8pPr>
            <a:lvl9pPr marL="9144000" indent="0">
              <a:buNone/>
              <a:defRPr sz="5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3" y="10972800"/>
            <a:ext cx="7372945" cy="20328469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4006F-FAFB-8D45-A310-52547AB451E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CD898-FA85-EB48-889C-5A7CC097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8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4006F-FAFB-8D45-A310-52547AB451E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CD898-FA85-EB48-889C-5A7CC097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36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89" y="1947333"/>
            <a:ext cx="4929188" cy="309964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26" y="1947333"/>
            <a:ext cx="14501813" cy="309964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4006F-FAFB-8D45-A310-52547AB451E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CD898-FA85-EB48-889C-5A7CC097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181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25" y="1947341"/>
            <a:ext cx="19716750" cy="7069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25" y="9736667"/>
            <a:ext cx="19716750" cy="23207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25" y="33900542"/>
            <a:ext cx="5143500" cy="1947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D4006F-FAFB-8D45-A310-52547AB451E1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75" y="33900542"/>
            <a:ext cx="7715250" cy="1947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75" y="33900542"/>
            <a:ext cx="5143500" cy="1947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FCD898-FA85-EB48-889C-5A7CC097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1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286000" rtl="0" eaLnBrk="1" latinLnBrk="0" hangingPunct="1">
        <a:lnSpc>
          <a:spcPct val="90000"/>
        </a:lnSpc>
        <a:spcBef>
          <a:spcPct val="0"/>
        </a:spcBef>
        <a:buNone/>
        <a:defRPr sz="11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500" indent="-571500" algn="l" defTabSz="2286000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3pPr>
      <a:lvl4pPr marL="4000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5143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6286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7429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572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715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143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429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4572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5715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6858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001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5.png"/><Relationship Id="rId42" Type="http://schemas.openxmlformats.org/officeDocument/2006/relationships/image" Target="../media/image19.png"/><Relationship Id="rId63" Type="http://schemas.openxmlformats.org/officeDocument/2006/relationships/image" Target="../media/image41.png"/><Relationship Id="rId84" Type="http://schemas.openxmlformats.org/officeDocument/2006/relationships/image" Target="../media/image62.png"/><Relationship Id="rId138" Type="http://schemas.openxmlformats.org/officeDocument/2006/relationships/image" Target="../media/image116.png"/><Relationship Id="rId159" Type="http://schemas.openxmlformats.org/officeDocument/2006/relationships/image" Target="../media/image146.png"/><Relationship Id="rId170" Type="http://schemas.openxmlformats.org/officeDocument/2006/relationships/image" Target="../media/image157.png"/><Relationship Id="rId107" Type="http://schemas.openxmlformats.org/officeDocument/2006/relationships/image" Target="../media/image85.png"/><Relationship Id="rId32" Type="http://schemas.openxmlformats.org/officeDocument/2006/relationships/image" Target="../media/image9.png"/><Relationship Id="rId53" Type="http://schemas.openxmlformats.org/officeDocument/2006/relationships/image" Target="../media/image31.png"/><Relationship Id="rId74" Type="http://schemas.openxmlformats.org/officeDocument/2006/relationships/image" Target="../media/image52.png"/><Relationship Id="rId128" Type="http://schemas.openxmlformats.org/officeDocument/2006/relationships/image" Target="../media/image106.png"/><Relationship Id="rId149" Type="http://schemas.openxmlformats.org/officeDocument/2006/relationships/image" Target="../media/image127.png"/><Relationship Id="rId5" Type="http://schemas.openxmlformats.org/officeDocument/2006/relationships/image" Target="../media/image134.png"/><Relationship Id="rId95" Type="http://schemas.openxmlformats.org/officeDocument/2006/relationships/image" Target="../media/image73.png"/><Relationship Id="rId160" Type="http://schemas.openxmlformats.org/officeDocument/2006/relationships/image" Target="../media/image147.png"/><Relationship Id="rId43" Type="http://schemas.openxmlformats.org/officeDocument/2006/relationships/image" Target="../media/image20.png"/><Relationship Id="rId48" Type="http://schemas.openxmlformats.org/officeDocument/2006/relationships/image" Target="../media/image26.png"/><Relationship Id="rId64" Type="http://schemas.openxmlformats.org/officeDocument/2006/relationships/image" Target="../media/image42.png"/><Relationship Id="rId69" Type="http://schemas.openxmlformats.org/officeDocument/2006/relationships/image" Target="../media/image47.png"/><Relationship Id="rId113" Type="http://schemas.openxmlformats.org/officeDocument/2006/relationships/image" Target="../media/image91.png"/><Relationship Id="rId118" Type="http://schemas.openxmlformats.org/officeDocument/2006/relationships/image" Target="../media/image96.png"/><Relationship Id="rId134" Type="http://schemas.openxmlformats.org/officeDocument/2006/relationships/image" Target="../media/image112.png"/><Relationship Id="rId139" Type="http://schemas.openxmlformats.org/officeDocument/2006/relationships/image" Target="../media/image117.png"/><Relationship Id="rId80" Type="http://schemas.openxmlformats.org/officeDocument/2006/relationships/image" Target="../media/image58.png"/><Relationship Id="rId85" Type="http://schemas.openxmlformats.org/officeDocument/2006/relationships/image" Target="../media/image63.png"/><Relationship Id="rId150" Type="http://schemas.openxmlformats.org/officeDocument/2006/relationships/image" Target="../media/image128.png"/><Relationship Id="rId155" Type="http://schemas.openxmlformats.org/officeDocument/2006/relationships/image" Target="../media/image142.png"/><Relationship Id="rId171" Type="http://schemas.openxmlformats.org/officeDocument/2006/relationships/image" Target="../media/image158.png"/><Relationship Id="rId33" Type="http://schemas.openxmlformats.org/officeDocument/2006/relationships/image" Target="../media/image10.png"/><Relationship Id="rId38" Type="http://schemas.openxmlformats.org/officeDocument/2006/relationships/image" Target="../media/image15.png"/><Relationship Id="rId59" Type="http://schemas.openxmlformats.org/officeDocument/2006/relationships/image" Target="../media/image37.png"/><Relationship Id="rId103" Type="http://schemas.openxmlformats.org/officeDocument/2006/relationships/image" Target="../media/image81.png"/><Relationship Id="rId108" Type="http://schemas.openxmlformats.org/officeDocument/2006/relationships/image" Target="../media/image86.png"/><Relationship Id="rId124" Type="http://schemas.openxmlformats.org/officeDocument/2006/relationships/image" Target="../media/image102.png"/><Relationship Id="rId129" Type="http://schemas.openxmlformats.org/officeDocument/2006/relationships/image" Target="../media/image107.png"/><Relationship Id="rId54" Type="http://schemas.openxmlformats.org/officeDocument/2006/relationships/image" Target="../media/image32.png"/><Relationship Id="rId70" Type="http://schemas.openxmlformats.org/officeDocument/2006/relationships/image" Target="../media/image48.png"/><Relationship Id="rId75" Type="http://schemas.openxmlformats.org/officeDocument/2006/relationships/image" Target="../media/image53.png"/><Relationship Id="rId91" Type="http://schemas.openxmlformats.org/officeDocument/2006/relationships/image" Target="../media/image69.png"/><Relationship Id="rId96" Type="http://schemas.openxmlformats.org/officeDocument/2006/relationships/image" Target="../media/image74.png"/><Relationship Id="rId140" Type="http://schemas.openxmlformats.org/officeDocument/2006/relationships/image" Target="../media/image118.png"/><Relationship Id="rId145" Type="http://schemas.openxmlformats.org/officeDocument/2006/relationships/image" Target="../media/image123.png"/><Relationship Id="rId161" Type="http://schemas.openxmlformats.org/officeDocument/2006/relationships/image" Target="../media/image148.png"/><Relationship Id="rId166" Type="http://schemas.openxmlformats.org/officeDocument/2006/relationships/image" Target="../media/image1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49" Type="http://schemas.openxmlformats.org/officeDocument/2006/relationships/image" Target="../media/image137.png"/><Relationship Id="rId114" Type="http://schemas.openxmlformats.org/officeDocument/2006/relationships/image" Target="../media/image92.png"/><Relationship Id="rId119" Type="http://schemas.openxmlformats.org/officeDocument/2006/relationships/image" Target="../media/image97.png"/><Relationship Id="rId44" Type="http://schemas.openxmlformats.org/officeDocument/2006/relationships/image" Target="../media/image21.png"/><Relationship Id="rId60" Type="http://schemas.openxmlformats.org/officeDocument/2006/relationships/image" Target="../media/image38.png"/><Relationship Id="rId65" Type="http://schemas.openxmlformats.org/officeDocument/2006/relationships/image" Target="../media/image43.png"/><Relationship Id="rId81" Type="http://schemas.openxmlformats.org/officeDocument/2006/relationships/image" Target="../media/image59.png"/><Relationship Id="rId86" Type="http://schemas.openxmlformats.org/officeDocument/2006/relationships/image" Target="../media/image64.png"/><Relationship Id="rId130" Type="http://schemas.openxmlformats.org/officeDocument/2006/relationships/image" Target="../media/image108.png"/><Relationship Id="rId135" Type="http://schemas.openxmlformats.org/officeDocument/2006/relationships/image" Target="../media/image113.png"/><Relationship Id="rId151" Type="http://schemas.openxmlformats.org/officeDocument/2006/relationships/image" Target="../media/image129.png"/><Relationship Id="rId156" Type="http://schemas.openxmlformats.org/officeDocument/2006/relationships/image" Target="../media/image143.png"/><Relationship Id="rId172" Type="http://schemas.openxmlformats.org/officeDocument/2006/relationships/image" Target="../media/image159.png"/><Relationship Id="rId39" Type="http://schemas.openxmlformats.org/officeDocument/2006/relationships/image" Target="../media/image16.png"/><Relationship Id="rId109" Type="http://schemas.openxmlformats.org/officeDocument/2006/relationships/image" Target="../media/image87.png"/><Relationship Id="rId34" Type="http://schemas.openxmlformats.org/officeDocument/2006/relationships/image" Target="../media/image11.png"/><Relationship Id="rId50" Type="http://schemas.openxmlformats.org/officeDocument/2006/relationships/image" Target="../media/image138.png"/><Relationship Id="rId55" Type="http://schemas.openxmlformats.org/officeDocument/2006/relationships/image" Target="../media/image33.png"/><Relationship Id="rId76" Type="http://schemas.openxmlformats.org/officeDocument/2006/relationships/image" Target="../media/image54.png"/><Relationship Id="rId97" Type="http://schemas.openxmlformats.org/officeDocument/2006/relationships/image" Target="../media/image75.png"/><Relationship Id="rId104" Type="http://schemas.openxmlformats.org/officeDocument/2006/relationships/image" Target="../media/image82.png"/><Relationship Id="rId120" Type="http://schemas.openxmlformats.org/officeDocument/2006/relationships/image" Target="../media/image98.png"/><Relationship Id="rId125" Type="http://schemas.openxmlformats.org/officeDocument/2006/relationships/image" Target="../media/image103.png"/><Relationship Id="rId141" Type="http://schemas.openxmlformats.org/officeDocument/2006/relationships/image" Target="../media/image119.png"/><Relationship Id="rId146" Type="http://schemas.openxmlformats.org/officeDocument/2006/relationships/image" Target="../media/image124.png"/><Relationship Id="rId167" Type="http://schemas.openxmlformats.org/officeDocument/2006/relationships/image" Target="../media/image154.png"/><Relationship Id="rId7" Type="http://schemas.openxmlformats.org/officeDocument/2006/relationships/image" Target="../media/image136.png"/><Relationship Id="rId71" Type="http://schemas.openxmlformats.org/officeDocument/2006/relationships/image" Target="../media/image49.png"/><Relationship Id="rId92" Type="http://schemas.openxmlformats.org/officeDocument/2006/relationships/image" Target="../media/image70.png"/><Relationship Id="rId162" Type="http://schemas.openxmlformats.org/officeDocument/2006/relationships/image" Target="../media/image149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610.png"/><Relationship Id="rId40" Type="http://schemas.openxmlformats.org/officeDocument/2006/relationships/image" Target="../media/image17.png"/><Relationship Id="rId45" Type="http://schemas.openxmlformats.org/officeDocument/2006/relationships/image" Target="../media/image23.png"/><Relationship Id="rId66" Type="http://schemas.openxmlformats.org/officeDocument/2006/relationships/image" Target="../media/image44.png"/><Relationship Id="rId87" Type="http://schemas.openxmlformats.org/officeDocument/2006/relationships/image" Target="../media/image65.png"/><Relationship Id="rId110" Type="http://schemas.openxmlformats.org/officeDocument/2006/relationships/image" Target="../media/image88.png"/><Relationship Id="rId115" Type="http://schemas.openxmlformats.org/officeDocument/2006/relationships/image" Target="../media/image93.png"/><Relationship Id="rId131" Type="http://schemas.openxmlformats.org/officeDocument/2006/relationships/image" Target="../media/image109.png"/><Relationship Id="rId136" Type="http://schemas.openxmlformats.org/officeDocument/2006/relationships/image" Target="../media/image114.png"/><Relationship Id="rId157" Type="http://schemas.openxmlformats.org/officeDocument/2006/relationships/image" Target="../media/image144.png"/><Relationship Id="rId61" Type="http://schemas.openxmlformats.org/officeDocument/2006/relationships/image" Target="../media/image39.png"/><Relationship Id="rId82" Type="http://schemas.openxmlformats.org/officeDocument/2006/relationships/image" Target="../media/image60.png"/><Relationship Id="rId152" Type="http://schemas.openxmlformats.org/officeDocument/2006/relationships/image" Target="../media/image139.png"/><Relationship Id="rId30" Type="http://schemas.openxmlformats.org/officeDocument/2006/relationships/image" Target="../media/image7.png"/><Relationship Id="rId35" Type="http://schemas.openxmlformats.org/officeDocument/2006/relationships/image" Target="../media/image12.png"/><Relationship Id="rId56" Type="http://schemas.openxmlformats.org/officeDocument/2006/relationships/image" Target="../media/image34.png"/><Relationship Id="rId77" Type="http://schemas.openxmlformats.org/officeDocument/2006/relationships/image" Target="../media/image55.png"/><Relationship Id="rId100" Type="http://schemas.openxmlformats.org/officeDocument/2006/relationships/image" Target="../media/image78.png"/><Relationship Id="rId105" Type="http://schemas.openxmlformats.org/officeDocument/2006/relationships/image" Target="../media/image83.png"/><Relationship Id="rId126" Type="http://schemas.openxmlformats.org/officeDocument/2006/relationships/image" Target="../media/image104.png"/><Relationship Id="rId147" Type="http://schemas.openxmlformats.org/officeDocument/2006/relationships/image" Target="../media/image125.png"/><Relationship Id="rId168" Type="http://schemas.openxmlformats.org/officeDocument/2006/relationships/image" Target="../media/image155.png"/><Relationship Id="rId72" Type="http://schemas.openxmlformats.org/officeDocument/2006/relationships/image" Target="../media/image50.png"/><Relationship Id="rId93" Type="http://schemas.openxmlformats.org/officeDocument/2006/relationships/image" Target="../media/image71.png"/><Relationship Id="rId98" Type="http://schemas.openxmlformats.org/officeDocument/2006/relationships/image" Target="../media/image76.png"/><Relationship Id="rId121" Type="http://schemas.openxmlformats.org/officeDocument/2006/relationships/image" Target="../media/image99.png"/><Relationship Id="rId142" Type="http://schemas.openxmlformats.org/officeDocument/2006/relationships/image" Target="../media/image120.png"/><Relationship Id="rId163" Type="http://schemas.openxmlformats.org/officeDocument/2006/relationships/image" Target="../media/image150.png"/><Relationship Id="rId3" Type="http://schemas.openxmlformats.org/officeDocument/2006/relationships/image" Target="../media/image22.png"/><Relationship Id="rId46" Type="http://schemas.openxmlformats.org/officeDocument/2006/relationships/image" Target="../media/image24.png"/><Relationship Id="rId67" Type="http://schemas.openxmlformats.org/officeDocument/2006/relationships/image" Target="../media/image45.png"/><Relationship Id="rId116" Type="http://schemas.openxmlformats.org/officeDocument/2006/relationships/image" Target="../media/image94.png"/><Relationship Id="rId137" Type="http://schemas.openxmlformats.org/officeDocument/2006/relationships/image" Target="../media/image115.png"/><Relationship Id="rId158" Type="http://schemas.openxmlformats.org/officeDocument/2006/relationships/image" Target="../media/image145.png"/><Relationship Id="rId41" Type="http://schemas.openxmlformats.org/officeDocument/2006/relationships/image" Target="../media/image18.png"/><Relationship Id="rId62" Type="http://schemas.openxmlformats.org/officeDocument/2006/relationships/image" Target="../media/image40.png"/><Relationship Id="rId83" Type="http://schemas.openxmlformats.org/officeDocument/2006/relationships/image" Target="../media/image61.png"/><Relationship Id="rId88" Type="http://schemas.openxmlformats.org/officeDocument/2006/relationships/image" Target="../media/image66.png"/><Relationship Id="rId111" Type="http://schemas.openxmlformats.org/officeDocument/2006/relationships/image" Target="../media/image89.png"/><Relationship Id="rId132" Type="http://schemas.openxmlformats.org/officeDocument/2006/relationships/image" Target="../media/image110.png"/><Relationship Id="rId153" Type="http://schemas.openxmlformats.org/officeDocument/2006/relationships/image" Target="../media/image140.png"/><Relationship Id="rId36" Type="http://schemas.openxmlformats.org/officeDocument/2006/relationships/image" Target="../media/image13.png"/><Relationship Id="rId57" Type="http://schemas.openxmlformats.org/officeDocument/2006/relationships/image" Target="../media/image35.png"/><Relationship Id="rId106" Type="http://schemas.openxmlformats.org/officeDocument/2006/relationships/image" Target="../media/image84.png"/><Relationship Id="rId127" Type="http://schemas.openxmlformats.org/officeDocument/2006/relationships/image" Target="../media/image105.png"/><Relationship Id="rId31" Type="http://schemas.openxmlformats.org/officeDocument/2006/relationships/image" Target="../media/image8.png"/><Relationship Id="rId52" Type="http://schemas.openxmlformats.org/officeDocument/2006/relationships/image" Target="../media/image30.png"/><Relationship Id="rId73" Type="http://schemas.openxmlformats.org/officeDocument/2006/relationships/image" Target="../media/image51.png"/><Relationship Id="rId78" Type="http://schemas.openxmlformats.org/officeDocument/2006/relationships/image" Target="../media/image56.png"/><Relationship Id="rId94" Type="http://schemas.openxmlformats.org/officeDocument/2006/relationships/image" Target="../media/image72.png"/><Relationship Id="rId99" Type="http://schemas.openxmlformats.org/officeDocument/2006/relationships/image" Target="../media/image77.png"/><Relationship Id="rId101" Type="http://schemas.openxmlformats.org/officeDocument/2006/relationships/image" Target="../media/image79.png"/><Relationship Id="rId122" Type="http://schemas.openxmlformats.org/officeDocument/2006/relationships/image" Target="../media/image100.png"/><Relationship Id="rId143" Type="http://schemas.openxmlformats.org/officeDocument/2006/relationships/image" Target="../media/image121.png"/><Relationship Id="rId148" Type="http://schemas.openxmlformats.org/officeDocument/2006/relationships/image" Target="../media/image126.png"/><Relationship Id="rId164" Type="http://schemas.openxmlformats.org/officeDocument/2006/relationships/image" Target="../media/image151.png"/><Relationship Id="rId169" Type="http://schemas.openxmlformats.org/officeDocument/2006/relationships/image" Target="../media/image156.png"/><Relationship Id="rId4" Type="http://schemas.openxmlformats.org/officeDocument/2006/relationships/image" Target="../media/image133.png"/><Relationship Id="rId47" Type="http://schemas.openxmlformats.org/officeDocument/2006/relationships/image" Target="../media/image25.png"/><Relationship Id="rId68" Type="http://schemas.openxmlformats.org/officeDocument/2006/relationships/image" Target="../media/image46.png"/><Relationship Id="rId89" Type="http://schemas.openxmlformats.org/officeDocument/2006/relationships/image" Target="../media/image67.png"/><Relationship Id="rId112" Type="http://schemas.openxmlformats.org/officeDocument/2006/relationships/image" Target="../media/image90.png"/><Relationship Id="rId133" Type="http://schemas.openxmlformats.org/officeDocument/2006/relationships/image" Target="../media/image111.png"/><Relationship Id="rId154" Type="http://schemas.openxmlformats.org/officeDocument/2006/relationships/image" Target="../media/image141.png"/><Relationship Id="rId37" Type="http://schemas.openxmlformats.org/officeDocument/2006/relationships/image" Target="../media/image14.png"/><Relationship Id="rId58" Type="http://schemas.openxmlformats.org/officeDocument/2006/relationships/image" Target="../media/image36.png"/><Relationship Id="rId79" Type="http://schemas.openxmlformats.org/officeDocument/2006/relationships/image" Target="../media/image57.png"/><Relationship Id="rId102" Type="http://schemas.openxmlformats.org/officeDocument/2006/relationships/image" Target="../media/image80.png"/><Relationship Id="rId123" Type="http://schemas.openxmlformats.org/officeDocument/2006/relationships/image" Target="../media/image101.png"/><Relationship Id="rId144" Type="http://schemas.openxmlformats.org/officeDocument/2006/relationships/image" Target="../media/image122.png"/><Relationship Id="rId90" Type="http://schemas.openxmlformats.org/officeDocument/2006/relationships/image" Target="../media/image68.png"/><Relationship Id="rId165" Type="http://schemas.openxmlformats.org/officeDocument/2006/relationships/image" Target="../media/image152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5.png"/><Relationship Id="rId42" Type="http://schemas.openxmlformats.org/officeDocument/2006/relationships/image" Target="../media/image19.png"/><Relationship Id="rId63" Type="http://schemas.openxmlformats.org/officeDocument/2006/relationships/image" Target="../media/image41.png"/><Relationship Id="rId84" Type="http://schemas.openxmlformats.org/officeDocument/2006/relationships/image" Target="../media/image62.png"/><Relationship Id="rId138" Type="http://schemas.openxmlformats.org/officeDocument/2006/relationships/image" Target="../media/image116.png"/><Relationship Id="rId159" Type="http://schemas.openxmlformats.org/officeDocument/2006/relationships/image" Target="../media/image146.png"/><Relationship Id="rId170" Type="http://schemas.openxmlformats.org/officeDocument/2006/relationships/image" Target="../media/image157.png"/><Relationship Id="rId107" Type="http://schemas.openxmlformats.org/officeDocument/2006/relationships/image" Target="../media/image85.png"/><Relationship Id="rId32" Type="http://schemas.openxmlformats.org/officeDocument/2006/relationships/image" Target="../media/image9.png"/><Relationship Id="rId53" Type="http://schemas.openxmlformats.org/officeDocument/2006/relationships/image" Target="../media/image31.png"/><Relationship Id="rId74" Type="http://schemas.openxmlformats.org/officeDocument/2006/relationships/image" Target="../media/image52.png"/><Relationship Id="rId128" Type="http://schemas.openxmlformats.org/officeDocument/2006/relationships/image" Target="../media/image106.png"/><Relationship Id="rId149" Type="http://schemas.openxmlformats.org/officeDocument/2006/relationships/image" Target="../media/image127.png"/><Relationship Id="rId5" Type="http://schemas.openxmlformats.org/officeDocument/2006/relationships/image" Target="../media/image134.png"/><Relationship Id="rId95" Type="http://schemas.openxmlformats.org/officeDocument/2006/relationships/image" Target="../media/image73.png"/><Relationship Id="rId160" Type="http://schemas.openxmlformats.org/officeDocument/2006/relationships/image" Target="../media/image147.png"/><Relationship Id="rId43" Type="http://schemas.openxmlformats.org/officeDocument/2006/relationships/image" Target="../media/image20.png"/><Relationship Id="rId48" Type="http://schemas.openxmlformats.org/officeDocument/2006/relationships/image" Target="../media/image26.png"/><Relationship Id="rId64" Type="http://schemas.openxmlformats.org/officeDocument/2006/relationships/image" Target="../media/image42.png"/><Relationship Id="rId69" Type="http://schemas.openxmlformats.org/officeDocument/2006/relationships/image" Target="../media/image47.png"/><Relationship Id="rId113" Type="http://schemas.openxmlformats.org/officeDocument/2006/relationships/image" Target="../media/image91.png"/><Relationship Id="rId118" Type="http://schemas.openxmlformats.org/officeDocument/2006/relationships/image" Target="../media/image96.png"/><Relationship Id="rId134" Type="http://schemas.openxmlformats.org/officeDocument/2006/relationships/image" Target="../media/image112.png"/><Relationship Id="rId139" Type="http://schemas.openxmlformats.org/officeDocument/2006/relationships/image" Target="../media/image117.png"/><Relationship Id="rId80" Type="http://schemas.openxmlformats.org/officeDocument/2006/relationships/image" Target="../media/image58.png"/><Relationship Id="rId85" Type="http://schemas.openxmlformats.org/officeDocument/2006/relationships/image" Target="../media/image63.png"/><Relationship Id="rId150" Type="http://schemas.openxmlformats.org/officeDocument/2006/relationships/image" Target="../media/image128.png"/><Relationship Id="rId155" Type="http://schemas.openxmlformats.org/officeDocument/2006/relationships/image" Target="../media/image142.png"/><Relationship Id="rId171" Type="http://schemas.openxmlformats.org/officeDocument/2006/relationships/image" Target="../media/image158.png"/><Relationship Id="rId33" Type="http://schemas.openxmlformats.org/officeDocument/2006/relationships/image" Target="../media/image10.png"/><Relationship Id="rId38" Type="http://schemas.openxmlformats.org/officeDocument/2006/relationships/image" Target="../media/image15.png"/><Relationship Id="rId59" Type="http://schemas.openxmlformats.org/officeDocument/2006/relationships/image" Target="../media/image37.png"/><Relationship Id="rId103" Type="http://schemas.openxmlformats.org/officeDocument/2006/relationships/image" Target="../media/image81.png"/><Relationship Id="rId108" Type="http://schemas.openxmlformats.org/officeDocument/2006/relationships/image" Target="../media/image86.png"/><Relationship Id="rId124" Type="http://schemas.openxmlformats.org/officeDocument/2006/relationships/image" Target="../media/image102.png"/><Relationship Id="rId129" Type="http://schemas.openxmlformats.org/officeDocument/2006/relationships/image" Target="../media/image107.png"/><Relationship Id="rId54" Type="http://schemas.openxmlformats.org/officeDocument/2006/relationships/image" Target="../media/image32.png"/><Relationship Id="rId70" Type="http://schemas.openxmlformats.org/officeDocument/2006/relationships/image" Target="../media/image48.png"/><Relationship Id="rId75" Type="http://schemas.openxmlformats.org/officeDocument/2006/relationships/image" Target="../media/image53.png"/><Relationship Id="rId91" Type="http://schemas.openxmlformats.org/officeDocument/2006/relationships/image" Target="../media/image69.png"/><Relationship Id="rId96" Type="http://schemas.openxmlformats.org/officeDocument/2006/relationships/image" Target="../media/image74.png"/><Relationship Id="rId140" Type="http://schemas.openxmlformats.org/officeDocument/2006/relationships/image" Target="../media/image118.png"/><Relationship Id="rId145" Type="http://schemas.openxmlformats.org/officeDocument/2006/relationships/image" Target="../media/image123.png"/><Relationship Id="rId161" Type="http://schemas.openxmlformats.org/officeDocument/2006/relationships/image" Target="../media/image148.png"/><Relationship Id="rId166" Type="http://schemas.openxmlformats.org/officeDocument/2006/relationships/image" Target="../media/image1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49" Type="http://schemas.openxmlformats.org/officeDocument/2006/relationships/image" Target="../media/image137.png"/><Relationship Id="rId114" Type="http://schemas.openxmlformats.org/officeDocument/2006/relationships/image" Target="../media/image92.png"/><Relationship Id="rId119" Type="http://schemas.openxmlformats.org/officeDocument/2006/relationships/image" Target="../media/image97.png"/><Relationship Id="rId44" Type="http://schemas.openxmlformats.org/officeDocument/2006/relationships/image" Target="../media/image21.png"/><Relationship Id="rId60" Type="http://schemas.openxmlformats.org/officeDocument/2006/relationships/image" Target="../media/image38.png"/><Relationship Id="rId65" Type="http://schemas.openxmlformats.org/officeDocument/2006/relationships/image" Target="../media/image43.png"/><Relationship Id="rId81" Type="http://schemas.openxmlformats.org/officeDocument/2006/relationships/image" Target="../media/image59.png"/><Relationship Id="rId86" Type="http://schemas.openxmlformats.org/officeDocument/2006/relationships/image" Target="../media/image64.png"/><Relationship Id="rId130" Type="http://schemas.openxmlformats.org/officeDocument/2006/relationships/image" Target="../media/image108.png"/><Relationship Id="rId135" Type="http://schemas.openxmlformats.org/officeDocument/2006/relationships/image" Target="../media/image113.png"/><Relationship Id="rId151" Type="http://schemas.openxmlformats.org/officeDocument/2006/relationships/image" Target="../media/image129.png"/><Relationship Id="rId156" Type="http://schemas.openxmlformats.org/officeDocument/2006/relationships/image" Target="../media/image143.png"/><Relationship Id="rId172" Type="http://schemas.openxmlformats.org/officeDocument/2006/relationships/image" Target="../media/image159.png"/><Relationship Id="rId39" Type="http://schemas.openxmlformats.org/officeDocument/2006/relationships/image" Target="../media/image16.png"/><Relationship Id="rId109" Type="http://schemas.openxmlformats.org/officeDocument/2006/relationships/image" Target="../media/image87.png"/><Relationship Id="rId34" Type="http://schemas.openxmlformats.org/officeDocument/2006/relationships/image" Target="../media/image11.png"/><Relationship Id="rId50" Type="http://schemas.openxmlformats.org/officeDocument/2006/relationships/image" Target="../media/image138.png"/><Relationship Id="rId55" Type="http://schemas.openxmlformats.org/officeDocument/2006/relationships/image" Target="../media/image33.png"/><Relationship Id="rId76" Type="http://schemas.openxmlformats.org/officeDocument/2006/relationships/image" Target="../media/image54.png"/><Relationship Id="rId97" Type="http://schemas.openxmlformats.org/officeDocument/2006/relationships/image" Target="../media/image75.png"/><Relationship Id="rId104" Type="http://schemas.openxmlformats.org/officeDocument/2006/relationships/image" Target="../media/image82.png"/><Relationship Id="rId120" Type="http://schemas.openxmlformats.org/officeDocument/2006/relationships/image" Target="../media/image98.png"/><Relationship Id="rId125" Type="http://schemas.openxmlformats.org/officeDocument/2006/relationships/image" Target="../media/image103.png"/><Relationship Id="rId141" Type="http://schemas.openxmlformats.org/officeDocument/2006/relationships/image" Target="../media/image119.png"/><Relationship Id="rId146" Type="http://schemas.openxmlformats.org/officeDocument/2006/relationships/image" Target="../media/image124.png"/><Relationship Id="rId167" Type="http://schemas.openxmlformats.org/officeDocument/2006/relationships/image" Target="../media/image154.png"/><Relationship Id="rId7" Type="http://schemas.openxmlformats.org/officeDocument/2006/relationships/image" Target="../media/image136.png"/><Relationship Id="rId71" Type="http://schemas.openxmlformats.org/officeDocument/2006/relationships/image" Target="../media/image49.png"/><Relationship Id="rId92" Type="http://schemas.openxmlformats.org/officeDocument/2006/relationships/image" Target="../media/image70.png"/><Relationship Id="rId162" Type="http://schemas.openxmlformats.org/officeDocument/2006/relationships/image" Target="../media/image149.png"/><Relationship Id="rId2" Type="http://schemas.openxmlformats.org/officeDocument/2006/relationships/notesSlide" Target="../notesSlides/notesSlide2.xml"/><Relationship Id="rId29" Type="http://schemas.openxmlformats.org/officeDocument/2006/relationships/image" Target="../media/image610.png"/><Relationship Id="rId40" Type="http://schemas.openxmlformats.org/officeDocument/2006/relationships/image" Target="../media/image17.png"/><Relationship Id="rId45" Type="http://schemas.openxmlformats.org/officeDocument/2006/relationships/image" Target="../media/image23.png"/><Relationship Id="rId66" Type="http://schemas.openxmlformats.org/officeDocument/2006/relationships/image" Target="../media/image44.png"/><Relationship Id="rId87" Type="http://schemas.openxmlformats.org/officeDocument/2006/relationships/image" Target="../media/image65.png"/><Relationship Id="rId110" Type="http://schemas.openxmlformats.org/officeDocument/2006/relationships/image" Target="../media/image88.png"/><Relationship Id="rId115" Type="http://schemas.openxmlformats.org/officeDocument/2006/relationships/image" Target="../media/image93.png"/><Relationship Id="rId131" Type="http://schemas.openxmlformats.org/officeDocument/2006/relationships/image" Target="../media/image109.png"/><Relationship Id="rId136" Type="http://schemas.openxmlformats.org/officeDocument/2006/relationships/image" Target="../media/image114.png"/><Relationship Id="rId157" Type="http://schemas.openxmlformats.org/officeDocument/2006/relationships/image" Target="../media/image144.png"/><Relationship Id="rId61" Type="http://schemas.openxmlformats.org/officeDocument/2006/relationships/image" Target="../media/image39.png"/><Relationship Id="rId82" Type="http://schemas.openxmlformats.org/officeDocument/2006/relationships/image" Target="../media/image60.png"/><Relationship Id="rId152" Type="http://schemas.openxmlformats.org/officeDocument/2006/relationships/image" Target="../media/image139.png"/><Relationship Id="rId30" Type="http://schemas.openxmlformats.org/officeDocument/2006/relationships/image" Target="../media/image7.png"/><Relationship Id="rId35" Type="http://schemas.openxmlformats.org/officeDocument/2006/relationships/image" Target="../media/image12.png"/><Relationship Id="rId56" Type="http://schemas.openxmlformats.org/officeDocument/2006/relationships/image" Target="../media/image34.png"/><Relationship Id="rId77" Type="http://schemas.openxmlformats.org/officeDocument/2006/relationships/image" Target="../media/image55.png"/><Relationship Id="rId100" Type="http://schemas.openxmlformats.org/officeDocument/2006/relationships/image" Target="../media/image78.png"/><Relationship Id="rId105" Type="http://schemas.openxmlformats.org/officeDocument/2006/relationships/image" Target="../media/image83.png"/><Relationship Id="rId126" Type="http://schemas.openxmlformats.org/officeDocument/2006/relationships/image" Target="../media/image104.png"/><Relationship Id="rId147" Type="http://schemas.openxmlformats.org/officeDocument/2006/relationships/image" Target="../media/image125.png"/><Relationship Id="rId168" Type="http://schemas.openxmlformats.org/officeDocument/2006/relationships/image" Target="../media/image155.png"/><Relationship Id="rId72" Type="http://schemas.openxmlformats.org/officeDocument/2006/relationships/image" Target="../media/image50.png"/><Relationship Id="rId93" Type="http://schemas.openxmlformats.org/officeDocument/2006/relationships/image" Target="../media/image71.png"/><Relationship Id="rId98" Type="http://schemas.openxmlformats.org/officeDocument/2006/relationships/image" Target="../media/image76.png"/><Relationship Id="rId121" Type="http://schemas.openxmlformats.org/officeDocument/2006/relationships/image" Target="../media/image99.png"/><Relationship Id="rId142" Type="http://schemas.openxmlformats.org/officeDocument/2006/relationships/image" Target="../media/image120.png"/><Relationship Id="rId163" Type="http://schemas.openxmlformats.org/officeDocument/2006/relationships/image" Target="../media/image150.png"/><Relationship Id="rId3" Type="http://schemas.openxmlformats.org/officeDocument/2006/relationships/image" Target="../media/image22.png"/><Relationship Id="rId46" Type="http://schemas.openxmlformats.org/officeDocument/2006/relationships/image" Target="../media/image24.png"/><Relationship Id="rId67" Type="http://schemas.openxmlformats.org/officeDocument/2006/relationships/image" Target="../media/image45.png"/><Relationship Id="rId116" Type="http://schemas.openxmlformats.org/officeDocument/2006/relationships/image" Target="../media/image94.png"/><Relationship Id="rId137" Type="http://schemas.openxmlformats.org/officeDocument/2006/relationships/image" Target="../media/image115.png"/><Relationship Id="rId158" Type="http://schemas.openxmlformats.org/officeDocument/2006/relationships/image" Target="../media/image145.png"/><Relationship Id="rId41" Type="http://schemas.openxmlformats.org/officeDocument/2006/relationships/image" Target="../media/image18.png"/><Relationship Id="rId62" Type="http://schemas.openxmlformats.org/officeDocument/2006/relationships/image" Target="../media/image40.png"/><Relationship Id="rId83" Type="http://schemas.openxmlformats.org/officeDocument/2006/relationships/image" Target="../media/image61.png"/><Relationship Id="rId88" Type="http://schemas.openxmlformats.org/officeDocument/2006/relationships/image" Target="../media/image66.png"/><Relationship Id="rId111" Type="http://schemas.openxmlformats.org/officeDocument/2006/relationships/image" Target="../media/image89.png"/><Relationship Id="rId132" Type="http://schemas.openxmlformats.org/officeDocument/2006/relationships/image" Target="../media/image110.png"/><Relationship Id="rId153" Type="http://schemas.openxmlformats.org/officeDocument/2006/relationships/image" Target="../media/image140.png"/><Relationship Id="rId36" Type="http://schemas.openxmlformats.org/officeDocument/2006/relationships/image" Target="../media/image13.png"/><Relationship Id="rId57" Type="http://schemas.openxmlformats.org/officeDocument/2006/relationships/image" Target="../media/image35.png"/><Relationship Id="rId106" Type="http://schemas.openxmlformats.org/officeDocument/2006/relationships/image" Target="../media/image84.png"/><Relationship Id="rId127" Type="http://schemas.openxmlformats.org/officeDocument/2006/relationships/image" Target="../media/image105.png"/><Relationship Id="rId31" Type="http://schemas.openxmlformats.org/officeDocument/2006/relationships/image" Target="../media/image8.png"/><Relationship Id="rId52" Type="http://schemas.openxmlformats.org/officeDocument/2006/relationships/image" Target="../media/image30.png"/><Relationship Id="rId73" Type="http://schemas.openxmlformats.org/officeDocument/2006/relationships/image" Target="../media/image51.png"/><Relationship Id="rId78" Type="http://schemas.openxmlformats.org/officeDocument/2006/relationships/image" Target="../media/image56.png"/><Relationship Id="rId94" Type="http://schemas.openxmlformats.org/officeDocument/2006/relationships/image" Target="../media/image72.png"/><Relationship Id="rId99" Type="http://schemas.openxmlformats.org/officeDocument/2006/relationships/image" Target="../media/image77.png"/><Relationship Id="rId101" Type="http://schemas.openxmlformats.org/officeDocument/2006/relationships/image" Target="../media/image79.png"/><Relationship Id="rId122" Type="http://schemas.openxmlformats.org/officeDocument/2006/relationships/image" Target="../media/image100.png"/><Relationship Id="rId143" Type="http://schemas.openxmlformats.org/officeDocument/2006/relationships/image" Target="../media/image121.png"/><Relationship Id="rId148" Type="http://schemas.openxmlformats.org/officeDocument/2006/relationships/image" Target="../media/image126.png"/><Relationship Id="rId164" Type="http://schemas.openxmlformats.org/officeDocument/2006/relationships/image" Target="../media/image151.png"/><Relationship Id="rId169" Type="http://schemas.openxmlformats.org/officeDocument/2006/relationships/image" Target="../media/image156.png"/><Relationship Id="rId4" Type="http://schemas.openxmlformats.org/officeDocument/2006/relationships/image" Target="../media/image133.png"/><Relationship Id="rId47" Type="http://schemas.openxmlformats.org/officeDocument/2006/relationships/image" Target="../media/image25.png"/><Relationship Id="rId68" Type="http://schemas.openxmlformats.org/officeDocument/2006/relationships/image" Target="../media/image46.png"/><Relationship Id="rId89" Type="http://schemas.openxmlformats.org/officeDocument/2006/relationships/image" Target="../media/image67.png"/><Relationship Id="rId112" Type="http://schemas.openxmlformats.org/officeDocument/2006/relationships/image" Target="../media/image90.png"/><Relationship Id="rId133" Type="http://schemas.openxmlformats.org/officeDocument/2006/relationships/image" Target="../media/image111.png"/><Relationship Id="rId154" Type="http://schemas.openxmlformats.org/officeDocument/2006/relationships/image" Target="../media/image141.png"/><Relationship Id="rId37" Type="http://schemas.openxmlformats.org/officeDocument/2006/relationships/image" Target="../media/image14.png"/><Relationship Id="rId58" Type="http://schemas.openxmlformats.org/officeDocument/2006/relationships/image" Target="../media/image36.png"/><Relationship Id="rId79" Type="http://schemas.openxmlformats.org/officeDocument/2006/relationships/image" Target="../media/image57.png"/><Relationship Id="rId102" Type="http://schemas.openxmlformats.org/officeDocument/2006/relationships/image" Target="../media/image80.png"/><Relationship Id="rId123" Type="http://schemas.openxmlformats.org/officeDocument/2006/relationships/image" Target="../media/image101.png"/><Relationship Id="rId144" Type="http://schemas.openxmlformats.org/officeDocument/2006/relationships/image" Target="../media/image122.png"/><Relationship Id="rId90" Type="http://schemas.openxmlformats.org/officeDocument/2006/relationships/image" Target="../media/image68.png"/><Relationship Id="rId165" Type="http://schemas.openxmlformats.org/officeDocument/2006/relationships/image" Target="../media/image15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3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4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5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6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7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8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9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10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11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12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13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14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15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16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17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18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19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20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21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22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23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24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25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26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27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28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29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30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31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32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33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34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35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63" Type="http://schemas.openxmlformats.org/officeDocument/2006/relationships/image" Target="../media/image150.png"/><Relationship Id="rId171" Type="http://schemas.openxmlformats.org/officeDocument/2006/relationships/image" Target="../media/image158.png"/><Relationship Id="rId3" Type="http://schemas.openxmlformats.org/officeDocument/2006/relationships/image" Target="../media/image1.png"/><Relationship Id="rId167" Type="http://schemas.openxmlformats.org/officeDocument/2006/relationships/image" Target="../media/image29.png"/><Relationship Id="rId7" Type="http://schemas.openxmlformats.org/officeDocument/2006/relationships/image" Target="../media/image5.png"/><Relationship Id="rId162" Type="http://schemas.openxmlformats.org/officeDocument/2006/relationships/image" Target="../media/image149.png"/><Relationship Id="rId170" Type="http://schemas.openxmlformats.org/officeDocument/2006/relationships/image" Target="../media/image132.png"/><Relationship Id="rId2" Type="http://schemas.openxmlformats.org/officeDocument/2006/relationships/notesSlide" Target="../notesSlides/notesSlide36.xml"/><Relationship Id="rId16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65" Type="http://schemas.openxmlformats.org/officeDocument/2006/relationships/image" Target="../media/image152.png"/><Relationship Id="rId164" Type="http://schemas.openxmlformats.org/officeDocument/2006/relationships/image" Target="../media/image151.png"/><Relationship Id="rId169" Type="http://schemas.openxmlformats.org/officeDocument/2006/relationships/image" Target="../media/image13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168" Type="http://schemas.openxmlformats.org/officeDocument/2006/relationships/image" Target="../media/image130.png"/><Relationship Id="rId172" Type="http://schemas.openxmlformats.org/officeDocument/2006/relationships/image" Target="../media/image15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13" Type="http://schemas.openxmlformats.org/officeDocument/2006/relationships/image" Target="../media/image170.png"/><Relationship Id="rId18" Type="http://schemas.openxmlformats.org/officeDocument/2006/relationships/image" Target="../media/image411.png"/><Relationship Id="rId3" Type="http://schemas.openxmlformats.org/officeDocument/2006/relationships/image" Target="../media/image160.png"/><Relationship Id="rId7" Type="http://schemas.openxmlformats.org/officeDocument/2006/relationships/image" Target="../media/image164.png"/><Relationship Id="rId12" Type="http://schemas.openxmlformats.org/officeDocument/2006/relationships/image" Target="../media/image169.png"/><Relationship Id="rId17" Type="http://schemas.openxmlformats.org/officeDocument/2006/relationships/image" Target="../media/image311.pn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2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3.png"/><Relationship Id="rId11" Type="http://schemas.openxmlformats.org/officeDocument/2006/relationships/image" Target="../media/image168.png"/><Relationship Id="rId5" Type="http://schemas.openxmlformats.org/officeDocument/2006/relationships/image" Target="../media/image162.png"/><Relationship Id="rId15" Type="http://schemas.openxmlformats.org/officeDocument/2006/relationships/image" Target="../media/image1100.png"/><Relationship Id="rId10" Type="http://schemas.openxmlformats.org/officeDocument/2006/relationships/image" Target="../media/image167.png"/><Relationship Id="rId19" Type="http://schemas.openxmlformats.org/officeDocument/2006/relationships/image" Target="../media/image511.png"/><Relationship Id="rId4" Type="http://schemas.openxmlformats.org/officeDocument/2006/relationships/image" Target="../media/image161.png"/><Relationship Id="rId9" Type="http://schemas.openxmlformats.org/officeDocument/2006/relationships/image" Target="../media/image166.png"/><Relationship Id="rId14" Type="http://schemas.openxmlformats.org/officeDocument/2006/relationships/image" Target="../media/image17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5.png"/><Relationship Id="rId42" Type="http://schemas.openxmlformats.org/officeDocument/2006/relationships/image" Target="../media/image19.png"/><Relationship Id="rId47" Type="http://schemas.openxmlformats.org/officeDocument/2006/relationships/image" Target="../media/image25.png"/><Relationship Id="rId63" Type="http://schemas.openxmlformats.org/officeDocument/2006/relationships/image" Target="../media/image41.png"/><Relationship Id="rId68" Type="http://schemas.openxmlformats.org/officeDocument/2006/relationships/image" Target="../media/image46.png"/><Relationship Id="rId84" Type="http://schemas.openxmlformats.org/officeDocument/2006/relationships/image" Target="../media/image62.png"/><Relationship Id="rId89" Type="http://schemas.openxmlformats.org/officeDocument/2006/relationships/image" Target="../media/image67.png"/><Relationship Id="rId112" Type="http://schemas.openxmlformats.org/officeDocument/2006/relationships/image" Target="../media/image90.png"/><Relationship Id="rId133" Type="http://schemas.openxmlformats.org/officeDocument/2006/relationships/image" Target="../media/image111.png"/><Relationship Id="rId138" Type="http://schemas.openxmlformats.org/officeDocument/2006/relationships/image" Target="../media/image116.png"/><Relationship Id="rId107" Type="http://schemas.openxmlformats.org/officeDocument/2006/relationships/image" Target="../media/image85.png"/><Relationship Id="rId32" Type="http://schemas.openxmlformats.org/officeDocument/2006/relationships/image" Target="../media/image9.png"/><Relationship Id="rId37" Type="http://schemas.openxmlformats.org/officeDocument/2006/relationships/image" Target="../media/image14.png"/><Relationship Id="rId53" Type="http://schemas.openxmlformats.org/officeDocument/2006/relationships/image" Target="../media/image31.png"/><Relationship Id="rId58" Type="http://schemas.openxmlformats.org/officeDocument/2006/relationships/image" Target="../media/image36.png"/><Relationship Id="rId74" Type="http://schemas.openxmlformats.org/officeDocument/2006/relationships/image" Target="../media/image52.png"/><Relationship Id="rId79" Type="http://schemas.openxmlformats.org/officeDocument/2006/relationships/image" Target="../media/image57.png"/><Relationship Id="rId102" Type="http://schemas.openxmlformats.org/officeDocument/2006/relationships/image" Target="../media/image80.png"/><Relationship Id="rId123" Type="http://schemas.openxmlformats.org/officeDocument/2006/relationships/image" Target="../media/image101.png"/><Relationship Id="rId128" Type="http://schemas.openxmlformats.org/officeDocument/2006/relationships/image" Target="../media/image106.png"/><Relationship Id="rId144" Type="http://schemas.openxmlformats.org/officeDocument/2006/relationships/image" Target="../media/image122.png"/><Relationship Id="rId149" Type="http://schemas.openxmlformats.org/officeDocument/2006/relationships/image" Target="../media/image127.png"/><Relationship Id="rId5" Type="http://schemas.openxmlformats.org/officeDocument/2006/relationships/image" Target="../media/image217.png"/><Relationship Id="rId90" Type="http://schemas.openxmlformats.org/officeDocument/2006/relationships/image" Target="../media/image68.png"/><Relationship Id="rId95" Type="http://schemas.openxmlformats.org/officeDocument/2006/relationships/image" Target="../media/image73.png"/><Relationship Id="rId43" Type="http://schemas.openxmlformats.org/officeDocument/2006/relationships/image" Target="../media/image20.png"/><Relationship Id="rId48" Type="http://schemas.openxmlformats.org/officeDocument/2006/relationships/image" Target="../media/image26.png"/><Relationship Id="rId64" Type="http://schemas.openxmlformats.org/officeDocument/2006/relationships/image" Target="../media/image42.png"/><Relationship Id="rId69" Type="http://schemas.openxmlformats.org/officeDocument/2006/relationships/image" Target="../media/image47.png"/><Relationship Id="rId113" Type="http://schemas.openxmlformats.org/officeDocument/2006/relationships/image" Target="../media/image91.png"/><Relationship Id="rId118" Type="http://schemas.openxmlformats.org/officeDocument/2006/relationships/image" Target="../media/image96.png"/><Relationship Id="rId134" Type="http://schemas.openxmlformats.org/officeDocument/2006/relationships/image" Target="../media/image112.png"/><Relationship Id="rId139" Type="http://schemas.openxmlformats.org/officeDocument/2006/relationships/image" Target="../media/image117.png"/><Relationship Id="rId80" Type="http://schemas.openxmlformats.org/officeDocument/2006/relationships/image" Target="../media/image58.png"/><Relationship Id="rId85" Type="http://schemas.openxmlformats.org/officeDocument/2006/relationships/image" Target="../media/image63.png"/><Relationship Id="rId150" Type="http://schemas.openxmlformats.org/officeDocument/2006/relationships/image" Target="../media/image128.png"/><Relationship Id="rId33" Type="http://schemas.openxmlformats.org/officeDocument/2006/relationships/image" Target="../media/image10.png"/><Relationship Id="rId38" Type="http://schemas.openxmlformats.org/officeDocument/2006/relationships/image" Target="../media/image15.png"/><Relationship Id="rId59" Type="http://schemas.openxmlformats.org/officeDocument/2006/relationships/image" Target="../media/image37.png"/><Relationship Id="rId103" Type="http://schemas.openxmlformats.org/officeDocument/2006/relationships/image" Target="../media/image81.png"/><Relationship Id="rId108" Type="http://schemas.openxmlformats.org/officeDocument/2006/relationships/image" Target="../media/image86.png"/><Relationship Id="rId124" Type="http://schemas.openxmlformats.org/officeDocument/2006/relationships/image" Target="../media/image102.png"/><Relationship Id="rId129" Type="http://schemas.openxmlformats.org/officeDocument/2006/relationships/image" Target="../media/image107.png"/><Relationship Id="rId54" Type="http://schemas.openxmlformats.org/officeDocument/2006/relationships/image" Target="../media/image32.png"/><Relationship Id="rId70" Type="http://schemas.openxmlformats.org/officeDocument/2006/relationships/image" Target="../media/image48.png"/><Relationship Id="rId75" Type="http://schemas.openxmlformats.org/officeDocument/2006/relationships/image" Target="../media/image53.png"/><Relationship Id="rId91" Type="http://schemas.openxmlformats.org/officeDocument/2006/relationships/image" Target="../media/image69.png"/><Relationship Id="rId96" Type="http://schemas.openxmlformats.org/officeDocument/2006/relationships/image" Target="../media/image74.png"/><Relationship Id="rId140" Type="http://schemas.openxmlformats.org/officeDocument/2006/relationships/image" Target="../media/image118.png"/><Relationship Id="rId145" Type="http://schemas.openxmlformats.org/officeDocument/2006/relationships/image" Target="../media/image1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0.png"/><Relationship Id="rId114" Type="http://schemas.openxmlformats.org/officeDocument/2006/relationships/image" Target="../media/image92.png"/><Relationship Id="rId119" Type="http://schemas.openxmlformats.org/officeDocument/2006/relationships/image" Target="../media/image97.png"/><Relationship Id="rId44" Type="http://schemas.openxmlformats.org/officeDocument/2006/relationships/image" Target="../media/image21.png"/><Relationship Id="rId60" Type="http://schemas.openxmlformats.org/officeDocument/2006/relationships/image" Target="../media/image38.png"/><Relationship Id="rId65" Type="http://schemas.openxmlformats.org/officeDocument/2006/relationships/image" Target="../media/image43.png"/><Relationship Id="rId81" Type="http://schemas.openxmlformats.org/officeDocument/2006/relationships/image" Target="../media/image59.png"/><Relationship Id="rId86" Type="http://schemas.openxmlformats.org/officeDocument/2006/relationships/image" Target="../media/image64.png"/><Relationship Id="rId130" Type="http://schemas.openxmlformats.org/officeDocument/2006/relationships/image" Target="../media/image108.png"/><Relationship Id="rId135" Type="http://schemas.openxmlformats.org/officeDocument/2006/relationships/image" Target="../media/image113.png"/><Relationship Id="rId151" Type="http://schemas.openxmlformats.org/officeDocument/2006/relationships/image" Target="../media/image129.png"/><Relationship Id="rId39" Type="http://schemas.openxmlformats.org/officeDocument/2006/relationships/image" Target="../media/image16.png"/><Relationship Id="rId109" Type="http://schemas.openxmlformats.org/officeDocument/2006/relationships/image" Target="../media/image87.png"/><Relationship Id="rId34" Type="http://schemas.openxmlformats.org/officeDocument/2006/relationships/image" Target="../media/image11.png"/><Relationship Id="rId50" Type="http://schemas.openxmlformats.org/officeDocument/2006/relationships/image" Target="../media/image270.png"/><Relationship Id="rId55" Type="http://schemas.openxmlformats.org/officeDocument/2006/relationships/image" Target="../media/image33.png"/><Relationship Id="rId76" Type="http://schemas.openxmlformats.org/officeDocument/2006/relationships/image" Target="../media/image54.png"/><Relationship Id="rId97" Type="http://schemas.openxmlformats.org/officeDocument/2006/relationships/image" Target="../media/image75.png"/><Relationship Id="rId104" Type="http://schemas.openxmlformats.org/officeDocument/2006/relationships/image" Target="../media/image82.png"/><Relationship Id="rId120" Type="http://schemas.openxmlformats.org/officeDocument/2006/relationships/image" Target="../media/image98.png"/><Relationship Id="rId125" Type="http://schemas.openxmlformats.org/officeDocument/2006/relationships/image" Target="../media/image103.png"/><Relationship Id="rId141" Type="http://schemas.openxmlformats.org/officeDocument/2006/relationships/image" Target="../media/image119.png"/><Relationship Id="rId146" Type="http://schemas.openxmlformats.org/officeDocument/2006/relationships/image" Target="../media/image124.png"/><Relationship Id="rId7" Type="http://schemas.openxmlformats.org/officeDocument/2006/relationships/image" Target="../media/image410.png"/><Relationship Id="rId71" Type="http://schemas.openxmlformats.org/officeDocument/2006/relationships/image" Target="../media/image49.png"/><Relationship Id="rId92" Type="http://schemas.openxmlformats.org/officeDocument/2006/relationships/image" Target="../media/image70.png"/><Relationship Id="rId2" Type="http://schemas.openxmlformats.org/officeDocument/2006/relationships/notesSlide" Target="../notesSlides/notesSlide38.xml"/><Relationship Id="rId29" Type="http://schemas.openxmlformats.org/officeDocument/2006/relationships/image" Target="../media/image610.png"/><Relationship Id="rId40" Type="http://schemas.openxmlformats.org/officeDocument/2006/relationships/image" Target="../media/image17.png"/><Relationship Id="rId45" Type="http://schemas.openxmlformats.org/officeDocument/2006/relationships/image" Target="../media/image23.png"/><Relationship Id="rId66" Type="http://schemas.openxmlformats.org/officeDocument/2006/relationships/image" Target="../media/image44.png"/><Relationship Id="rId87" Type="http://schemas.openxmlformats.org/officeDocument/2006/relationships/image" Target="../media/image65.png"/><Relationship Id="rId110" Type="http://schemas.openxmlformats.org/officeDocument/2006/relationships/image" Target="../media/image88.png"/><Relationship Id="rId115" Type="http://schemas.openxmlformats.org/officeDocument/2006/relationships/image" Target="../media/image93.png"/><Relationship Id="rId131" Type="http://schemas.openxmlformats.org/officeDocument/2006/relationships/image" Target="../media/image109.png"/><Relationship Id="rId136" Type="http://schemas.openxmlformats.org/officeDocument/2006/relationships/image" Target="../media/image114.png"/><Relationship Id="rId61" Type="http://schemas.openxmlformats.org/officeDocument/2006/relationships/image" Target="../media/image39.png"/><Relationship Id="rId82" Type="http://schemas.openxmlformats.org/officeDocument/2006/relationships/image" Target="../media/image60.png"/><Relationship Id="rId30" Type="http://schemas.openxmlformats.org/officeDocument/2006/relationships/image" Target="../media/image7.png"/><Relationship Id="rId35" Type="http://schemas.openxmlformats.org/officeDocument/2006/relationships/image" Target="../media/image12.png"/><Relationship Id="rId56" Type="http://schemas.openxmlformats.org/officeDocument/2006/relationships/image" Target="../media/image34.png"/><Relationship Id="rId77" Type="http://schemas.openxmlformats.org/officeDocument/2006/relationships/image" Target="../media/image55.png"/><Relationship Id="rId100" Type="http://schemas.openxmlformats.org/officeDocument/2006/relationships/image" Target="../media/image78.png"/><Relationship Id="rId105" Type="http://schemas.openxmlformats.org/officeDocument/2006/relationships/image" Target="../media/image83.png"/><Relationship Id="rId126" Type="http://schemas.openxmlformats.org/officeDocument/2006/relationships/image" Target="../media/image104.png"/><Relationship Id="rId147" Type="http://schemas.openxmlformats.org/officeDocument/2006/relationships/image" Target="../media/image125.png"/><Relationship Id="rId8" Type="http://schemas.openxmlformats.org/officeDocument/2006/relationships/image" Target="../media/image510.png"/><Relationship Id="rId51" Type="http://schemas.openxmlformats.org/officeDocument/2006/relationships/image" Target="../media/image280.png"/><Relationship Id="rId72" Type="http://schemas.openxmlformats.org/officeDocument/2006/relationships/image" Target="../media/image50.png"/><Relationship Id="rId93" Type="http://schemas.openxmlformats.org/officeDocument/2006/relationships/image" Target="../media/image71.png"/><Relationship Id="rId98" Type="http://schemas.openxmlformats.org/officeDocument/2006/relationships/image" Target="../media/image76.png"/><Relationship Id="rId121" Type="http://schemas.openxmlformats.org/officeDocument/2006/relationships/image" Target="../media/image99.png"/><Relationship Id="rId142" Type="http://schemas.openxmlformats.org/officeDocument/2006/relationships/image" Target="../media/image120.png"/><Relationship Id="rId3" Type="http://schemas.openxmlformats.org/officeDocument/2006/relationships/image" Target="../media/image290.png"/><Relationship Id="rId46" Type="http://schemas.openxmlformats.org/officeDocument/2006/relationships/image" Target="../media/image24.png"/><Relationship Id="rId67" Type="http://schemas.openxmlformats.org/officeDocument/2006/relationships/image" Target="../media/image45.png"/><Relationship Id="rId116" Type="http://schemas.openxmlformats.org/officeDocument/2006/relationships/image" Target="../media/image94.png"/><Relationship Id="rId137" Type="http://schemas.openxmlformats.org/officeDocument/2006/relationships/image" Target="../media/image115.png"/><Relationship Id="rId41" Type="http://schemas.openxmlformats.org/officeDocument/2006/relationships/image" Target="../media/image18.png"/><Relationship Id="rId62" Type="http://schemas.openxmlformats.org/officeDocument/2006/relationships/image" Target="../media/image40.png"/><Relationship Id="rId83" Type="http://schemas.openxmlformats.org/officeDocument/2006/relationships/image" Target="../media/image61.png"/><Relationship Id="rId88" Type="http://schemas.openxmlformats.org/officeDocument/2006/relationships/image" Target="../media/image66.png"/><Relationship Id="rId111" Type="http://schemas.openxmlformats.org/officeDocument/2006/relationships/image" Target="../media/image89.png"/><Relationship Id="rId132" Type="http://schemas.openxmlformats.org/officeDocument/2006/relationships/image" Target="../media/image110.png"/><Relationship Id="rId36" Type="http://schemas.openxmlformats.org/officeDocument/2006/relationships/image" Target="../media/image13.png"/><Relationship Id="rId57" Type="http://schemas.openxmlformats.org/officeDocument/2006/relationships/image" Target="../media/image35.png"/><Relationship Id="rId106" Type="http://schemas.openxmlformats.org/officeDocument/2006/relationships/image" Target="../media/image84.png"/><Relationship Id="rId127" Type="http://schemas.openxmlformats.org/officeDocument/2006/relationships/image" Target="../media/image105.png"/><Relationship Id="rId31" Type="http://schemas.openxmlformats.org/officeDocument/2006/relationships/image" Target="../media/image8.png"/><Relationship Id="rId52" Type="http://schemas.openxmlformats.org/officeDocument/2006/relationships/image" Target="../media/image30.png"/><Relationship Id="rId73" Type="http://schemas.openxmlformats.org/officeDocument/2006/relationships/image" Target="../media/image51.png"/><Relationship Id="rId78" Type="http://schemas.openxmlformats.org/officeDocument/2006/relationships/image" Target="../media/image56.png"/><Relationship Id="rId94" Type="http://schemas.openxmlformats.org/officeDocument/2006/relationships/image" Target="../media/image72.png"/><Relationship Id="rId99" Type="http://schemas.openxmlformats.org/officeDocument/2006/relationships/image" Target="../media/image77.png"/><Relationship Id="rId101" Type="http://schemas.openxmlformats.org/officeDocument/2006/relationships/image" Target="../media/image79.png"/><Relationship Id="rId122" Type="http://schemas.openxmlformats.org/officeDocument/2006/relationships/image" Target="../media/image100.png"/><Relationship Id="rId143" Type="http://schemas.openxmlformats.org/officeDocument/2006/relationships/image" Target="../media/image121.png"/><Relationship Id="rId148" Type="http://schemas.openxmlformats.org/officeDocument/2006/relationships/image" Target="../media/image126.png"/><Relationship Id="rId4" Type="http://schemas.openxmlformats.org/officeDocument/2006/relationships/image" Target="../media/image1300.png"/><Relationship Id="rId9" Type="http://schemas.openxmlformats.org/officeDocument/2006/relationships/image" Target="../media/image611.png"/></Relationships>
</file>

<file path=ppt/slides/_rels/slide4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.png"/><Relationship Id="rId21" Type="http://schemas.openxmlformats.org/officeDocument/2006/relationships/image" Target="../media/image17.png"/><Relationship Id="rId42" Type="http://schemas.openxmlformats.org/officeDocument/2006/relationships/image" Target="../media/image1420.png"/><Relationship Id="rId47" Type="http://schemas.openxmlformats.org/officeDocument/2006/relationships/image" Target="../media/image1470.png"/><Relationship Id="rId63" Type="http://schemas.openxmlformats.org/officeDocument/2006/relationships/image" Target="../media/image40.png"/><Relationship Id="rId68" Type="http://schemas.openxmlformats.org/officeDocument/2006/relationships/image" Target="../media/image85.png"/><Relationship Id="rId84" Type="http://schemas.openxmlformats.org/officeDocument/2006/relationships/image" Target="../media/image103.png"/><Relationship Id="rId89" Type="http://schemas.openxmlformats.org/officeDocument/2006/relationships/image" Target="../media/image108.png"/><Relationship Id="rId112" Type="http://schemas.openxmlformats.org/officeDocument/2006/relationships/image" Target="../media/image173.png"/><Relationship Id="rId16" Type="http://schemas.openxmlformats.org/officeDocument/2006/relationships/image" Target="../media/image12.png"/><Relationship Id="rId107" Type="http://schemas.openxmlformats.org/officeDocument/2006/relationships/image" Target="../media/image1660.png"/><Relationship Id="rId11" Type="http://schemas.openxmlformats.org/officeDocument/2006/relationships/image" Target="../media/image7.png"/><Relationship Id="rId32" Type="http://schemas.openxmlformats.org/officeDocument/2006/relationships/image" Target="../media/image1340.png"/><Relationship Id="rId37" Type="http://schemas.openxmlformats.org/officeDocument/2006/relationships/image" Target="../media/image1380.png"/><Relationship Id="rId53" Type="http://schemas.openxmlformats.org/officeDocument/2006/relationships/image" Target="../media/image72.png"/><Relationship Id="rId58" Type="http://schemas.openxmlformats.org/officeDocument/2006/relationships/image" Target="../media/image77.png"/><Relationship Id="rId74" Type="http://schemas.openxmlformats.org/officeDocument/2006/relationships/image" Target="../media/image91.png"/><Relationship Id="rId79" Type="http://schemas.openxmlformats.org/officeDocument/2006/relationships/image" Target="../media/image96.png"/><Relationship Id="rId102" Type="http://schemas.openxmlformats.org/officeDocument/2006/relationships/image" Target="../media/image1610.png"/><Relationship Id="rId5" Type="http://schemas.openxmlformats.org/officeDocument/2006/relationships/image" Target="../media/image1341.png"/><Relationship Id="rId90" Type="http://schemas.openxmlformats.org/officeDocument/2006/relationships/image" Target="../media/image109.png"/><Relationship Id="rId95" Type="http://schemas.openxmlformats.org/officeDocument/2006/relationships/image" Target="../media/image1560.png"/><Relationship Id="rId22" Type="http://schemas.openxmlformats.org/officeDocument/2006/relationships/image" Target="../media/image18.png"/><Relationship Id="rId27" Type="http://schemas.openxmlformats.org/officeDocument/2006/relationships/image" Target="../media/image24.png"/><Relationship Id="rId43" Type="http://schemas.openxmlformats.org/officeDocument/2006/relationships/image" Target="../media/image1430.png"/><Relationship Id="rId48" Type="http://schemas.openxmlformats.org/officeDocument/2006/relationships/image" Target="../media/image1480.png"/><Relationship Id="rId64" Type="http://schemas.openxmlformats.org/officeDocument/2006/relationships/image" Target="../media/image41.png"/><Relationship Id="rId69" Type="http://schemas.openxmlformats.org/officeDocument/2006/relationships/image" Target="../media/image86.png"/><Relationship Id="rId113" Type="http://schemas.openxmlformats.org/officeDocument/2006/relationships/image" Target="../media/image174.png"/><Relationship Id="rId80" Type="http://schemas.openxmlformats.org/officeDocument/2006/relationships/image" Target="../media/image97.png"/><Relationship Id="rId85" Type="http://schemas.openxmlformats.org/officeDocument/2006/relationships/image" Target="../media/image104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33" Type="http://schemas.openxmlformats.org/officeDocument/2006/relationships/image" Target="../media/image1350.png"/><Relationship Id="rId38" Type="http://schemas.openxmlformats.org/officeDocument/2006/relationships/image" Target="../media/image1390.png"/><Relationship Id="rId59" Type="http://schemas.openxmlformats.org/officeDocument/2006/relationships/image" Target="../media/image78.png"/><Relationship Id="rId103" Type="http://schemas.openxmlformats.org/officeDocument/2006/relationships/image" Target="../media/image1620.png"/><Relationship Id="rId108" Type="http://schemas.openxmlformats.org/officeDocument/2006/relationships/image" Target="../media/image1670.png"/><Relationship Id="rId54" Type="http://schemas.openxmlformats.org/officeDocument/2006/relationships/image" Target="../media/image73.png"/><Relationship Id="rId70" Type="http://schemas.openxmlformats.org/officeDocument/2006/relationships/image" Target="../media/image87.png"/><Relationship Id="rId75" Type="http://schemas.openxmlformats.org/officeDocument/2006/relationships/image" Target="../media/image92.png"/><Relationship Id="rId91" Type="http://schemas.openxmlformats.org/officeDocument/2006/relationships/image" Target="../media/image1520.png"/><Relationship Id="rId96" Type="http://schemas.openxmlformats.org/officeDocument/2006/relationships/image" Target="../media/image15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0.png"/><Relationship Id="rId15" Type="http://schemas.openxmlformats.org/officeDocument/2006/relationships/image" Target="../media/image11.png"/><Relationship Id="rId23" Type="http://schemas.openxmlformats.org/officeDocument/2006/relationships/image" Target="../media/image19.png"/><Relationship Id="rId28" Type="http://schemas.openxmlformats.org/officeDocument/2006/relationships/image" Target="../media/image25.png"/><Relationship Id="rId36" Type="http://schemas.openxmlformats.org/officeDocument/2006/relationships/image" Target="../media/image1370.png"/><Relationship Id="rId49" Type="http://schemas.openxmlformats.org/officeDocument/2006/relationships/image" Target="../media/image1490.png"/><Relationship Id="rId57" Type="http://schemas.openxmlformats.org/officeDocument/2006/relationships/image" Target="../media/image76.png"/><Relationship Id="rId106" Type="http://schemas.openxmlformats.org/officeDocument/2006/relationships/image" Target="../media/image1650.png"/><Relationship Id="rId114" Type="http://schemas.openxmlformats.org/officeDocument/2006/relationships/image" Target="../media/image175.png"/><Relationship Id="rId10" Type="http://schemas.openxmlformats.org/officeDocument/2006/relationships/image" Target="../media/image610.png"/><Relationship Id="rId31" Type="http://schemas.openxmlformats.org/officeDocument/2006/relationships/image" Target="../media/image1330.png"/><Relationship Id="rId44" Type="http://schemas.openxmlformats.org/officeDocument/2006/relationships/image" Target="../media/image1440.png"/><Relationship Id="rId52" Type="http://schemas.openxmlformats.org/officeDocument/2006/relationships/image" Target="../media/image1510.png"/><Relationship Id="rId60" Type="http://schemas.openxmlformats.org/officeDocument/2006/relationships/image" Target="../media/image79.png"/><Relationship Id="rId65" Type="http://schemas.openxmlformats.org/officeDocument/2006/relationships/image" Target="../media/image82.png"/><Relationship Id="rId73" Type="http://schemas.openxmlformats.org/officeDocument/2006/relationships/image" Target="../media/image90.png"/><Relationship Id="rId78" Type="http://schemas.openxmlformats.org/officeDocument/2006/relationships/image" Target="../media/image95.png"/><Relationship Id="rId81" Type="http://schemas.openxmlformats.org/officeDocument/2006/relationships/image" Target="../media/image99.png"/><Relationship Id="rId86" Type="http://schemas.openxmlformats.org/officeDocument/2006/relationships/image" Target="../media/image105.png"/><Relationship Id="rId94" Type="http://schemas.openxmlformats.org/officeDocument/2006/relationships/image" Target="../media/image1550.png"/><Relationship Id="rId99" Type="http://schemas.openxmlformats.org/officeDocument/2006/relationships/image" Target="../media/image113.png"/><Relationship Id="rId101" Type="http://schemas.openxmlformats.org/officeDocument/2006/relationships/image" Target="../media/image33.png"/><Relationship Id="rId4" Type="http://schemas.openxmlformats.org/officeDocument/2006/relationships/image" Target="../media/image1331.png"/><Relationship Id="rId9" Type="http://schemas.openxmlformats.org/officeDocument/2006/relationships/image" Target="../media/image611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9" Type="http://schemas.openxmlformats.org/officeDocument/2006/relationships/image" Target="../media/image98.png"/><Relationship Id="rId109" Type="http://schemas.openxmlformats.org/officeDocument/2006/relationships/image" Target="../media/image1680.png"/><Relationship Id="rId34" Type="http://schemas.openxmlformats.org/officeDocument/2006/relationships/image" Target="../media/image101.png"/><Relationship Id="rId50" Type="http://schemas.openxmlformats.org/officeDocument/2006/relationships/image" Target="../media/image1500.png"/><Relationship Id="rId55" Type="http://schemas.openxmlformats.org/officeDocument/2006/relationships/image" Target="../media/image74.png"/><Relationship Id="rId76" Type="http://schemas.openxmlformats.org/officeDocument/2006/relationships/image" Target="../media/image93.png"/><Relationship Id="rId97" Type="http://schemas.openxmlformats.org/officeDocument/2006/relationships/image" Target="../media/image1580.png"/><Relationship Id="rId104" Type="http://schemas.openxmlformats.org/officeDocument/2006/relationships/image" Target="../media/image1630.png"/><Relationship Id="rId7" Type="http://schemas.openxmlformats.org/officeDocument/2006/relationships/image" Target="../media/image1351.png"/><Relationship Id="rId71" Type="http://schemas.openxmlformats.org/officeDocument/2006/relationships/image" Target="../media/image88.png"/><Relationship Id="rId92" Type="http://schemas.openxmlformats.org/officeDocument/2006/relationships/image" Target="../media/image1530.png"/><Relationship Id="rId2" Type="http://schemas.openxmlformats.org/officeDocument/2006/relationships/notesSlide" Target="../notesSlides/notesSlide39.xml"/><Relationship Id="rId29" Type="http://schemas.openxmlformats.org/officeDocument/2006/relationships/image" Target="../media/image26.png"/><Relationship Id="rId24" Type="http://schemas.openxmlformats.org/officeDocument/2006/relationships/image" Target="../media/image20.png"/><Relationship Id="rId40" Type="http://schemas.openxmlformats.org/officeDocument/2006/relationships/image" Target="../media/image1400.png"/><Relationship Id="rId45" Type="http://schemas.openxmlformats.org/officeDocument/2006/relationships/image" Target="../media/image1450.png"/><Relationship Id="rId66" Type="http://schemas.openxmlformats.org/officeDocument/2006/relationships/image" Target="../media/image83.png"/><Relationship Id="rId87" Type="http://schemas.openxmlformats.org/officeDocument/2006/relationships/image" Target="../media/image106.png"/><Relationship Id="rId110" Type="http://schemas.openxmlformats.org/officeDocument/2006/relationships/image" Target="../media/image129.png"/><Relationship Id="rId115" Type="http://schemas.openxmlformats.org/officeDocument/2006/relationships/image" Target="../media/image176.png"/><Relationship Id="rId61" Type="http://schemas.openxmlformats.org/officeDocument/2006/relationships/image" Target="../media/image80.png"/><Relationship Id="rId82" Type="http://schemas.openxmlformats.org/officeDocument/2006/relationships/image" Target="../media/image100.png"/><Relationship Id="rId19" Type="http://schemas.openxmlformats.org/officeDocument/2006/relationships/image" Target="../media/image15.png"/><Relationship Id="rId14" Type="http://schemas.openxmlformats.org/officeDocument/2006/relationships/image" Target="../media/image10.png"/><Relationship Id="rId30" Type="http://schemas.openxmlformats.org/officeDocument/2006/relationships/image" Target="../media/image1361.png"/><Relationship Id="rId35" Type="http://schemas.openxmlformats.org/officeDocument/2006/relationships/image" Target="../media/image1360.png"/><Relationship Id="rId56" Type="http://schemas.openxmlformats.org/officeDocument/2006/relationships/image" Target="../media/image75.png"/><Relationship Id="rId77" Type="http://schemas.openxmlformats.org/officeDocument/2006/relationships/image" Target="../media/image94.png"/><Relationship Id="rId100" Type="http://schemas.openxmlformats.org/officeDocument/2006/relationships/image" Target="../media/image1600.png"/><Relationship Id="rId105" Type="http://schemas.openxmlformats.org/officeDocument/2006/relationships/image" Target="../media/image1640.png"/><Relationship Id="rId8" Type="http://schemas.openxmlformats.org/officeDocument/2006/relationships/image" Target="../media/image510.png"/><Relationship Id="rId51" Type="http://schemas.openxmlformats.org/officeDocument/2006/relationships/image" Target="../media/image71.png"/><Relationship Id="rId72" Type="http://schemas.openxmlformats.org/officeDocument/2006/relationships/image" Target="../media/image89.png"/><Relationship Id="rId93" Type="http://schemas.openxmlformats.org/officeDocument/2006/relationships/image" Target="../media/image1540.png"/><Relationship Id="rId98" Type="http://schemas.openxmlformats.org/officeDocument/2006/relationships/image" Target="../media/image1590.png"/><Relationship Id="rId3" Type="http://schemas.openxmlformats.org/officeDocument/2006/relationships/image" Target="../media/image290.png"/><Relationship Id="rId25" Type="http://schemas.openxmlformats.org/officeDocument/2006/relationships/image" Target="../media/image21.png"/><Relationship Id="rId46" Type="http://schemas.openxmlformats.org/officeDocument/2006/relationships/image" Target="../media/image1460.png"/><Relationship Id="rId67" Type="http://schemas.openxmlformats.org/officeDocument/2006/relationships/image" Target="../media/image84.png"/><Relationship Id="rId20" Type="http://schemas.openxmlformats.org/officeDocument/2006/relationships/image" Target="../media/image16.png"/><Relationship Id="rId41" Type="http://schemas.openxmlformats.org/officeDocument/2006/relationships/image" Target="../media/image1410.png"/><Relationship Id="rId62" Type="http://schemas.openxmlformats.org/officeDocument/2006/relationships/image" Target="../media/image81.png"/><Relationship Id="rId83" Type="http://schemas.openxmlformats.org/officeDocument/2006/relationships/image" Target="../media/image102.png"/><Relationship Id="rId88" Type="http://schemas.openxmlformats.org/officeDocument/2006/relationships/image" Target="../media/image107.png"/><Relationship Id="rId111" Type="http://schemas.openxmlformats.org/officeDocument/2006/relationships/image" Target="../media/image172.png"/></Relationships>
</file>

<file path=ppt/slides/_rels/slide4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.png"/><Relationship Id="rId21" Type="http://schemas.openxmlformats.org/officeDocument/2006/relationships/image" Target="../media/image17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63" Type="http://schemas.openxmlformats.org/officeDocument/2006/relationships/image" Target="../media/image61.png"/><Relationship Id="rId68" Type="http://schemas.openxmlformats.org/officeDocument/2006/relationships/image" Target="../media/image66.png"/><Relationship Id="rId84" Type="http://schemas.openxmlformats.org/officeDocument/2006/relationships/image" Target="../media/image82.png"/><Relationship Id="rId89" Type="http://schemas.openxmlformats.org/officeDocument/2006/relationships/image" Target="../media/image87.png"/><Relationship Id="rId112" Type="http://schemas.openxmlformats.org/officeDocument/2006/relationships/image" Target="../media/image110.png"/><Relationship Id="rId16" Type="http://schemas.openxmlformats.org/officeDocument/2006/relationships/image" Target="../media/image12.png"/><Relationship Id="rId107" Type="http://schemas.openxmlformats.org/officeDocument/2006/relationships/image" Target="../media/image105.png"/><Relationship Id="rId11" Type="http://schemas.openxmlformats.org/officeDocument/2006/relationships/image" Target="../media/image7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53" Type="http://schemas.openxmlformats.org/officeDocument/2006/relationships/image" Target="../media/image51.png"/><Relationship Id="rId58" Type="http://schemas.openxmlformats.org/officeDocument/2006/relationships/image" Target="../media/image56.png"/><Relationship Id="rId74" Type="http://schemas.openxmlformats.org/officeDocument/2006/relationships/image" Target="../media/image72.png"/><Relationship Id="rId79" Type="http://schemas.openxmlformats.org/officeDocument/2006/relationships/image" Target="../media/image77.png"/><Relationship Id="rId102" Type="http://schemas.openxmlformats.org/officeDocument/2006/relationships/image" Target="../media/image100.png"/><Relationship Id="rId123" Type="http://schemas.openxmlformats.org/officeDocument/2006/relationships/image" Target="../media/image121.png"/><Relationship Id="rId128" Type="http://schemas.openxmlformats.org/officeDocument/2006/relationships/image" Target="../media/image126.png"/><Relationship Id="rId5" Type="http://schemas.openxmlformats.org/officeDocument/2006/relationships/image" Target="../media/image1690.png"/><Relationship Id="rId90" Type="http://schemas.openxmlformats.org/officeDocument/2006/relationships/image" Target="../media/image88.png"/><Relationship Id="rId95" Type="http://schemas.openxmlformats.org/officeDocument/2006/relationships/image" Target="../media/image93.png"/><Relationship Id="rId22" Type="http://schemas.openxmlformats.org/officeDocument/2006/relationships/image" Target="../media/image18.png"/><Relationship Id="rId27" Type="http://schemas.openxmlformats.org/officeDocument/2006/relationships/image" Target="../media/image24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64" Type="http://schemas.openxmlformats.org/officeDocument/2006/relationships/image" Target="../media/image62.png"/><Relationship Id="rId69" Type="http://schemas.openxmlformats.org/officeDocument/2006/relationships/image" Target="../media/image67.png"/><Relationship Id="rId113" Type="http://schemas.openxmlformats.org/officeDocument/2006/relationships/image" Target="../media/image111.png"/><Relationship Id="rId118" Type="http://schemas.openxmlformats.org/officeDocument/2006/relationships/image" Target="../media/image116.png"/><Relationship Id="rId80" Type="http://schemas.openxmlformats.org/officeDocument/2006/relationships/image" Target="../media/image78.png"/><Relationship Id="rId85" Type="http://schemas.openxmlformats.org/officeDocument/2006/relationships/image" Target="../media/image83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59" Type="http://schemas.openxmlformats.org/officeDocument/2006/relationships/image" Target="../media/image57.png"/><Relationship Id="rId103" Type="http://schemas.openxmlformats.org/officeDocument/2006/relationships/image" Target="../media/image101.png"/><Relationship Id="rId108" Type="http://schemas.openxmlformats.org/officeDocument/2006/relationships/image" Target="../media/image106.png"/><Relationship Id="rId124" Type="http://schemas.openxmlformats.org/officeDocument/2006/relationships/image" Target="../media/image122.png"/><Relationship Id="rId129" Type="http://schemas.openxmlformats.org/officeDocument/2006/relationships/image" Target="../media/image127.png"/><Relationship Id="rId54" Type="http://schemas.openxmlformats.org/officeDocument/2006/relationships/image" Target="../media/image52.png"/><Relationship Id="rId70" Type="http://schemas.openxmlformats.org/officeDocument/2006/relationships/image" Target="../media/image68.png"/><Relationship Id="rId75" Type="http://schemas.openxmlformats.org/officeDocument/2006/relationships/image" Target="../media/image73.png"/><Relationship Id="rId91" Type="http://schemas.openxmlformats.org/officeDocument/2006/relationships/image" Target="../media/image89.png"/><Relationship Id="rId96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0.png"/><Relationship Id="rId23" Type="http://schemas.openxmlformats.org/officeDocument/2006/relationships/image" Target="../media/image19.png"/><Relationship Id="rId28" Type="http://schemas.openxmlformats.org/officeDocument/2006/relationships/image" Target="../media/image25.png"/><Relationship Id="rId49" Type="http://schemas.openxmlformats.org/officeDocument/2006/relationships/image" Target="../media/image47.png"/><Relationship Id="rId114" Type="http://schemas.openxmlformats.org/officeDocument/2006/relationships/image" Target="../media/image112.png"/><Relationship Id="rId119" Type="http://schemas.openxmlformats.org/officeDocument/2006/relationships/image" Target="../media/image117.png"/><Relationship Id="rId44" Type="http://schemas.openxmlformats.org/officeDocument/2006/relationships/image" Target="../media/image42.png"/><Relationship Id="rId60" Type="http://schemas.openxmlformats.org/officeDocument/2006/relationships/image" Target="../media/image58.png"/><Relationship Id="rId65" Type="http://schemas.openxmlformats.org/officeDocument/2006/relationships/image" Target="../media/image63.png"/><Relationship Id="rId81" Type="http://schemas.openxmlformats.org/officeDocument/2006/relationships/image" Target="../media/image79.png"/><Relationship Id="rId86" Type="http://schemas.openxmlformats.org/officeDocument/2006/relationships/image" Target="../media/image84.png"/><Relationship Id="rId130" Type="http://schemas.openxmlformats.org/officeDocument/2006/relationships/image" Target="../media/image128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9" Type="http://schemas.openxmlformats.org/officeDocument/2006/relationships/image" Target="../media/image37.png"/><Relationship Id="rId109" Type="http://schemas.openxmlformats.org/officeDocument/2006/relationships/image" Target="../media/image107.png"/><Relationship Id="rId34" Type="http://schemas.openxmlformats.org/officeDocument/2006/relationships/image" Target="../media/image32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6" Type="http://schemas.openxmlformats.org/officeDocument/2006/relationships/image" Target="../media/image74.png"/><Relationship Id="rId97" Type="http://schemas.openxmlformats.org/officeDocument/2006/relationships/image" Target="../media/image95.png"/><Relationship Id="rId104" Type="http://schemas.openxmlformats.org/officeDocument/2006/relationships/image" Target="../media/image102.png"/><Relationship Id="rId120" Type="http://schemas.openxmlformats.org/officeDocument/2006/relationships/image" Target="../media/image118.png"/><Relationship Id="rId125" Type="http://schemas.openxmlformats.org/officeDocument/2006/relationships/image" Target="../media/image123.png"/><Relationship Id="rId7" Type="http://schemas.openxmlformats.org/officeDocument/2006/relationships/image" Target="../media/image410.png"/><Relationship Id="rId71" Type="http://schemas.openxmlformats.org/officeDocument/2006/relationships/image" Target="../media/image69.png"/><Relationship Id="rId92" Type="http://schemas.openxmlformats.org/officeDocument/2006/relationships/image" Target="../media/image90.png"/><Relationship Id="rId2" Type="http://schemas.openxmlformats.org/officeDocument/2006/relationships/notesSlide" Target="../notesSlides/notesSlide40.xml"/><Relationship Id="rId29" Type="http://schemas.openxmlformats.org/officeDocument/2006/relationships/image" Target="../media/image26.png"/><Relationship Id="rId24" Type="http://schemas.openxmlformats.org/officeDocument/2006/relationships/image" Target="../media/image20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66" Type="http://schemas.openxmlformats.org/officeDocument/2006/relationships/image" Target="../media/image64.png"/><Relationship Id="rId87" Type="http://schemas.openxmlformats.org/officeDocument/2006/relationships/image" Target="../media/image85.png"/><Relationship Id="rId110" Type="http://schemas.openxmlformats.org/officeDocument/2006/relationships/image" Target="../media/image108.png"/><Relationship Id="rId115" Type="http://schemas.openxmlformats.org/officeDocument/2006/relationships/image" Target="../media/image113.png"/><Relationship Id="rId131" Type="http://schemas.openxmlformats.org/officeDocument/2006/relationships/image" Target="../media/image129.png"/><Relationship Id="rId61" Type="http://schemas.openxmlformats.org/officeDocument/2006/relationships/image" Target="../media/image59.png"/><Relationship Id="rId82" Type="http://schemas.openxmlformats.org/officeDocument/2006/relationships/image" Target="../media/image80.png"/><Relationship Id="rId19" Type="http://schemas.openxmlformats.org/officeDocument/2006/relationships/image" Target="../media/image15.png"/><Relationship Id="rId14" Type="http://schemas.openxmlformats.org/officeDocument/2006/relationships/image" Target="../media/image10.png"/><Relationship Id="rId30" Type="http://schemas.openxmlformats.org/officeDocument/2006/relationships/image" Target="../media/image1730.png"/><Relationship Id="rId35" Type="http://schemas.openxmlformats.org/officeDocument/2006/relationships/image" Target="../media/image33.png"/><Relationship Id="rId56" Type="http://schemas.openxmlformats.org/officeDocument/2006/relationships/image" Target="../media/image54.png"/><Relationship Id="rId77" Type="http://schemas.openxmlformats.org/officeDocument/2006/relationships/image" Target="../media/image75.png"/><Relationship Id="rId100" Type="http://schemas.openxmlformats.org/officeDocument/2006/relationships/image" Target="../media/image98.png"/><Relationship Id="rId105" Type="http://schemas.openxmlformats.org/officeDocument/2006/relationships/image" Target="../media/image103.png"/><Relationship Id="rId126" Type="http://schemas.openxmlformats.org/officeDocument/2006/relationships/image" Target="../media/image124.png"/><Relationship Id="rId8" Type="http://schemas.openxmlformats.org/officeDocument/2006/relationships/image" Target="../media/image1700.png"/><Relationship Id="rId51" Type="http://schemas.openxmlformats.org/officeDocument/2006/relationships/image" Target="../media/image49.png"/><Relationship Id="rId72" Type="http://schemas.openxmlformats.org/officeDocument/2006/relationships/image" Target="../media/image70.png"/><Relationship Id="rId93" Type="http://schemas.openxmlformats.org/officeDocument/2006/relationships/image" Target="../media/image91.png"/><Relationship Id="rId98" Type="http://schemas.openxmlformats.org/officeDocument/2006/relationships/image" Target="../media/image96.png"/><Relationship Id="rId121" Type="http://schemas.openxmlformats.org/officeDocument/2006/relationships/image" Target="../media/image119.png"/><Relationship Id="rId3" Type="http://schemas.openxmlformats.org/officeDocument/2006/relationships/image" Target="../media/image220.png"/><Relationship Id="rId25" Type="http://schemas.openxmlformats.org/officeDocument/2006/relationships/image" Target="../media/image21.png"/><Relationship Id="rId46" Type="http://schemas.openxmlformats.org/officeDocument/2006/relationships/image" Target="../media/image44.png"/><Relationship Id="rId67" Type="http://schemas.openxmlformats.org/officeDocument/2006/relationships/image" Target="../media/image65.png"/><Relationship Id="rId116" Type="http://schemas.openxmlformats.org/officeDocument/2006/relationships/image" Target="../media/image114.png"/><Relationship Id="rId20" Type="http://schemas.openxmlformats.org/officeDocument/2006/relationships/image" Target="../media/image16.png"/><Relationship Id="rId41" Type="http://schemas.openxmlformats.org/officeDocument/2006/relationships/image" Target="../media/image39.png"/><Relationship Id="rId62" Type="http://schemas.openxmlformats.org/officeDocument/2006/relationships/image" Target="../media/image60.png"/><Relationship Id="rId83" Type="http://schemas.openxmlformats.org/officeDocument/2006/relationships/image" Target="../media/image81.png"/><Relationship Id="rId88" Type="http://schemas.openxmlformats.org/officeDocument/2006/relationships/image" Target="../media/image86.png"/><Relationship Id="rId111" Type="http://schemas.openxmlformats.org/officeDocument/2006/relationships/image" Target="../media/image109.png"/><Relationship Id="rId15" Type="http://schemas.openxmlformats.org/officeDocument/2006/relationships/image" Target="../media/image11.png"/><Relationship Id="rId36" Type="http://schemas.openxmlformats.org/officeDocument/2006/relationships/image" Target="../media/image34.png"/><Relationship Id="rId57" Type="http://schemas.openxmlformats.org/officeDocument/2006/relationships/image" Target="../media/image55.png"/><Relationship Id="rId106" Type="http://schemas.openxmlformats.org/officeDocument/2006/relationships/image" Target="../media/image104.png"/><Relationship Id="rId127" Type="http://schemas.openxmlformats.org/officeDocument/2006/relationships/image" Target="../media/image125.png"/><Relationship Id="rId10" Type="http://schemas.openxmlformats.org/officeDocument/2006/relationships/image" Target="../media/image610.png"/><Relationship Id="rId31" Type="http://schemas.openxmlformats.org/officeDocument/2006/relationships/image" Target="../media/image1740.png"/><Relationship Id="rId52" Type="http://schemas.openxmlformats.org/officeDocument/2006/relationships/image" Target="../media/image50.png"/><Relationship Id="rId73" Type="http://schemas.openxmlformats.org/officeDocument/2006/relationships/image" Target="../media/image71.png"/><Relationship Id="rId78" Type="http://schemas.openxmlformats.org/officeDocument/2006/relationships/image" Target="../media/image76.png"/><Relationship Id="rId94" Type="http://schemas.openxmlformats.org/officeDocument/2006/relationships/image" Target="../media/image92.png"/><Relationship Id="rId99" Type="http://schemas.openxmlformats.org/officeDocument/2006/relationships/image" Target="../media/image97.png"/><Relationship Id="rId101" Type="http://schemas.openxmlformats.org/officeDocument/2006/relationships/image" Target="../media/image99.png"/><Relationship Id="rId122" Type="http://schemas.openxmlformats.org/officeDocument/2006/relationships/image" Target="../media/image120.png"/><Relationship Id="rId4" Type="http://schemas.openxmlformats.org/officeDocument/2006/relationships/image" Target="../media/image1300.png"/><Relationship Id="rId9" Type="http://schemas.openxmlformats.org/officeDocument/2006/relationships/image" Target="../media/image1710.png"/><Relationship Id="rId26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.png"/><Relationship Id="rId117" Type="http://schemas.openxmlformats.org/officeDocument/2006/relationships/image" Target="../media/image221.png"/><Relationship Id="rId21" Type="http://schemas.openxmlformats.org/officeDocument/2006/relationships/image" Target="../media/image18.png"/><Relationship Id="rId42" Type="http://schemas.openxmlformats.org/officeDocument/2006/relationships/image" Target="../media/image50.png"/><Relationship Id="rId47" Type="http://schemas.openxmlformats.org/officeDocument/2006/relationships/image" Target="../media/image191.png"/><Relationship Id="rId63" Type="http://schemas.openxmlformats.org/officeDocument/2006/relationships/image" Target="../media/image41.png"/><Relationship Id="rId68" Type="http://schemas.openxmlformats.org/officeDocument/2006/relationships/image" Target="../media/image66.png"/><Relationship Id="rId84" Type="http://schemas.openxmlformats.org/officeDocument/2006/relationships/image" Target="../media/image40.png"/><Relationship Id="rId89" Type="http://schemas.openxmlformats.org/officeDocument/2006/relationships/image" Target="../media/image86.png"/><Relationship Id="rId112" Type="http://schemas.openxmlformats.org/officeDocument/2006/relationships/image" Target="../media/image214.png"/><Relationship Id="rId16" Type="http://schemas.openxmlformats.org/officeDocument/2006/relationships/image" Target="../media/image13.png"/><Relationship Id="rId107" Type="http://schemas.openxmlformats.org/officeDocument/2006/relationships/image" Target="../media/image209.png"/><Relationship Id="rId11" Type="http://schemas.openxmlformats.org/officeDocument/2006/relationships/image" Target="../media/image8.png"/><Relationship Id="rId32" Type="http://schemas.openxmlformats.org/officeDocument/2006/relationships/image" Target="../media/image178.png"/><Relationship Id="rId37" Type="http://schemas.openxmlformats.org/officeDocument/2006/relationships/image" Target="../media/image183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74" Type="http://schemas.openxmlformats.org/officeDocument/2006/relationships/image" Target="../media/image33.png"/><Relationship Id="rId79" Type="http://schemas.openxmlformats.org/officeDocument/2006/relationships/image" Target="../media/image77.png"/><Relationship Id="rId102" Type="http://schemas.openxmlformats.org/officeDocument/2006/relationships/image" Target="../media/image1420.png"/><Relationship Id="rId5" Type="http://schemas.openxmlformats.org/officeDocument/2006/relationships/image" Target="../media/image310.png"/><Relationship Id="rId90" Type="http://schemas.openxmlformats.org/officeDocument/2006/relationships/image" Target="../media/image87.png"/><Relationship Id="rId95" Type="http://schemas.openxmlformats.org/officeDocument/2006/relationships/image" Target="../media/image198.png"/><Relationship Id="rId22" Type="http://schemas.openxmlformats.org/officeDocument/2006/relationships/image" Target="../media/image19.png"/><Relationship Id="rId27" Type="http://schemas.openxmlformats.org/officeDocument/2006/relationships/image" Target="../media/image25.png"/><Relationship Id="rId43" Type="http://schemas.openxmlformats.org/officeDocument/2006/relationships/image" Target="../media/image187.png"/><Relationship Id="rId48" Type="http://schemas.openxmlformats.org/officeDocument/2006/relationships/image" Target="../media/image192.png"/><Relationship Id="rId64" Type="http://schemas.openxmlformats.org/officeDocument/2006/relationships/image" Target="../media/image62.png"/><Relationship Id="rId69" Type="http://schemas.openxmlformats.org/officeDocument/2006/relationships/image" Target="../media/image67.png"/><Relationship Id="rId113" Type="http://schemas.openxmlformats.org/officeDocument/2006/relationships/image" Target="../media/image215.png"/><Relationship Id="rId118" Type="http://schemas.openxmlformats.org/officeDocument/2006/relationships/image" Target="../media/image222.png"/><Relationship Id="rId80" Type="http://schemas.openxmlformats.org/officeDocument/2006/relationships/image" Target="../media/image78.png"/><Relationship Id="rId85" Type="http://schemas.openxmlformats.org/officeDocument/2006/relationships/image" Target="../media/image82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33" Type="http://schemas.openxmlformats.org/officeDocument/2006/relationships/image" Target="../media/image179.png"/><Relationship Id="rId38" Type="http://schemas.openxmlformats.org/officeDocument/2006/relationships/image" Target="../media/image184.png"/><Relationship Id="rId59" Type="http://schemas.openxmlformats.org/officeDocument/2006/relationships/image" Target="../media/image58.png"/><Relationship Id="rId103" Type="http://schemas.openxmlformats.org/officeDocument/2006/relationships/image" Target="../media/image205.png"/><Relationship Id="rId108" Type="http://schemas.openxmlformats.org/officeDocument/2006/relationships/image" Target="../media/image210.png"/><Relationship Id="rId54" Type="http://schemas.openxmlformats.org/officeDocument/2006/relationships/image" Target="../media/image53.png"/><Relationship Id="rId70" Type="http://schemas.openxmlformats.org/officeDocument/2006/relationships/image" Target="../media/image68.png"/><Relationship Id="rId75" Type="http://schemas.openxmlformats.org/officeDocument/2006/relationships/image" Target="../media/image72.png"/><Relationship Id="rId91" Type="http://schemas.openxmlformats.org/officeDocument/2006/relationships/image" Target="../media/image88.png"/><Relationship Id="rId96" Type="http://schemas.openxmlformats.org/officeDocument/2006/relationships/image" Target="../media/image19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0.png"/><Relationship Id="rId23" Type="http://schemas.openxmlformats.org/officeDocument/2006/relationships/image" Target="../media/image20.png"/><Relationship Id="rId28" Type="http://schemas.openxmlformats.org/officeDocument/2006/relationships/image" Target="../media/image26.png"/><Relationship Id="rId49" Type="http://schemas.openxmlformats.org/officeDocument/2006/relationships/image" Target="../media/image193.png"/><Relationship Id="rId114" Type="http://schemas.openxmlformats.org/officeDocument/2006/relationships/image" Target="../media/image216.png"/><Relationship Id="rId119" Type="http://schemas.openxmlformats.org/officeDocument/2006/relationships/image" Target="../media/image223.png"/><Relationship Id="rId10" Type="http://schemas.openxmlformats.org/officeDocument/2006/relationships/image" Target="../media/image7.png"/><Relationship Id="rId31" Type="http://schemas.openxmlformats.org/officeDocument/2006/relationships/image" Target="../media/image1770.png"/><Relationship Id="rId44" Type="http://schemas.openxmlformats.org/officeDocument/2006/relationships/image" Target="../media/image188.png"/><Relationship Id="rId52" Type="http://schemas.openxmlformats.org/officeDocument/2006/relationships/image" Target="../media/image196.png"/><Relationship Id="rId60" Type="http://schemas.openxmlformats.org/officeDocument/2006/relationships/image" Target="../media/image59.png"/><Relationship Id="rId65" Type="http://schemas.openxmlformats.org/officeDocument/2006/relationships/image" Target="../media/image63.png"/><Relationship Id="rId73" Type="http://schemas.openxmlformats.org/officeDocument/2006/relationships/image" Target="../media/image71.png"/><Relationship Id="rId78" Type="http://schemas.openxmlformats.org/officeDocument/2006/relationships/image" Target="../media/image76.png"/><Relationship Id="rId81" Type="http://schemas.openxmlformats.org/officeDocument/2006/relationships/image" Target="../media/image79.png"/><Relationship Id="rId86" Type="http://schemas.openxmlformats.org/officeDocument/2006/relationships/image" Target="../media/image83.png"/><Relationship Id="rId94" Type="http://schemas.openxmlformats.org/officeDocument/2006/relationships/image" Target="../media/image197.png"/><Relationship Id="rId99" Type="http://schemas.openxmlformats.org/officeDocument/2006/relationships/image" Target="../media/image202.png"/><Relationship Id="rId101" Type="http://schemas.openxmlformats.org/officeDocument/2006/relationships/image" Target="../media/image204.png"/><Relationship Id="rId4" Type="http://schemas.openxmlformats.org/officeDocument/2006/relationships/image" Target="../media/image1300.png"/><Relationship Id="rId9" Type="http://schemas.openxmlformats.org/officeDocument/2006/relationships/image" Target="../media/image610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9" Type="http://schemas.openxmlformats.org/officeDocument/2006/relationships/image" Target="../media/image185.png"/><Relationship Id="rId109" Type="http://schemas.openxmlformats.org/officeDocument/2006/relationships/image" Target="../media/image211.png"/><Relationship Id="rId34" Type="http://schemas.openxmlformats.org/officeDocument/2006/relationships/image" Target="../media/image180.png"/><Relationship Id="rId50" Type="http://schemas.openxmlformats.org/officeDocument/2006/relationships/image" Target="../media/image194.png"/><Relationship Id="rId55" Type="http://schemas.openxmlformats.org/officeDocument/2006/relationships/image" Target="../media/image54.png"/><Relationship Id="rId76" Type="http://schemas.openxmlformats.org/officeDocument/2006/relationships/image" Target="../media/image73.png"/><Relationship Id="rId97" Type="http://schemas.openxmlformats.org/officeDocument/2006/relationships/image" Target="../media/image200.png"/><Relationship Id="rId104" Type="http://schemas.openxmlformats.org/officeDocument/2006/relationships/image" Target="../media/image206.png"/><Relationship Id="rId7" Type="http://schemas.openxmlformats.org/officeDocument/2006/relationships/image" Target="../media/image177.png"/><Relationship Id="rId71" Type="http://schemas.openxmlformats.org/officeDocument/2006/relationships/image" Target="../media/image69.png"/><Relationship Id="rId92" Type="http://schemas.openxmlformats.org/officeDocument/2006/relationships/image" Target="../media/image89.png"/><Relationship Id="rId2" Type="http://schemas.openxmlformats.org/officeDocument/2006/relationships/notesSlide" Target="../notesSlides/notesSlide41.xml"/><Relationship Id="rId29" Type="http://schemas.openxmlformats.org/officeDocument/2006/relationships/image" Target="../media/image1730.png"/><Relationship Id="rId24" Type="http://schemas.openxmlformats.org/officeDocument/2006/relationships/image" Target="../media/image21.png"/><Relationship Id="rId40" Type="http://schemas.openxmlformats.org/officeDocument/2006/relationships/image" Target="../media/image186.png"/><Relationship Id="rId45" Type="http://schemas.openxmlformats.org/officeDocument/2006/relationships/image" Target="../media/image189.png"/><Relationship Id="rId66" Type="http://schemas.openxmlformats.org/officeDocument/2006/relationships/image" Target="../media/image64.png"/><Relationship Id="rId87" Type="http://schemas.openxmlformats.org/officeDocument/2006/relationships/image" Target="../media/image84.png"/><Relationship Id="rId110" Type="http://schemas.openxmlformats.org/officeDocument/2006/relationships/image" Target="../media/image212.png"/><Relationship Id="rId115" Type="http://schemas.openxmlformats.org/officeDocument/2006/relationships/image" Target="../media/image218.png"/><Relationship Id="rId61" Type="http://schemas.openxmlformats.org/officeDocument/2006/relationships/image" Target="../media/image60.png"/><Relationship Id="rId82" Type="http://schemas.openxmlformats.org/officeDocument/2006/relationships/image" Target="../media/image80.png"/><Relationship Id="rId19" Type="http://schemas.openxmlformats.org/officeDocument/2006/relationships/image" Target="../media/image16.png"/><Relationship Id="rId14" Type="http://schemas.openxmlformats.org/officeDocument/2006/relationships/image" Target="../media/image11.png"/><Relationship Id="rId30" Type="http://schemas.openxmlformats.org/officeDocument/2006/relationships/image" Target="../media/image1760.png"/><Relationship Id="rId35" Type="http://schemas.openxmlformats.org/officeDocument/2006/relationships/image" Target="../media/image181.png"/><Relationship Id="rId56" Type="http://schemas.openxmlformats.org/officeDocument/2006/relationships/image" Target="../media/image55.png"/><Relationship Id="rId77" Type="http://schemas.openxmlformats.org/officeDocument/2006/relationships/image" Target="../media/image74.png"/><Relationship Id="rId100" Type="http://schemas.openxmlformats.org/officeDocument/2006/relationships/image" Target="../media/image203.png"/><Relationship Id="rId105" Type="http://schemas.openxmlformats.org/officeDocument/2006/relationships/image" Target="../media/image207.png"/><Relationship Id="rId8" Type="http://schemas.openxmlformats.org/officeDocument/2006/relationships/image" Target="../media/image1710.png"/><Relationship Id="rId51" Type="http://schemas.openxmlformats.org/officeDocument/2006/relationships/image" Target="../media/image195.png"/><Relationship Id="rId72" Type="http://schemas.openxmlformats.org/officeDocument/2006/relationships/image" Target="../media/image70.png"/><Relationship Id="rId93" Type="http://schemas.openxmlformats.org/officeDocument/2006/relationships/image" Target="../media/image90.png"/><Relationship Id="rId98" Type="http://schemas.openxmlformats.org/officeDocument/2006/relationships/image" Target="../media/image201.png"/><Relationship Id="rId3" Type="http://schemas.openxmlformats.org/officeDocument/2006/relationships/image" Target="../media/image220.png"/><Relationship Id="rId25" Type="http://schemas.openxmlformats.org/officeDocument/2006/relationships/image" Target="../media/image23.png"/><Relationship Id="rId46" Type="http://schemas.openxmlformats.org/officeDocument/2006/relationships/image" Target="../media/image190.png"/><Relationship Id="rId67" Type="http://schemas.openxmlformats.org/officeDocument/2006/relationships/image" Target="../media/image65.png"/><Relationship Id="rId116" Type="http://schemas.openxmlformats.org/officeDocument/2006/relationships/image" Target="../media/image219.png"/><Relationship Id="rId20" Type="http://schemas.openxmlformats.org/officeDocument/2006/relationships/image" Target="../media/image17.png"/><Relationship Id="rId41" Type="http://schemas.openxmlformats.org/officeDocument/2006/relationships/image" Target="../media/image75.png"/><Relationship Id="rId62" Type="http://schemas.openxmlformats.org/officeDocument/2006/relationships/image" Target="../media/image61.png"/><Relationship Id="rId83" Type="http://schemas.openxmlformats.org/officeDocument/2006/relationships/image" Target="../media/image81.png"/><Relationship Id="rId88" Type="http://schemas.openxmlformats.org/officeDocument/2006/relationships/image" Target="../media/image85.png"/><Relationship Id="rId111" Type="http://schemas.openxmlformats.org/officeDocument/2006/relationships/image" Target="../media/image213.png"/><Relationship Id="rId15" Type="http://schemas.openxmlformats.org/officeDocument/2006/relationships/image" Target="../media/image12.png"/><Relationship Id="rId36" Type="http://schemas.openxmlformats.org/officeDocument/2006/relationships/image" Target="../media/image182.png"/><Relationship Id="rId57" Type="http://schemas.openxmlformats.org/officeDocument/2006/relationships/image" Target="../media/image56.png"/><Relationship Id="rId106" Type="http://schemas.openxmlformats.org/officeDocument/2006/relationships/image" Target="../media/image20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A8586-2C99-B2B4-C9A8-41BE73643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A66C3DA-FB33-2567-26C1-59ECED3A0533}"/>
              </a:ext>
            </a:extLst>
          </p:cNvPr>
          <p:cNvSpPr/>
          <p:nvPr/>
        </p:nvSpPr>
        <p:spPr>
          <a:xfrm>
            <a:off x="14873143" y="9902368"/>
            <a:ext cx="3649037" cy="36490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F9EACCB-E04B-B178-C364-EEA8F211F57D}"/>
                  </a:ext>
                </a:extLst>
              </p:cNvPr>
              <p:cNvSpPr txBox="1"/>
              <p:nvPr/>
            </p:nvSpPr>
            <p:spPr>
              <a:xfrm>
                <a:off x="16105896" y="11465899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F9EACCB-E04B-B178-C364-EEA8F211F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5896" y="11465899"/>
                <a:ext cx="1945341" cy="566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3" name="Rectangle 292">
            <a:extLst>
              <a:ext uri="{FF2B5EF4-FFF2-40B4-BE49-F238E27FC236}">
                <a16:creationId xmlns:a16="http://schemas.microsoft.com/office/drawing/2014/main" id="{E6E55F95-C46B-D143-54E6-D06C62B53A81}"/>
              </a:ext>
            </a:extLst>
          </p:cNvPr>
          <p:cNvSpPr/>
          <p:nvPr/>
        </p:nvSpPr>
        <p:spPr>
          <a:xfrm>
            <a:off x="7540894" y="17231955"/>
            <a:ext cx="3649037" cy="36490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40DDCDFE-D12B-4C80-C238-0E638B98F2DB}"/>
                  </a:ext>
                </a:extLst>
              </p:cNvPr>
              <p:cNvSpPr txBox="1"/>
              <p:nvPr/>
            </p:nvSpPr>
            <p:spPr>
              <a:xfrm>
                <a:off x="8773647" y="18795486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40DDCDFE-D12B-4C80-C238-0E638B98F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3647" y="18795486"/>
                <a:ext cx="1945341" cy="5661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A078ED4A-17C3-B6FE-CFE5-1BB77EEBDFA9}"/>
              </a:ext>
            </a:extLst>
          </p:cNvPr>
          <p:cNvSpPr/>
          <p:nvPr/>
        </p:nvSpPr>
        <p:spPr>
          <a:xfrm>
            <a:off x="3850733" y="24562214"/>
            <a:ext cx="3652800" cy="3652800"/>
          </a:xfrm>
          <a:prstGeom prst="rect">
            <a:avLst/>
          </a:prstGeom>
          <a:pattFill prst="pct40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B3539C-9EEE-9E36-58B5-780AB14949D7}"/>
              </a:ext>
            </a:extLst>
          </p:cNvPr>
          <p:cNvSpPr/>
          <p:nvPr/>
        </p:nvSpPr>
        <p:spPr>
          <a:xfrm>
            <a:off x="3854497" y="20887345"/>
            <a:ext cx="3649037" cy="3649037"/>
          </a:xfrm>
          <a:prstGeom prst="rect">
            <a:avLst/>
          </a:prstGeom>
          <a:pattFill prst="pct4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D5D698-3E76-3F53-D3F9-1908389B8FAC}"/>
              </a:ext>
            </a:extLst>
          </p:cNvPr>
          <p:cNvSpPr/>
          <p:nvPr/>
        </p:nvSpPr>
        <p:spPr>
          <a:xfrm>
            <a:off x="38544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A6F6F3B-7050-8CC6-ACC0-6CA97C6FA625}"/>
              </a:ext>
            </a:extLst>
          </p:cNvPr>
          <p:cNvGrpSpPr/>
          <p:nvPr/>
        </p:nvGrpSpPr>
        <p:grpSpPr>
          <a:xfrm>
            <a:off x="4204215" y="21231446"/>
            <a:ext cx="3027141" cy="2995860"/>
            <a:chOff x="1386039" y="1479887"/>
            <a:chExt cx="3027141" cy="299586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0BF7A2D-6C83-4C51-2F30-68191FBF123B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9677C33-2CB7-DF3D-3C5D-65A2105EB2C7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8B1A06A-101F-6CE9-A972-FCB161DD3C89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F671468-E996-EB87-4871-E0C56280E64D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0D16757-58C1-5152-809D-D4B1A99FAD8A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1F44C1-9E43-2F53-D6E1-80B6B328112A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D1C7502-DF1B-5A80-B0BF-FBB7DAE9EE03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FD791F7-89FF-E7C7-4376-0A094B90EEF7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26BB790-B170-110F-AD8A-711771FECC7C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439F536-0F4E-3FBE-B334-661A6092EF3A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27F33DF-8EE0-62FE-F1DD-44E3A495BE65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E399C0D-4548-2F72-E6C7-4D28ACBCC35C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DB7347D-7DC0-0ED9-0C0E-610D6832A6E4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F375022-EAF0-B443-283D-30C8F197557A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8029ACA-D7BB-34F7-97E2-1840C55E498C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F0FB53B-0BC5-3BBD-EAA2-108411B1CA04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4F1D6125-8C12-D08F-861D-BD76FB3FC182}"/>
              </a:ext>
            </a:extLst>
          </p:cNvPr>
          <p:cNvSpPr/>
          <p:nvPr/>
        </p:nvSpPr>
        <p:spPr>
          <a:xfrm>
            <a:off x="38532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B05C73C-FE75-2885-CA8C-178C796ADD2B}"/>
              </a:ext>
            </a:extLst>
          </p:cNvPr>
          <p:cNvGrpSpPr/>
          <p:nvPr/>
        </p:nvGrpSpPr>
        <p:grpSpPr>
          <a:xfrm>
            <a:off x="4202954" y="24886836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3C1ECC5-340B-747C-B257-B07ED4EB8D64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1FF3A9B-9D99-E035-3D64-F02A051EA5E2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CA647F1C-A48D-21D4-2585-74A1B6E759D9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140E76E-BD4A-6604-F6AD-7E1E49628913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9C755D2-08B3-6827-3FA5-9F4A9CE21AA6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AE05522-2371-4E1F-BD1D-05710683D22B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FE43EED-D30E-A556-1BDF-8F974FD9D750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AB3CF95-960A-898C-4D2F-6E55336AC088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864CE07-5DE3-CC84-8ECE-6D11F7244751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82AE231-92A4-902A-2F1B-675415338955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8C2E2751-5BCE-9792-C996-7286B51813F1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6C8D0CA-9457-48B1-E31C-B1DB0428F8CD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10CB1B6-4670-60E3-C0CF-9911FDED51AC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C1040E2D-0BC5-720B-A422-49F60F4B85CA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557239B-C4BB-D619-338D-37A616A46F25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62EA6BD-B35E-17AD-C0EC-87A47184F581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A18154B-F9C8-63F3-DED4-E1893A779612}"/>
                  </a:ext>
                </a:extLst>
              </p:cNvPr>
              <p:cNvSpPr txBox="1"/>
              <p:nvPr/>
            </p:nvSpPr>
            <p:spPr>
              <a:xfrm>
                <a:off x="5037265" y="26065862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A18154B-F9C8-63F3-DED4-E1893A779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265" y="26065862"/>
                <a:ext cx="1945341" cy="5661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7" name="Oval 256">
            <a:extLst>
              <a:ext uri="{FF2B5EF4-FFF2-40B4-BE49-F238E27FC236}">
                <a16:creationId xmlns:a16="http://schemas.microsoft.com/office/drawing/2014/main" id="{9456D259-1412-BEC3-41E6-34818664522E}"/>
              </a:ext>
            </a:extLst>
          </p:cNvPr>
          <p:cNvSpPr/>
          <p:nvPr/>
        </p:nvSpPr>
        <p:spPr>
          <a:xfrm>
            <a:off x="15130496" y="2344248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BD7870EF-0C89-8A72-0A70-6A7481D9ADF2}"/>
              </a:ext>
            </a:extLst>
          </p:cNvPr>
          <p:cNvSpPr txBox="1"/>
          <p:nvPr/>
        </p:nvSpPr>
        <p:spPr>
          <a:xfrm>
            <a:off x="15367113" y="23620545"/>
            <a:ext cx="635110" cy="566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SP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60671496-1526-A47E-8393-4A545310BA73}"/>
              </a:ext>
            </a:extLst>
          </p:cNvPr>
          <p:cNvSpPr/>
          <p:nvPr/>
        </p:nvSpPr>
        <p:spPr>
          <a:xfrm>
            <a:off x="6934808" y="13067851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6D4B17E5-2B1F-199D-10DD-1DCE7981C9EE}"/>
              </a:ext>
            </a:extLst>
          </p:cNvPr>
          <p:cNvSpPr txBox="1"/>
          <p:nvPr/>
        </p:nvSpPr>
        <p:spPr>
          <a:xfrm>
            <a:off x="7171426" y="13245914"/>
            <a:ext cx="691215" cy="566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5D256C3D-972B-4B97-E4CE-A4644CD20649}"/>
                  </a:ext>
                </a:extLst>
              </p:cNvPr>
              <p:cNvSpPr txBox="1"/>
              <p:nvPr/>
            </p:nvSpPr>
            <p:spPr>
              <a:xfrm>
                <a:off x="5087250" y="22450876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5D256C3D-972B-4B97-E4CE-A4644CD20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250" y="22450876"/>
                <a:ext cx="1945341" cy="5661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2" name="Rectangle 291">
            <a:extLst>
              <a:ext uri="{FF2B5EF4-FFF2-40B4-BE49-F238E27FC236}">
                <a16:creationId xmlns:a16="http://schemas.microsoft.com/office/drawing/2014/main" id="{0FC08385-6613-E404-C603-87234F646D3B}"/>
              </a:ext>
            </a:extLst>
          </p:cNvPr>
          <p:cNvSpPr/>
          <p:nvPr/>
        </p:nvSpPr>
        <p:spPr>
          <a:xfrm>
            <a:off x="7537130" y="20906824"/>
            <a:ext cx="3652800" cy="3652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67DA4AC7-EE56-CF56-C6B3-2FCAE7FAE865}"/>
              </a:ext>
            </a:extLst>
          </p:cNvPr>
          <p:cNvSpPr/>
          <p:nvPr/>
        </p:nvSpPr>
        <p:spPr>
          <a:xfrm>
            <a:off x="75408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3452FE33-40CB-334C-7D6C-4856C86F632B}"/>
              </a:ext>
            </a:extLst>
          </p:cNvPr>
          <p:cNvGrpSpPr/>
          <p:nvPr/>
        </p:nvGrpSpPr>
        <p:grpSpPr>
          <a:xfrm>
            <a:off x="7890612" y="17576056"/>
            <a:ext cx="3027141" cy="2995860"/>
            <a:chOff x="1386039" y="1479887"/>
            <a:chExt cx="3027141" cy="2995860"/>
          </a:xfrm>
        </p:grpSpPr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8A7A77DF-F657-F3A5-4569-7F633F75057F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CC186301-9B06-151F-F161-7B198017E87D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2106D967-ED80-F9D4-8946-B97ECAAD1457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95B18A9B-281E-C5E5-03C7-6CF2FCA72DD9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04AFD06D-74EA-83C7-AB02-E66C6BF35590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Oval 300">
              <a:extLst>
                <a:ext uri="{FF2B5EF4-FFF2-40B4-BE49-F238E27FC236}">
                  <a16:creationId xmlns:a16="http://schemas.microsoft.com/office/drawing/2014/main" id="{CA32E965-DB48-4B47-BC68-55E9301950A4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33D3512E-25D8-502C-617D-B46833633808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61695F4E-66B8-82F4-E422-1A2518C3F693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AA433F48-D76B-420E-4B4B-ED9071D9DF75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6A575DE9-0A49-3480-6773-5707C5811282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CB1CCA50-9216-0A84-47CC-521F88BE3A18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2E26E09C-621A-5F37-9618-BA8BBF78AD47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6AD34A14-8C14-F1AD-2225-F6015EFB3637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B039EDA0-C9AB-43AF-1A0D-077206E17728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C0E75D02-498F-A4AC-7AE8-76B1F1DC30CA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5E7D8375-F880-206D-1D4C-3524DB688413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2" name="Rectangle 311">
            <a:extLst>
              <a:ext uri="{FF2B5EF4-FFF2-40B4-BE49-F238E27FC236}">
                <a16:creationId xmlns:a16="http://schemas.microsoft.com/office/drawing/2014/main" id="{155D0182-5ECC-3DA3-E2E9-80076C8D97C0}"/>
              </a:ext>
            </a:extLst>
          </p:cNvPr>
          <p:cNvSpPr/>
          <p:nvPr/>
        </p:nvSpPr>
        <p:spPr>
          <a:xfrm>
            <a:off x="75396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C54233ED-D445-A84B-CF4A-B7ADC56CA1C5}"/>
              </a:ext>
            </a:extLst>
          </p:cNvPr>
          <p:cNvGrpSpPr/>
          <p:nvPr/>
        </p:nvGrpSpPr>
        <p:grpSpPr>
          <a:xfrm>
            <a:off x="7889351" y="21231446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7D662256-F0A5-353F-F356-D3B390F47F4B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BF3933B1-A172-3D3E-7DE4-10A9789FF849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69173A62-0609-23D2-69E5-3D54045A4C56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ABF10E3A-50B4-4FC6-299B-1A12E1B06044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44B42BE2-271D-FBA1-5053-299A4FCA9E8E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Oval 318">
              <a:extLst>
                <a:ext uri="{FF2B5EF4-FFF2-40B4-BE49-F238E27FC236}">
                  <a16:creationId xmlns:a16="http://schemas.microsoft.com/office/drawing/2014/main" id="{2A46F175-751A-69EA-EF47-75B180D0E561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FCFBF5CD-5AA6-18EA-7ABD-624C886457E8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0C2EFC04-FA40-02C9-E6FC-715581D60627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5490527E-812D-32E2-D3C3-F936C5EC89CB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C128F0E8-0713-1C47-2132-808EF2AB34A3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95E45552-2FDB-6531-E772-B6B927EAE237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FFC03F05-9B87-3B48-6E0B-91B6A458FEAA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5534B068-0D70-46E3-532C-E9A5CE9CFC84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178BF9C7-9C1E-4DE7-A9FB-699A6377EF70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246352D3-9F82-FD59-FF6C-728008824A76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01B3B10B-1DC3-1560-12F2-4E6CCC22B988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1A6AC2A3-531C-6E6F-5944-C3864A203BAD}"/>
                  </a:ext>
                </a:extLst>
              </p:cNvPr>
              <p:cNvSpPr txBox="1"/>
              <p:nvPr/>
            </p:nvSpPr>
            <p:spPr>
              <a:xfrm>
                <a:off x="9019084" y="22429393"/>
                <a:ext cx="1256819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1A6AC2A3-531C-6E6F-5944-C3864A203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084" y="22429393"/>
                <a:ext cx="1256819" cy="5661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4" name="Group 353">
            <a:extLst>
              <a:ext uri="{FF2B5EF4-FFF2-40B4-BE49-F238E27FC236}">
                <a16:creationId xmlns:a16="http://schemas.microsoft.com/office/drawing/2014/main" id="{8F322630-628C-58B2-611E-D91885BBD0C9}"/>
              </a:ext>
            </a:extLst>
          </p:cNvPr>
          <p:cNvGrpSpPr/>
          <p:nvPr/>
        </p:nvGrpSpPr>
        <p:grpSpPr>
          <a:xfrm>
            <a:off x="7565324" y="17239655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5" name="TextBox 354">
                  <a:extLst>
                    <a:ext uri="{FF2B5EF4-FFF2-40B4-BE49-F238E27FC236}">
                      <a16:creationId xmlns:a16="http://schemas.microsoft.com/office/drawing/2014/main" id="{5BEB2609-F6C7-7B2E-1409-BB5FDD292171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5" name="TextBox 354">
                  <a:extLst>
                    <a:ext uri="{FF2B5EF4-FFF2-40B4-BE49-F238E27FC236}">
                      <a16:creationId xmlns:a16="http://schemas.microsoft.com/office/drawing/2014/main" id="{4C7B5F18-8E3A-BE2D-205A-F3D47BF9C6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29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6" name="TextBox 355">
                  <a:extLst>
                    <a:ext uri="{FF2B5EF4-FFF2-40B4-BE49-F238E27FC236}">
                      <a16:creationId xmlns:a16="http://schemas.microsoft.com/office/drawing/2014/main" id="{AE8E2BA4-03EB-6FBC-C33E-12C4C6634C9F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6" name="TextBox 355">
                  <a:extLst>
                    <a:ext uri="{FF2B5EF4-FFF2-40B4-BE49-F238E27FC236}">
                      <a16:creationId xmlns:a16="http://schemas.microsoft.com/office/drawing/2014/main" id="{FE1CEA2F-90BA-567C-753F-A99191AA7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30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7" name="TextBox 356">
                  <a:extLst>
                    <a:ext uri="{FF2B5EF4-FFF2-40B4-BE49-F238E27FC236}">
                      <a16:creationId xmlns:a16="http://schemas.microsoft.com/office/drawing/2014/main" id="{03D2DCC4-4EF2-BEC2-9661-21724BDD87AD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7" name="TextBox 356">
                  <a:extLst>
                    <a:ext uri="{FF2B5EF4-FFF2-40B4-BE49-F238E27FC236}">
                      <a16:creationId xmlns:a16="http://schemas.microsoft.com/office/drawing/2014/main" id="{C1E46F33-7861-74AD-A3C4-BE03279F10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31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8" name="TextBox 357">
                  <a:extLst>
                    <a:ext uri="{FF2B5EF4-FFF2-40B4-BE49-F238E27FC236}">
                      <a16:creationId xmlns:a16="http://schemas.microsoft.com/office/drawing/2014/main" id="{FFEEC9B4-568E-D186-2BAC-B2F8494702C9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8" name="TextBox 357">
                  <a:extLst>
                    <a:ext uri="{FF2B5EF4-FFF2-40B4-BE49-F238E27FC236}">
                      <a16:creationId xmlns:a16="http://schemas.microsoft.com/office/drawing/2014/main" id="{C14B58E8-0526-0A14-3389-785E36294A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0A34B75C-4C95-1C87-8CB8-72ABC9B7C9C5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1EDAF50F-DDBC-CD90-4C41-18582DC52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3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08B46CBC-0CE2-4B67-1854-902FC6B5CB8E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B8453E26-A955-7028-05F5-4DC285576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34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1" name="TextBox 360">
                  <a:extLst>
                    <a:ext uri="{FF2B5EF4-FFF2-40B4-BE49-F238E27FC236}">
                      <a16:creationId xmlns:a16="http://schemas.microsoft.com/office/drawing/2014/main" id="{9098C144-9BA9-4BD6-FA19-0D9679B86372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1" name="TextBox 360">
                  <a:extLst>
                    <a:ext uri="{FF2B5EF4-FFF2-40B4-BE49-F238E27FC236}">
                      <a16:creationId xmlns:a16="http://schemas.microsoft.com/office/drawing/2014/main" id="{0EA9D819-3E3B-6615-0D3E-1CF72099E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35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3F71013D-40DB-35A6-E03C-BF8B77B730BC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574B8A02-9E5A-E1AD-88CC-7CB91B2AF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36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1E67A101-EBBC-E077-218C-711622C212CC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A18901E5-6898-9141-6E8A-4A1D607EBE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D1ACFEEF-A349-F2AC-4FF2-E926ECA724E1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A990E558-E2D9-5F52-A2B4-C5525A5F6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37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5" name="TextBox 364">
                  <a:extLst>
                    <a:ext uri="{FF2B5EF4-FFF2-40B4-BE49-F238E27FC236}">
                      <a16:creationId xmlns:a16="http://schemas.microsoft.com/office/drawing/2014/main" id="{C23D0E8C-A321-6B1E-0EBD-D6DE181C8554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5" name="TextBox 364">
                  <a:extLst>
                    <a:ext uri="{FF2B5EF4-FFF2-40B4-BE49-F238E27FC236}">
                      <a16:creationId xmlns:a16="http://schemas.microsoft.com/office/drawing/2014/main" id="{E13CBE15-D2FF-A536-BEC1-6F8FB7AD83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38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86F22323-8778-ED07-F468-297808D0EE0C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8E472EC5-2168-C189-1E72-5BDE40C1C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39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B4CF11B1-F974-F8DC-0217-9375800908D2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7326766E-A885-64B8-E87B-C7FF881B7F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40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458EAF1D-F199-BEE7-DA7B-2006604D7454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FF2DA618-2CD2-CCDB-1059-6E881977C3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41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9" name="TextBox 368">
                  <a:extLst>
                    <a:ext uri="{FF2B5EF4-FFF2-40B4-BE49-F238E27FC236}">
                      <a16:creationId xmlns:a16="http://schemas.microsoft.com/office/drawing/2014/main" id="{016DE45C-5976-70F4-3637-9A2A1A629E90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9" name="TextBox 368">
                  <a:extLst>
                    <a:ext uri="{FF2B5EF4-FFF2-40B4-BE49-F238E27FC236}">
                      <a16:creationId xmlns:a16="http://schemas.microsoft.com/office/drawing/2014/main" id="{B0F53832-410D-8633-9C13-FF0E7EEC90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42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C7C60446-1240-4148-2F0C-E98CAD040183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A0AB570B-7879-ECEE-58CA-934507FBB5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4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1" name="TextBox 370">
                  <a:extLst>
                    <a:ext uri="{FF2B5EF4-FFF2-40B4-BE49-F238E27FC236}">
                      <a16:creationId xmlns:a16="http://schemas.microsoft.com/office/drawing/2014/main" id="{2A0F37A6-EEB9-A5B0-F020-D8CFAEB414AD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1" name="TextBox 370">
                  <a:extLst>
                    <a:ext uri="{FF2B5EF4-FFF2-40B4-BE49-F238E27FC236}">
                      <a16:creationId xmlns:a16="http://schemas.microsoft.com/office/drawing/2014/main" id="{969C3F63-EFFF-37C7-8883-822E261D27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44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2" name="TextBox 371">
                  <a:extLst>
                    <a:ext uri="{FF2B5EF4-FFF2-40B4-BE49-F238E27FC236}">
                      <a16:creationId xmlns:a16="http://schemas.microsoft.com/office/drawing/2014/main" id="{1ABFFDB2-03F1-6A37-59E7-A33AF57FC416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2" name="TextBox 371">
                  <a:extLst>
                    <a:ext uri="{FF2B5EF4-FFF2-40B4-BE49-F238E27FC236}">
                      <a16:creationId xmlns:a16="http://schemas.microsoft.com/office/drawing/2014/main" id="{23D47391-48D4-2AAF-E3E2-8D738BF48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45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2E315A20-DAFF-C409-A08E-AB99106F723D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4FACA9D6-6EF6-E549-B36B-77B365CA3D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46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2A1331BD-83C6-A257-ED6C-BA15B8C07CB0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BD41DF49-3BFA-F26D-E97C-3D5E8CABA2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47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91248CC5-C22B-C47A-EB63-975DDCF765C8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001F4137-5495-FDF6-42E6-F6699F68B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645287F4-D194-A39E-5000-9ECA6559A197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77B64866-7116-4245-E3FB-AF500959A1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48"/>
                  <a:stretch>
                    <a:fillRect t="-9375" r="-18421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8" name="Rectangle 377">
            <a:extLst>
              <a:ext uri="{FF2B5EF4-FFF2-40B4-BE49-F238E27FC236}">
                <a16:creationId xmlns:a16="http://schemas.microsoft.com/office/drawing/2014/main" id="{431298F0-53E2-7FFD-424E-5D0A80FAA404}"/>
              </a:ext>
            </a:extLst>
          </p:cNvPr>
          <p:cNvSpPr/>
          <p:nvPr/>
        </p:nvSpPr>
        <p:spPr>
          <a:xfrm>
            <a:off x="11223527" y="17254751"/>
            <a:ext cx="3652800" cy="3652800"/>
          </a:xfrm>
          <a:prstGeom prst="rect">
            <a:avLst/>
          </a:prstGeom>
          <a:pattFill prst="wdUpDiag">
            <a:fgClr>
              <a:schemeClr val="accent2">
                <a:lumMod val="40000"/>
                <a:lumOff val="60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AF3D674C-ED71-DE78-07F5-D110E9A65100}"/>
              </a:ext>
            </a:extLst>
          </p:cNvPr>
          <p:cNvSpPr/>
          <p:nvPr/>
        </p:nvSpPr>
        <p:spPr>
          <a:xfrm>
            <a:off x="11227291" y="13579882"/>
            <a:ext cx="3649037" cy="3649037"/>
          </a:xfrm>
          <a:prstGeom prst="rect">
            <a:avLst/>
          </a:prstGeom>
          <a:pattFill prst="wdUpDiag">
            <a:fgClr>
              <a:schemeClr val="accent1">
                <a:lumMod val="20000"/>
                <a:lumOff val="80000"/>
              </a:schemeClr>
            </a:fgClr>
            <a:bgClr>
              <a:schemeClr val="accent4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E19770DC-D38F-3A05-6589-B3013FD92BD3}"/>
              </a:ext>
            </a:extLst>
          </p:cNvPr>
          <p:cNvSpPr/>
          <p:nvPr/>
        </p:nvSpPr>
        <p:spPr>
          <a:xfrm>
            <a:off x="11227290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1FB42A7B-69B8-8937-8F96-757DC169C20B}"/>
              </a:ext>
            </a:extLst>
          </p:cNvPr>
          <p:cNvGrpSpPr/>
          <p:nvPr/>
        </p:nvGrpSpPr>
        <p:grpSpPr>
          <a:xfrm>
            <a:off x="11577009" y="13923983"/>
            <a:ext cx="3027141" cy="2995860"/>
            <a:chOff x="1386039" y="1479887"/>
            <a:chExt cx="3027141" cy="2995860"/>
          </a:xfrm>
        </p:grpSpPr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3FE5DCD4-BDAF-8452-983D-7429C2B6BA80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FDD2383D-7604-48D0-2267-8231E25692A8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44B22CF1-4BE0-27E2-080C-939525F9D619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5" name="Oval 384">
              <a:extLst>
                <a:ext uri="{FF2B5EF4-FFF2-40B4-BE49-F238E27FC236}">
                  <a16:creationId xmlns:a16="http://schemas.microsoft.com/office/drawing/2014/main" id="{624A9187-E29A-4B46-9E31-A73AEBAF60F2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19FFDA1C-FB0C-14B5-9EC6-AED1D4F094BF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08A0278D-F2B3-5E4C-E604-0910D0896E12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3062BF68-6CDF-6794-D1F1-1912BED72D10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97642ADE-179C-38F9-2E1A-AC01FF211147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3B74A24F-CC8F-749B-DF39-2F1D06139E1A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Oval 390">
              <a:extLst>
                <a:ext uri="{FF2B5EF4-FFF2-40B4-BE49-F238E27FC236}">
                  <a16:creationId xmlns:a16="http://schemas.microsoft.com/office/drawing/2014/main" id="{E154BCD4-7629-6057-0086-C93836EE77E9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E59220B2-F9E7-9971-8DCC-81B880EE5392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5664CF21-3258-E8E2-82FB-843B01EBE50A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919238E1-93B4-8A5A-2ED4-96A6A73D9B6E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24F4D3AE-D162-3F04-1AAA-8B0ABE8B407C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Oval 395">
              <a:extLst>
                <a:ext uri="{FF2B5EF4-FFF2-40B4-BE49-F238E27FC236}">
                  <a16:creationId xmlns:a16="http://schemas.microsoft.com/office/drawing/2014/main" id="{39A13065-2B53-D649-7608-11F74DA0BC4C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Oval 396">
              <a:extLst>
                <a:ext uri="{FF2B5EF4-FFF2-40B4-BE49-F238E27FC236}">
                  <a16:creationId xmlns:a16="http://schemas.microsoft.com/office/drawing/2014/main" id="{46548847-4E62-A162-8DDD-3EE51FA02CAC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8" name="Rectangle 397">
            <a:extLst>
              <a:ext uri="{FF2B5EF4-FFF2-40B4-BE49-F238E27FC236}">
                <a16:creationId xmlns:a16="http://schemas.microsoft.com/office/drawing/2014/main" id="{7AFBE5F1-2818-751F-D514-0B660AFFBE68}"/>
              </a:ext>
            </a:extLst>
          </p:cNvPr>
          <p:cNvSpPr/>
          <p:nvPr/>
        </p:nvSpPr>
        <p:spPr>
          <a:xfrm>
            <a:off x="11226029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99" name="Group 398">
            <a:extLst>
              <a:ext uri="{FF2B5EF4-FFF2-40B4-BE49-F238E27FC236}">
                <a16:creationId xmlns:a16="http://schemas.microsoft.com/office/drawing/2014/main" id="{57D8A245-09E5-0904-6BC3-A9E597C9B3E3}"/>
              </a:ext>
            </a:extLst>
          </p:cNvPr>
          <p:cNvGrpSpPr/>
          <p:nvPr/>
        </p:nvGrpSpPr>
        <p:grpSpPr>
          <a:xfrm>
            <a:off x="11575748" y="17579373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400" name="Oval 399">
              <a:extLst>
                <a:ext uri="{FF2B5EF4-FFF2-40B4-BE49-F238E27FC236}">
                  <a16:creationId xmlns:a16="http://schemas.microsoft.com/office/drawing/2014/main" id="{6E41C7C3-3F2C-C43F-7AFA-88F36A99C06D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4C84B7FE-3061-31CD-59B0-1E6227C4C0A6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6108EAB3-B62B-FE31-AE06-69A14BE71441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Oval 402">
              <a:extLst>
                <a:ext uri="{FF2B5EF4-FFF2-40B4-BE49-F238E27FC236}">
                  <a16:creationId xmlns:a16="http://schemas.microsoft.com/office/drawing/2014/main" id="{13B2B8A6-2AB7-181C-4257-099B8AAF63F9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Oval 403">
              <a:extLst>
                <a:ext uri="{FF2B5EF4-FFF2-40B4-BE49-F238E27FC236}">
                  <a16:creationId xmlns:a16="http://schemas.microsoft.com/office/drawing/2014/main" id="{592A198F-D337-D1F6-E260-2FDE13CA87D9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7FC81A91-FC8F-5B2C-8A07-6CD3DD8C86B6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Oval 405">
              <a:extLst>
                <a:ext uri="{FF2B5EF4-FFF2-40B4-BE49-F238E27FC236}">
                  <a16:creationId xmlns:a16="http://schemas.microsoft.com/office/drawing/2014/main" id="{164423FE-6ABE-15E9-0A11-DC8FC5801810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8AEF61B8-C1EF-CD1D-550C-26B7506B9B38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168C076B-D6EF-669E-4A38-740791F207BB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29CA2ABE-A76F-F625-4B26-7BB3910C0F1F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D43E5F26-2CB1-8E19-BBB4-06C7ECC87E93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D2831F2C-48E8-6C0A-D541-B6D990BD4D31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A10AF93E-2A26-8D3A-C93F-E3D7A51EB7E1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D5C240FB-E3E0-BD66-E042-0CAF48006835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9D3F8958-4AC7-8364-19CE-C17A22D68D52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Oval 414">
              <a:extLst>
                <a:ext uri="{FF2B5EF4-FFF2-40B4-BE49-F238E27FC236}">
                  <a16:creationId xmlns:a16="http://schemas.microsoft.com/office/drawing/2014/main" id="{1E19E52B-CBC5-C001-81B0-77AFF07D5794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9AB5AC9E-5107-E6B4-61B4-BC44746D1D37}"/>
                  </a:ext>
                </a:extLst>
              </p:cNvPr>
              <p:cNvSpPr txBox="1"/>
              <p:nvPr/>
            </p:nvSpPr>
            <p:spPr>
              <a:xfrm>
                <a:off x="12410059" y="18758399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9AB5AC9E-5107-E6B4-61B4-BC44746D1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0059" y="18758399"/>
                <a:ext cx="1945341" cy="566181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3" name="TextBox 462">
                <a:extLst>
                  <a:ext uri="{FF2B5EF4-FFF2-40B4-BE49-F238E27FC236}">
                    <a16:creationId xmlns:a16="http://schemas.microsoft.com/office/drawing/2014/main" id="{C6C4AADC-34FB-1567-B1F4-C5F746D74D0F}"/>
                  </a:ext>
                </a:extLst>
              </p:cNvPr>
              <p:cNvSpPr txBox="1"/>
              <p:nvPr/>
            </p:nvSpPr>
            <p:spPr>
              <a:xfrm>
                <a:off x="12460044" y="15143413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3" name="TextBox 462">
                <a:extLst>
                  <a:ext uri="{FF2B5EF4-FFF2-40B4-BE49-F238E27FC236}">
                    <a16:creationId xmlns:a16="http://schemas.microsoft.com/office/drawing/2014/main" id="{C6C4AADC-34FB-1567-B1F4-C5F746D74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044" y="15143413"/>
                <a:ext cx="1945341" cy="566181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4" name="Group 463">
            <a:extLst>
              <a:ext uri="{FF2B5EF4-FFF2-40B4-BE49-F238E27FC236}">
                <a16:creationId xmlns:a16="http://schemas.microsoft.com/office/drawing/2014/main" id="{7323BA99-B9D7-78B9-D52B-EA1627456D95}"/>
              </a:ext>
            </a:extLst>
          </p:cNvPr>
          <p:cNvGrpSpPr/>
          <p:nvPr/>
        </p:nvGrpSpPr>
        <p:grpSpPr>
          <a:xfrm>
            <a:off x="11192886" y="13587606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5" name="TextBox 464">
                  <a:extLst>
                    <a:ext uri="{FF2B5EF4-FFF2-40B4-BE49-F238E27FC236}">
                      <a16:creationId xmlns:a16="http://schemas.microsoft.com/office/drawing/2014/main" id="{68452F85-9F3B-2C0C-E2D3-F9608FF92FBE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5" name="TextBox 464">
                  <a:extLst>
                    <a:ext uri="{FF2B5EF4-FFF2-40B4-BE49-F238E27FC236}">
                      <a16:creationId xmlns:a16="http://schemas.microsoft.com/office/drawing/2014/main" id="{3ACCF180-4784-7A39-2F7B-571234C95E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52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6" name="TextBox 465">
                  <a:extLst>
                    <a:ext uri="{FF2B5EF4-FFF2-40B4-BE49-F238E27FC236}">
                      <a16:creationId xmlns:a16="http://schemas.microsoft.com/office/drawing/2014/main" id="{369550A0-74E3-CC53-C216-12453030A31D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6" name="TextBox 465">
                  <a:extLst>
                    <a:ext uri="{FF2B5EF4-FFF2-40B4-BE49-F238E27FC236}">
                      <a16:creationId xmlns:a16="http://schemas.microsoft.com/office/drawing/2014/main" id="{78308B60-CC52-EFE9-5809-022DA411A8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53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7" name="TextBox 466">
                  <a:extLst>
                    <a:ext uri="{FF2B5EF4-FFF2-40B4-BE49-F238E27FC236}">
                      <a16:creationId xmlns:a16="http://schemas.microsoft.com/office/drawing/2014/main" id="{2F9D1A72-DB5A-EABE-4A94-0CAD5C9BEEAF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7" name="TextBox 466">
                  <a:extLst>
                    <a:ext uri="{FF2B5EF4-FFF2-40B4-BE49-F238E27FC236}">
                      <a16:creationId xmlns:a16="http://schemas.microsoft.com/office/drawing/2014/main" id="{C4367E4A-2629-B5CB-9E23-E008BF21F3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54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8" name="TextBox 467">
                  <a:extLst>
                    <a:ext uri="{FF2B5EF4-FFF2-40B4-BE49-F238E27FC236}">
                      <a16:creationId xmlns:a16="http://schemas.microsoft.com/office/drawing/2014/main" id="{380CF241-7514-0551-C816-13C8E782A37D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8" name="TextBox 467">
                  <a:extLst>
                    <a:ext uri="{FF2B5EF4-FFF2-40B4-BE49-F238E27FC236}">
                      <a16:creationId xmlns:a16="http://schemas.microsoft.com/office/drawing/2014/main" id="{BE98AAAD-7C8B-90C0-D703-DB148C6452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55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9" name="TextBox 468">
                  <a:extLst>
                    <a:ext uri="{FF2B5EF4-FFF2-40B4-BE49-F238E27FC236}">
                      <a16:creationId xmlns:a16="http://schemas.microsoft.com/office/drawing/2014/main" id="{5EE7A3D4-BE86-577E-11B9-16A1A076802E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9" name="TextBox 468">
                  <a:extLst>
                    <a:ext uri="{FF2B5EF4-FFF2-40B4-BE49-F238E27FC236}">
                      <a16:creationId xmlns:a16="http://schemas.microsoft.com/office/drawing/2014/main" id="{DA1B9B99-1CD0-E66A-3D6D-E1863CE759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56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0" name="TextBox 469">
                  <a:extLst>
                    <a:ext uri="{FF2B5EF4-FFF2-40B4-BE49-F238E27FC236}">
                      <a16:creationId xmlns:a16="http://schemas.microsoft.com/office/drawing/2014/main" id="{842038D1-4549-2984-5E0F-EB188828B010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0" name="TextBox 469">
                  <a:extLst>
                    <a:ext uri="{FF2B5EF4-FFF2-40B4-BE49-F238E27FC236}">
                      <a16:creationId xmlns:a16="http://schemas.microsoft.com/office/drawing/2014/main" id="{3BCA218C-0812-2F22-6F34-1E7FB1729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57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" name="TextBox 470">
                  <a:extLst>
                    <a:ext uri="{FF2B5EF4-FFF2-40B4-BE49-F238E27FC236}">
                      <a16:creationId xmlns:a16="http://schemas.microsoft.com/office/drawing/2014/main" id="{D06DFEAF-AB99-51FE-2327-6B85114D9E46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1" name="TextBox 470">
                  <a:extLst>
                    <a:ext uri="{FF2B5EF4-FFF2-40B4-BE49-F238E27FC236}">
                      <a16:creationId xmlns:a16="http://schemas.microsoft.com/office/drawing/2014/main" id="{29B5EF13-4298-20B8-A4DF-A829F3654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58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2" name="TextBox 471">
                  <a:extLst>
                    <a:ext uri="{FF2B5EF4-FFF2-40B4-BE49-F238E27FC236}">
                      <a16:creationId xmlns:a16="http://schemas.microsoft.com/office/drawing/2014/main" id="{E7184D38-3651-0675-B594-36FCCBCEB9DC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2" name="TextBox 471">
                  <a:extLst>
                    <a:ext uri="{FF2B5EF4-FFF2-40B4-BE49-F238E27FC236}">
                      <a16:creationId xmlns:a16="http://schemas.microsoft.com/office/drawing/2014/main" id="{5390B9C6-73E9-D29B-843E-9A8580BBB0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59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3" name="TextBox 472">
                  <a:extLst>
                    <a:ext uri="{FF2B5EF4-FFF2-40B4-BE49-F238E27FC236}">
                      <a16:creationId xmlns:a16="http://schemas.microsoft.com/office/drawing/2014/main" id="{B6453217-98F8-5045-698C-ABBF38DAFD18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3" name="TextBox 472">
                  <a:extLst>
                    <a:ext uri="{FF2B5EF4-FFF2-40B4-BE49-F238E27FC236}">
                      <a16:creationId xmlns:a16="http://schemas.microsoft.com/office/drawing/2014/main" id="{A12EDFEB-46DE-C6FD-2AAB-61F6AEEE45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60"/>
                  <a:stretch>
                    <a:fillRect t="-9375" r="-1842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4" name="TextBox 473">
                  <a:extLst>
                    <a:ext uri="{FF2B5EF4-FFF2-40B4-BE49-F238E27FC236}">
                      <a16:creationId xmlns:a16="http://schemas.microsoft.com/office/drawing/2014/main" id="{16D71624-AB4E-BFAA-A576-8A6E1DC18A7C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4" name="TextBox 473">
                  <a:extLst>
                    <a:ext uri="{FF2B5EF4-FFF2-40B4-BE49-F238E27FC236}">
                      <a16:creationId xmlns:a16="http://schemas.microsoft.com/office/drawing/2014/main" id="{6D86535D-893B-E21D-8BCB-BCEB50A11D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61"/>
                  <a:stretch>
                    <a:fillRect r="-1639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5" name="TextBox 474">
                  <a:extLst>
                    <a:ext uri="{FF2B5EF4-FFF2-40B4-BE49-F238E27FC236}">
                      <a16:creationId xmlns:a16="http://schemas.microsoft.com/office/drawing/2014/main" id="{9F6A7AE1-6D62-B495-3DA3-70E87B800FA1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5" name="TextBox 474">
                  <a:extLst>
                    <a:ext uri="{FF2B5EF4-FFF2-40B4-BE49-F238E27FC236}">
                      <a16:creationId xmlns:a16="http://schemas.microsoft.com/office/drawing/2014/main" id="{8800BFAA-B43E-05BB-D907-6A3E999A92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62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6" name="TextBox 475">
                  <a:extLst>
                    <a:ext uri="{FF2B5EF4-FFF2-40B4-BE49-F238E27FC236}">
                      <a16:creationId xmlns:a16="http://schemas.microsoft.com/office/drawing/2014/main" id="{01961C70-817B-EA69-DBDC-371DBCA2E951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6" name="TextBox 475">
                  <a:extLst>
                    <a:ext uri="{FF2B5EF4-FFF2-40B4-BE49-F238E27FC236}">
                      <a16:creationId xmlns:a16="http://schemas.microsoft.com/office/drawing/2014/main" id="{5EC960B6-EE52-F492-1F48-8DF396D769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63"/>
                  <a:stretch>
                    <a:fillRect l="-24242" r="-6061" b="-17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7" name="TextBox 476">
                  <a:extLst>
                    <a:ext uri="{FF2B5EF4-FFF2-40B4-BE49-F238E27FC236}">
                      <a16:creationId xmlns:a16="http://schemas.microsoft.com/office/drawing/2014/main" id="{A4955584-878D-F6A1-A365-368DCF53D7A1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7" name="TextBox 476">
                  <a:extLst>
                    <a:ext uri="{FF2B5EF4-FFF2-40B4-BE49-F238E27FC236}">
                      <a16:creationId xmlns:a16="http://schemas.microsoft.com/office/drawing/2014/main" id="{FFA42CBA-ACE3-13DF-2BC1-52F3D65DF7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64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8" name="TextBox 477">
                  <a:extLst>
                    <a:ext uri="{FF2B5EF4-FFF2-40B4-BE49-F238E27FC236}">
                      <a16:creationId xmlns:a16="http://schemas.microsoft.com/office/drawing/2014/main" id="{87FA42FA-E7C7-3BC0-2CDA-A9E3E611A753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8" name="TextBox 477">
                  <a:extLst>
                    <a:ext uri="{FF2B5EF4-FFF2-40B4-BE49-F238E27FC236}">
                      <a16:creationId xmlns:a16="http://schemas.microsoft.com/office/drawing/2014/main" id="{7A3F1E40-7BFA-F07C-CC7C-10732B3DC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65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9" name="TextBox 478">
                  <a:extLst>
                    <a:ext uri="{FF2B5EF4-FFF2-40B4-BE49-F238E27FC236}">
                      <a16:creationId xmlns:a16="http://schemas.microsoft.com/office/drawing/2014/main" id="{24D4E2ED-B092-2251-3305-3D1BC61848F8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9" name="TextBox 478">
                  <a:extLst>
                    <a:ext uri="{FF2B5EF4-FFF2-40B4-BE49-F238E27FC236}">
                      <a16:creationId xmlns:a16="http://schemas.microsoft.com/office/drawing/2014/main" id="{3916D9DF-7E3F-868F-57D2-8251EA016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66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0" name="TextBox 479">
                  <a:extLst>
                    <a:ext uri="{FF2B5EF4-FFF2-40B4-BE49-F238E27FC236}">
                      <a16:creationId xmlns:a16="http://schemas.microsoft.com/office/drawing/2014/main" id="{5A8E498D-ABCD-CFF6-8483-A437F4F4A9CE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0" name="TextBox 479">
                  <a:extLst>
                    <a:ext uri="{FF2B5EF4-FFF2-40B4-BE49-F238E27FC236}">
                      <a16:creationId xmlns:a16="http://schemas.microsoft.com/office/drawing/2014/main" id="{25C014C9-DE14-217F-24C7-6A33B6E5BE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67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" name="TextBox 480">
                  <a:extLst>
                    <a:ext uri="{FF2B5EF4-FFF2-40B4-BE49-F238E27FC236}">
                      <a16:creationId xmlns:a16="http://schemas.microsoft.com/office/drawing/2014/main" id="{CDC65076-727D-5D26-CBA5-0F5426DF99A3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1" name="TextBox 480">
                  <a:extLst>
                    <a:ext uri="{FF2B5EF4-FFF2-40B4-BE49-F238E27FC236}">
                      <a16:creationId xmlns:a16="http://schemas.microsoft.com/office/drawing/2014/main" id="{A294FC08-59E0-4A18-FA93-4F550211FA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68"/>
                  <a:stretch>
                    <a:fillRect r="-156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2" name="TextBox 481">
                  <a:extLst>
                    <a:ext uri="{FF2B5EF4-FFF2-40B4-BE49-F238E27FC236}">
                      <a16:creationId xmlns:a16="http://schemas.microsoft.com/office/drawing/2014/main" id="{DAF5DE40-117F-9925-6BEC-E082D84173F7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2" name="TextBox 481">
                  <a:extLst>
                    <a:ext uri="{FF2B5EF4-FFF2-40B4-BE49-F238E27FC236}">
                      <a16:creationId xmlns:a16="http://schemas.microsoft.com/office/drawing/2014/main" id="{3804D29D-CC83-DB66-94FB-A8C2A77379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69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3" name="TextBox 482">
                  <a:extLst>
                    <a:ext uri="{FF2B5EF4-FFF2-40B4-BE49-F238E27FC236}">
                      <a16:creationId xmlns:a16="http://schemas.microsoft.com/office/drawing/2014/main" id="{43565A9A-ADFC-3DFB-1F98-F5DAADBD899C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3" name="TextBox 482">
                  <a:extLst>
                    <a:ext uri="{FF2B5EF4-FFF2-40B4-BE49-F238E27FC236}">
                      <a16:creationId xmlns:a16="http://schemas.microsoft.com/office/drawing/2014/main" id="{49CE24F0-EF90-D7F5-CC7B-117F6AD73C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7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4" name="TextBox 483">
                  <a:extLst>
                    <a:ext uri="{FF2B5EF4-FFF2-40B4-BE49-F238E27FC236}">
                      <a16:creationId xmlns:a16="http://schemas.microsoft.com/office/drawing/2014/main" id="{F58567C6-CEFC-1701-1B05-75DC8EC0CA28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4" name="TextBox 483">
                  <a:extLst>
                    <a:ext uri="{FF2B5EF4-FFF2-40B4-BE49-F238E27FC236}">
                      <a16:creationId xmlns:a16="http://schemas.microsoft.com/office/drawing/2014/main" id="{2B5DB69F-0FAF-6B00-F1D2-363322C3C5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71"/>
                  <a:stretch>
                    <a:fillRect r="-1205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5" name="TextBox 484">
                  <a:extLst>
                    <a:ext uri="{FF2B5EF4-FFF2-40B4-BE49-F238E27FC236}">
                      <a16:creationId xmlns:a16="http://schemas.microsoft.com/office/drawing/2014/main" id="{A65D424F-81F6-AEEC-9262-5A337BDF82C3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5" name="TextBox 484">
                  <a:extLst>
                    <a:ext uri="{FF2B5EF4-FFF2-40B4-BE49-F238E27FC236}">
                      <a16:creationId xmlns:a16="http://schemas.microsoft.com/office/drawing/2014/main" id="{889928E8-E1A5-9478-5FA9-18BD6EE2CF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72"/>
                  <a:stretch>
                    <a:fillRect t="-9091" r="-18421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6" name="TextBox 485">
                  <a:extLst>
                    <a:ext uri="{FF2B5EF4-FFF2-40B4-BE49-F238E27FC236}">
                      <a16:creationId xmlns:a16="http://schemas.microsoft.com/office/drawing/2014/main" id="{FFFAC092-F576-F3CD-F847-970E42D7649E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6" name="TextBox 485">
                  <a:extLst>
                    <a:ext uri="{FF2B5EF4-FFF2-40B4-BE49-F238E27FC236}">
                      <a16:creationId xmlns:a16="http://schemas.microsoft.com/office/drawing/2014/main" id="{21C6A062-5701-E5F3-1F6D-F983AB3A8E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73"/>
                  <a:stretch>
                    <a:fillRect t="-6061" r="-2051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D791F424-7858-E88F-516B-01EE2258B20B}"/>
              </a:ext>
            </a:extLst>
          </p:cNvPr>
          <p:cNvGrpSpPr/>
          <p:nvPr/>
        </p:nvGrpSpPr>
        <p:grpSpPr>
          <a:xfrm>
            <a:off x="11217967" y="17247563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8" name="TextBox 487">
                  <a:extLst>
                    <a:ext uri="{FF2B5EF4-FFF2-40B4-BE49-F238E27FC236}">
                      <a16:creationId xmlns:a16="http://schemas.microsoft.com/office/drawing/2014/main" id="{2411C481-49EE-1EAB-1554-958E1B15D880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8" name="TextBox 487">
                  <a:extLst>
                    <a:ext uri="{FF2B5EF4-FFF2-40B4-BE49-F238E27FC236}">
                      <a16:creationId xmlns:a16="http://schemas.microsoft.com/office/drawing/2014/main" id="{4B6AC79F-5F14-EA80-E9AB-992EE4F66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74"/>
                  <a:stretch>
                    <a:fillRect r="-2326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9" name="TextBox 488">
                  <a:extLst>
                    <a:ext uri="{FF2B5EF4-FFF2-40B4-BE49-F238E27FC236}">
                      <a16:creationId xmlns:a16="http://schemas.microsoft.com/office/drawing/2014/main" id="{EB3EA230-514F-008E-9BC1-C8DB00FE0368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9" name="TextBox 488">
                  <a:extLst>
                    <a:ext uri="{FF2B5EF4-FFF2-40B4-BE49-F238E27FC236}">
                      <a16:creationId xmlns:a16="http://schemas.microsoft.com/office/drawing/2014/main" id="{064EEE4F-A8AD-B2A2-7B3E-540D1E580B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75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0" name="TextBox 489">
                  <a:extLst>
                    <a:ext uri="{FF2B5EF4-FFF2-40B4-BE49-F238E27FC236}">
                      <a16:creationId xmlns:a16="http://schemas.microsoft.com/office/drawing/2014/main" id="{59A3E9AE-A9E6-AD1D-CA87-60853831A066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0" name="TextBox 489">
                  <a:extLst>
                    <a:ext uri="{FF2B5EF4-FFF2-40B4-BE49-F238E27FC236}">
                      <a16:creationId xmlns:a16="http://schemas.microsoft.com/office/drawing/2014/main" id="{90C0C75B-E177-17F9-328D-443E0CCE2C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76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1" name="TextBox 490">
                  <a:extLst>
                    <a:ext uri="{FF2B5EF4-FFF2-40B4-BE49-F238E27FC236}">
                      <a16:creationId xmlns:a16="http://schemas.microsoft.com/office/drawing/2014/main" id="{C9B0A423-4157-4B74-9483-A5E65039C4AE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1" name="TextBox 490">
                  <a:extLst>
                    <a:ext uri="{FF2B5EF4-FFF2-40B4-BE49-F238E27FC236}">
                      <a16:creationId xmlns:a16="http://schemas.microsoft.com/office/drawing/2014/main" id="{72F38B5D-CFC1-3CFB-7520-CDFE1CE10B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77"/>
                  <a:stretch>
                    <a:fillRect t="-9375" r="-1842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2" name="TextBox 491">
                  <a:extLst>
                    <a:ext uri="{FF2B5EF4-FFF2-40B4-BE49-F238E27FC236}">
                      <a16:creationId xmlns:a16="http://schemas.microsoft.com/office/drawing/2014/main" id="{AB3BB942-12B8-C844-DEA4-49912C85AD66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2" name="TextBox 491">
                  <a:extLst>
                    <a:ext uri="{FF2B5EF4-FFF2-40B4-BE49-F238E27FC236}">
                      <a16:creationId xmlns:a16="http://schemas.microsoft.com/office/drawing/2014/main" id="{0E2FFAFE-90D4-38B6-B398-D2337DA971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78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3" name="TextBox 492">
                  <a:extLst>
                    <a:ext uri="{FF2B5EF4-FFF2-40B4-BE49-F238E27FC236}">
                      <a16:creationId xmlns:a16="http://schemas.microsoft.com/office/drawing/2014/main" id="{FA856587-E082-EB44-477F-EE2AC65F587A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3" name="TextBox 492">
                  <a:extLst>
                    <a:ext uri="{FF2B5EF4-FFF2-40B4-BE49-F238E27FC236}">
                      <a16:creationId xmlns:a16="http://schemas.microsoft.com/office/drawing/2014/main" id="{B425DB72-8BB4-DC04-7FF4-FA7B12A261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79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4" name="TextBox 493">
                  <a:extLst>
                    <a:ext uri="{FF2B5EF4-FFF2-40B4-BE49-F238E27FC236}">
                      <a16:creationId xmlns:a16="http://schemas.microsoft.com/office/drawing/2014/main" id="{CD3C5723-4717-FE22-5DEA-43D206CA0E15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4" name="TextBox 493">
                  <a:extLst>
                    <a:ext uri="{FF2B5EF4-FFF2-40B4-BE49-F238E27FC236}">
                      <a16:creationId xmlns:a16="http://schemas.microsoft.com/office/drawing/2014/main" id="{3E36A5F5-E80F-9770-BF3D-3A5777FCF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80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5" name="TextBox 494">
                  <a:extLst>
                    <a:ext uri="{FF2B5EF4-FFF2-40B4-BE49-F238E27FC236}">
                      <a16:creationId xmlns:a16="http://schemas.microsoft.com/office/drawing/2014/main" id="{3F8764E6-9A9C-537B-B30D-BD0E5E8717CC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5" name="TextBox 494">
                  <a:extLst>
                    <a:ext uri="{FF2B5EF4-FFF2-40B4-BE49-F238E27FC236}">
                      <a16:creationId xmlns:a16="http://schemas.microsoft.com/office/drawing/2014/main" id="{0C428B92-DC02-D741-849D-AD37DF1C96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81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6" name="TextBox 495">
                  <a:extLst>
                    <a:ext uri="{FF2B5EF4-FFF2-40B4-BE49-F238E27FC236}">
                      <a16:creationId xmlns:a16="http://schemas.microsoft.com/office/drawing/2014/main" id="{B67285C4-A972-D287-6447-DD5C402E9FE0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6" name="TextBox 495">
                  <a:extLst>
                    <a:ext uri="{FF2B5EF4-FFF2-40B4-BE49-F238E27FC236}">
                      <a16:creationId xmlns:a16="http://schemas.microsoft.com/office/drawing/2014/main" id="{081DCBE7-2F13-A5FD-A10A-1EC12E270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82"/>
                  <a:stretch>
                    <a:fillRect t="-9375" r="-1842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7" name="TextBox 496">
                  <a:extLst>
                    <a:ext uri="{FF2B5EF4-FFF2-40B4-BE49-F238E27FC236}">
                      <a16:creationId xmlns:a16="http://schemas.microsoft.com/office/drawing/2014/main" id="{A8178A12-3926-8DA9-80CD-31F37CF685C0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7" name="TextBox 496">
                  <a:extLst>
                    <a:ext uri="{FF2B5EF4-FFF2-40B4-BE49-F238E27FC236}">
                      <a16:creationId xmlns:a16="http://schemas.microsoft.com/office/drawing/2014/main" id="{08ECD251-210D-F236-412C-3A27398A6D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83"/>
                  <a:stretch>
                    <a:fillRect r="-1639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8" name="TextBox 497">
                  <a:extLst>
                    <a:ext uri="{FF2B5EF4-FFF2-40B4-BE49-F238E27FC236}">
                      <a16:creationId xmlns:a16="http://schemas.microsoft.com/office/drawing/2014/main" id="{BA7A79FB-895D-14E8-76E6-9CDA2D2FA0CB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8" name="TextBox 497">
                  <a:extLst>
                    <a:ext uri="{FF2B5EF4-FFF2-40B4-BE49-F238E27FC236}">
                      <a16:creationId xmlns:a16="http://schemas.microsoft.com/office/drawing/2014/main" id="{1C0ED99A-D747-6D4D-CF6D-9D6D564691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63"/>
                  <a:stretch>
                    <a:fillRect l="-25000" r="-9375" b="-17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TextBox 498">
                  <a:extLst>
                    <a:ext uri="{FF2B5EF4-FFF2-40B4-BE49-F238E27FC236}">
                      <a16:creationId xmlns:a16="http://schemas.microsoft.com/office/drawing/2014/main" id="{A8DA820F-459B-E0CC-6C60-AEC6882CDA21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9" name="TextBox 498">
                  <a:extLst>
                    <a:ext uri="{FF2B5EF4-FFF2-40B4-BE49-F238E27FC236}">
                      <a16:creationId xmlns:a16="http://schemas.microsoft.com/office/drawing/2014/main" id="{5F5C26D2-6C50-0DDA-2F5E-9EFE2401E2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84"/>
                  <a:stretch>
                    <a:fillRect l="-24242" r="-6061"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0" name="TextBox 499">
                  <a:extLst>
                    <a:ext uri="{FF2B5EF4-FFF2-40B4-BE49-F238E27FC236}">
                      <a16:creationId xmlns:a16="http://schemas.microsoft.com/office/drawing/2014/main" id="{3C824F0F-8D24-DA94-0DCC-3FC2C0FF4974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0" name="TextBox 499">
                  <a:extLst>
                    <a:ext uri="{FF2B5EF4-FFF2-40B4-BE49-F238E27FC236}">
                      <a16:creationId xmlns:a16="http://schemas.microsoft.com/office/drawing/2014/main" id="{D73541EC-E073-6BB3-A083-FBB83C91B4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85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1" name="TextBox 500">
                  <a:extLst>
                    <a:ext uri="{FF2B5EF4-FFF2-40B4-BE49-F238E27FC236}">
                      <a16:creationId xmlns:a16="http://schemas.microsoft.com/office/drawing/2014/main" id="{2ACDBBDB-CD56-7CED-A049-6578543642F1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1" name="TextBox 500">
                  <a:extLst>
                    <a:ext uri="{FF2B5EF4-FFF2-40B4-BE49-F238E27FC236}">
                      <a16:creationId xmlns:a16="http://schemas.microsoft.com/office/drawing/2014/main" id="{20E465A6-F07A-90FB-DCFB-B17DF2A27D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86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2" name="TextBox 501">
                  <a:extLst>
                    <a:ext uri="{FF2B5EF4-FFF2-40B4-BE49-F238E27FC236}">
                      <a16:creationId xmlns:a16="http://schemas.microsoft.com/office/drawing/2014/main" id="{BF607709-A48D-137E-F317-B88CB18E1D14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2" name="TextBox 501">
                  <a:extLst>
                    <a:ext uri="{FF2B5EF4-FFF2-40B4-BE49-F238E27FC236}">
                      <a16:creationId xmlns:a16="http://schemas.microsoft.com/office/drawing/2014/main" id="{77044F71-901E-0583-E259-B174A9CBBD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87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3" name="TextBox 502">
                  <a:extLst>
                    <a:ext uri="{FF2B5EF4-FFF2-40B4-BE49-F238E27FC236}">
                      <a16:creationId xmlns:a16="http://schemas.microsoft.com/office/drawing/2014/main" id="{D8BCC197-E200-D0D4-E13A-8E910FFE48C7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3" name="TextBox 502">
                  <a:extLst>
                    <a:ext uri="{FF2B5EF4-FFF2-40B4-BE49-F238E27FC236}">
                      <a16:creationId xmlns:a16="http://schemas.microsoft.com/office/drawing/2014/main" id="{403D159A-1CCF-443D-6472-4CE9EA4BBD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88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4" name="TextBox 503">
                  <a:extLst>
                    <a:ext uri="{FF2B5EF4-FFF2-40B4-BE49-F238E27FC236}">
                      <a16:creationId xmlns:a16="http://schemas.microsoft.com/office/drawing/2014/main" id="{695D5AA3-11E2-2947-6853-4366A8C2298F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4" name="TextBox 503">
                  <a:extLst>
                    <a:ext uri="{FF2B5EF4-FFF2-40B4-BE49-F238E27FC236}">
                      <a16:creationId xmlns:a16="http://schemas.microsoft.com/office/drawing/2014/main" id="{C31B0C06-0AB5-C0A6-9E16-8149490359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89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5" name="TextBox 504">
                  <a:extLst>
                    <a:ext uri="{FF2B5EF4-FFF2-40B4-BE49-F238E27FC236}">
                      <a16:creationId xmlns:a16="http://schemas.microsoft.com/office/drawing/2014/main" id="{756673B7-DE68-852B-EF9A-BDE540736AE4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5" name="TextBox 504">
                  <a:extLst>
                    <a:ext uri="{FF2B5EF4-FFF2-40B4-BE49-F238E27FC236}">
                      <a16:creationId xmlns:a16="http://schemas.microsoft.com/office/drawing/2014/main" id="{5329EB51-068E-7F87-93B8-CBFC744D77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90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6" name="TextBox 505">
                  <a:extLst>
                    <a:ext uri="{FF2B5EF4-FFF2-40B4-BE49-F238E27FC236}">
                      <a16:creationId xmlns:a16="http://schemas.microsoft.com/office/drawing/2014/main" id="{99B17021-E184-9037-5FED-932CCD8CD52C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6" name="TextBox 505">
                  <a:extLst>
                    <a:ext uri="{FF2B5EF4-FFF2-40B4-BE49-F238E27FC236}">
                      <a16:creationId xmlns:a16="http://schemas.microsoft.com/office/drawing/2014/main" id="{7DDC6AF7-9C65-B6CE-59A1-717288F5B4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91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7" name="TextBox 506">
                  <a:extLst>
                    <a:ext uri="{FF2B5EF4-FFF2-40B4-BE49-F238E27FC236}">
                      <a16:creationId xmlns:a16="http://schemas.microsoft.com/office/drawing/2014/main" id="{D0CBF311-78A9-3445-3E24-51523E4C3B85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7" name="TextBox 506">
                  <a:extLst>
                    <a:ext uri="{FF2B5EF4-FFF2-40B4-BE49-F238E27FC236}">
                      <a16:creationId xmlns:a16="http://schemas.microsoft.com/office/drawing/2014/main" id="{E05BF1F0-7036-9FCC-AFF0-05684A0C9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92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DB5EBD31-ADDB-8FD0-5AC4-B181F7F2FDB6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E46C7013-28C9-F90C-94A9-21C422FF63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93"/>
                  <a:stretch>
                    <a:fillRect t="-6061" r="-18421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1DCC893C-3BB2-5CF1-858D-2402BADF0692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DBE163F5-8F6D-AE10-AA87-355096EF63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55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47AE6C67-594E-D306-178D-47D88158F696}"/>
              </a:ext>
            </a:extLst>
          </p:cNvPr>
          <p:cNvGrpSpPr/>
          <p:nvPr/>
        </p:nvGrpSpPr>
        <p:grpSpPr>
          <a:xfrm>
            <a:off x="7562909" y="20887061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1399722B-FF43-CDAE-BF08-0D19DC13128D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7E910A06-F17E-8E41-BAB2-01841F8279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94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328C5E9F-B9E6-A27E-3C8D-C960F574F09D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D6692CAA-BC86-51B4-EA7C-8967CB4BEE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95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EB187EB4-8349-2C97-419C-D294C420D80F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B5848C27-071C-1E53-9908-6C310FC127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96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81818821-4162-C2AD-CD2C-197A7187F96E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7BF072AE-DF3A-90C1-AE75-C11ACA5EE3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97"/>
                  <a:stretch>
                    <a:fillRect t="-606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FCD6814-2C2F-CD7B-1590-5579849283C9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82248FC-D8D8-06CB-6338-A2404C30ED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98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8ACBBBC9-3CCB-646E-B359-5A91AFF1A0F1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B7A1D332-09DA-FD17-4EE4-C255D711FE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99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7" name="TextBox 516">
                  <a:extLst>
                    <a:ext uri="{FF2B5EF4-FFF2-40B4-BE49-F238E27FC236}">
                      <a16:creationId xmlns:a16="http://schemas.microsoft.com/office/drawing/2014/main" id="{13B8AB32-2F2D-C1E6-BDB0-CA966DFA73D7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7" name="TextBox 516">
                  <a:extLst>
                    <a:ext uri="{FF2B5EF4-FFF2-40B4-BE49-F238E27FC236}">
                      <a16:creationId xmlns:a16="http://schemas.microsoft.com/office/drawing/2014/main" id="{FF0362CF-8DCA-3A99-9BBF-EE3A3B61EB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100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8" name="TextBox 517">
                  <a:extLst>
                    <a:ext uri="{FF2B5EF4-FFF2-40B4-BE49-F238E27FC236}">
                      <a16:creationId xmlns:a16="http://schemas.microsoft.com/office/drawing/2014/main" id="{845A8EA2-2598-9622-8E75-FC7D40F88720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8" name="TextBox 517">
                  <a:extLst>
                    <a:ext uri="{FF2B5EF4-FFF2-40B4-BE49-F238E27FC236}">
                      <a16:creationId xmlns:a16="http://schemas.microsoft.com/office/drawing/2014/main" id="{F2CB3E78-C74A-9C88-75CB-839B912B1E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101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9" name="TextBox 518">
                  <a:extLst>
                    <a:ext uri="{FF2B5EF4-FFF2-40B4-BE49-F238E27FC236}">
                      <a16:creationId xmlns:a16="http://schemas.microsoft.com/office/drawing/2014/main" id="{7B95085E-DEDA-03AF-49AF-D9A577AD37FD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9" name="TextBox 518">
                  <a:extLst>
                    <a:ext uri="{FF2B5EF4-FFF2-40B4-BE49-F238E27FC236}">
                      <a16:creationId xmlns:a16="http://schemas.microsoft.com/office/drawing/2014/main" id="{50C675F9-B587-FE22-0F79-03A634A3FA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102"/>
                  <a:stretch>
                    <a:fillRect t="-909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0" name="TextBox 519">
                  <a:extLst>
                    <a:ext uri="{FF2B5EF4-FFF2-40B4-BE49-F238E27FC236}">
                      <a16:creationId xmlns:a16="http://schemas.microsoft.com/office/drawing/2014/main" id="{4B529A8D-4B4E-B828-775C-62A8D6E4CD15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0" name="TextBox 519">
                  <a:extLst>
                    <a:ext uri="{FF2B5EF4-FFF2-40B4-BE49-F238E27FC236}">
                      <a16:creationId xmlns:a16="http://schemas.microsoft.com/office/drawing/2014/main" id="{8795D13C-8A9C-42B2-B373-E065283A97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10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1" name="TextBox 520">
                  <a:extLst>
                    <a:ext uri="{FF2B5EF4-FFF2-40B4-BE49-F238E27FC236}">
                      <a16:creationId xmlns:a16="http://schemas.microsoft.com/office/drawing/2014/main" id="{407158D9-63EF-2E89-AAC1-CE5F8C8DEE11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1" name="TextBox 520">
                  <a:extLst>
                    <a:ext uri="{FF2B5EF4-FFF2-40B4-BE49-F238E27FC236}">
                      <a16:creationId xmlns:a16="http://schemas.microsoft.com/office/drawing/2014/main" id="{F8AD97A3-278B-6FD6-7454-BF31036C18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62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" name="TextBox 521">
                  <a:extLst>
                    <a:ext uri="{FF2B5EF4-FFF2-40B4-BE49-F238E27FC236}">
                      <a16:creationId xmlns:a16="http://schemas.microsoft.com/office/drawing/2014/main" id="{981C19F9-1DEC-075E-F2C7-038EDF804367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2" name="TextBox 521">
                  <a:extLst>
                    <a:ext uri="{FF2B5EF4-FFF2-40B4-BE49-F238E27FC236}">
                      <a16:creationId xmlns:a16="http://schemas.microsoft.com/office/drawing/2014/main" id="{4AAC5C66-E370-9C37-20E6-48DB66D1B8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63"/>
                  <a:stretch>
                    <a:fillRect l="-25000" r="-9375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3" name="TextBox 522">
                  <a:extLst>
                    <a:ext uri="{FF2B5EF4-FFF2-40B4-BE49-F238E27FC236}">
                      <a16:creationId xmlns:a16="http://schemas.microsoft.com/office/drawing/2014/main" id="{2C44DD36-880E-100D-3A53-368832DB67D6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3" name="TextBox 522">
                  <a:extLst>
                    <a:ext uri="{FF2B5EF4-FFF2-40B4-BE49-F238E27FC236}">
                      <a16:creationId xmlns:a16="http://schemas.microsoft.com/office/drawing/2014/main" id="{DB02F49C-7D9B-9889-6E0B-5ED4C8B6B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104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4" name="TextBox 523">
                  <a:extLst>
                    <a:ext uri="{FF2B5EF4-FFF2-40B4-BE49-F238E27FC236}">
                      <a16:creationId xmlns:a16="http://schemas.microsoft.com/office/drawing/2014/main" id="{F522A683-F70D-CDF6-D3EE-553E2234D956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4" name="TextBox 523">
                  <a:extLst>
                    <a:ext uri="{FF2B5EF4-FFF2-40B4-BE49-F238E27FC236}">
                      <a16:creationId xmlns:a16="http://schemas.microsoft.com/office/drawing/2014/main" id="{3A696E0A-4E24-9140-CDBF-DF9FF0DA96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105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5" name="TextBox 524">
                  <a:extLst>
                    <a:ext uri="{FF2B5EF4-FFF2-40B4-BE49-F238E27FC236}">
                      <a16:creationId xmlns:a16="http://schemas.microsoft.com/office/drawing/2014/main" id="{820D82E2-95BD-51F5-B889-ED33E105E208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5" name="TextBox 524">
                  <a:extLst>
                    <a:ext uri="{FF2B5EF4-FFF2-40B4-BE49-F238E27FC236}">
                      <a16:creationId xmlns:a16="http://schemas.microsoft.com/office/drawing/2014/main" id="{51B4C755-F052-F00F-27BD-A0E2AB6D4B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106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6" name="TextBox 525">
                  <a:extLst>
                    <a:ext uri="{FF2B5EF4-FFF2-40B4-BE49-F238E27FC236}">
                      <a16:creationId xmlns:a16="http://schemas.microsoft.com/office/drawing/2014/main" id="{BB90BAA7-E21E-B26E-37AC-5EFD53EEE469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6" name="TextBox 525">
                  <a:extLst>
                    <a:ext uri="{FF2B5EF4-FFF2-40B4-BE49-F238E27FC236}">
                      <a16:creationId xmlns:a16="http://schemas.microsoft.com/office/drawing/2014/main" id="{1C762992-BD9C-4F1B-541A-A85747FE23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107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7" name="TextBox 526">
                  <a:extLst>
                    <a:ext uri="{FF2B5EF4-FFF2-40B4-BE49-F238E27FC236}">
                      <a16:creationId xmlns:a16="http://schemas.microsoft.com/office/drawing/2014/main" id="{CBFC743C-E828-BD90-F347-D369CD0707E9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7" name="TextBox 526">
                  <a:extLst>
                    <a:ext uri="{FF2B5EF4-FFF2-40B4-BE49-F238E27FC236}">
                      <a16:creationId xmlns:a16="http://schemas.microsoft.com/office/drawing/2014/main" id="{62816C68-7E61-8B06-6079-5F890E3B27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108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8" name="TextBox 527">
                  <a:extLst>
                    <a:ext uri="{FF2B5EF4-FFF2-40B4-BE49-F238E27FC236}">
                      <a16:creationId xmlns:a16="http://schemas.microsoft.com/office/drawing/2014/main" id="{6DD826D4-86D1-411C-02E5-9C912F8EEE56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8" name="TextBox 527">
                  <a:extLst>
                    <a:ext uri="{FF2B5EF4-FFF2-40B4-BE49-F238E27FC236}">
                      <a16:creationId xmlns:a16="http://schemas.microsoft.com/office/drawing/2014/main" id="{CBE98000-FB06-7062-E43A-C72348707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109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9" name="TextBox 528">
                  <a:extLst>
                    <a:ext uri="{FF2B5EF4-FFF2-40B4-BE49-F238E27FC236}">
                      <a16:creationId xmlns:a16="http://schemas.microsoft.com/office/drawing/2014/main" id="{88F9E5A3-B380-8146-C336-290817B003C7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9" name="TextBox 528">
                  <a:extLst>
                    <a:ext uri="{FF2B5EF4-FFF2-40B4-BE49-F238E27FC236}">
                      <a16:creationId xmlns:a16="http://schemas.microsoft.com/office/drawing/2014/main" id="{C7D55979-F34C-42E7-A9AB-B6E899AEB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110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0" name="TextBox 529">
                  <a:extLst>
                    <a:ext uri="{FF2B5EF4-FFF2-40B4-BE49-F238E27FC236}">
                      <a16:creationId xmlns:a16="http://schemas.microsoft.com/office/drawing/2014/main" id="{763F0CB2-1A33-E077-B6B2-23B631D1D857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0" name="TextBox 529">
                  <a:extLst>
                    <a:ext uri="{FF2B5EF4-FFF2-40B4-BE49-F238E27FC236}">
                      <a16:creationId xmlns:a16="http://schemas.microsoft.com/office/drawing/2014/main" id="{7A2B8D3A-D9C9-10C0-7B79-CA4EB4895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111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1" name="TextBox 530">
                  <a:extLst>
                    <a:ext uri="{FF2B5EF4-FFF2-40B4-BE49-F238E27FC236}">
                      <a16:creationId xmlns:a16="http://schemas.microsoft.com/office/drawing/2014/main" id="{110DF731-6219-A582-F070-295FABAB762A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1" name="TextBox 530">
                  <a:extLst>
                    <a:ext uri="{FF2B5EF4-FFF2-40B4-BE49-F238E27FC236}">
                      <a16:creationId xmlns:a16="http://schemas.microsoft.com/office/drawing/2014/main" id="{A1FCFDA2-5DA2-F0F8-5A65-5EC960D620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09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2" name="TextBox 531">
                  <a:extLst>
                    <a:ext uri="{FF2B5EF4-FFF2-40B4-BE49-F238E27FC236}">
                      <a16:creationId xmlns:a16="http://schemas.microsoft.com/office/drawing/2014/main" id="{651DAD77-E076-448E-7DA6-D77D534E67A0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2" name="TextBox 531">
                  <a:extLst>
                    <a:ext uri="{FF2B5EF4-FFF2-40B4-BE49-F238E27FC236}">
                      <a16:creationId xmlns:a16="http://schemas.microsoft.com/office/drawing/2014/main" id="{64EA9789-918E-7D3A-FB26-8C4B16515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112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3" name="Group 532">
            <a:extLst>
              <a:ext uri="{FF2B5EF4-FFF2-40B4-BE49-F238E27FC236}">
                <a16:creationId xmlns:a16="http://schemas.microsoft.com/office/drawing/2014/main" id="{8BEEC363-6405-F6DF-2CD8-2A51A6507DC8}"/>
              </a:ext>
            </a:extLst>
          </p:cNvPr>
          <p:cNvGrpSpPr/>
          <p:nvPr/>
        </p:nvGrpSpPr>
        <p:grpSpPr>
          <a:xfrm>
            <a:off x="3834127" y="20894949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4" name="TextBox 533">
                  <a:extLst>
                    <a:ext uri="{FF2B5EF4-FFF2-40B4-BE49-F238E27FC236}">
                      <a16:creationId xmlns:a16="http://schemas.microsoft.com/office/drawing/2014/main" id="{5A8BBEF7-8552-322F-AE5C-8D0765A93B7D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4" name="TextBox 533">
                  <a:extLst>
                    <a:ext uri="{FF2B5EF4-FFF2-40B4-BE49-F238E27FC236}">
                      <a16:creationId xmlns:a16="http://schemas.microsoft.com/office/drawing/2014/main" id="{0D9E1E0B-B51C-48E2-C72F-A16039A7DC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113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5" name="TextBox 534">
                  <a:extLst>
                    <a:ext uri="{FF2B5EF4-FFF2-40B4-BE49-F238E27FC236}">
                      <a16:creationId xmlns:a16="http://schemas.microsoft.com/office/drawing/2014/main" id="{65EA9D74-65CE-421D-C606-728C7734DE96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5" name="TextBox 534">
                  <a:extLst>
                    <a:ext uri="{FF2B5EF4-FFF2-40B4-BE49-F238E27FC236}">
                      <a16:creationId xmlns:a16="http://schemas.microsoft.com/office/drawing/2014/main" id="{A34C586D-DBCB-105E-04F7-7B00AB78F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114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6" name="TextBox 535">
                  <a:extLst>
                    <a:ext uri="{FF2B5EF4-FFF2-40B4-BE49-F238E27FC236}">
                      <a16:creationId xmlns:a16="http://schemas.microsoft.com/office/drawing/2014/main" id="{79A91F08-5295-29D7-1F9C-49F4B9AC3B81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6" name="TextBox 535">
                  <a:extLst>
                    <a:ext uri="{FF2B5EF4-FFF2-40B4-BE49-F238E27FC236}">
                      <a16:creationId xmlns:a16="http://schemas.microsoft.com/office/drawing/2014/main" id="{63B4C528-17EE-E6D4-69A5-7DC0AEF4F4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115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7" name="TextBox 536">
                  <a:extLst>
                    <a:ext uri="{FF2B5EF4-FFF2-40B4-BE49-F238E27FC236}">
                      <a16:creationId xmlns:a16="http://schemas.microsoft.com/office/drawing/2014/main" id="{8DBE3650-6AF4-9BD8-F32C-7BEDE3653982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7" name="TextBox 536">
                  <a:extLst>
                    <a:ext uri="{FF2B5EF4-FFF2-40B4-BE49-F238E27FC236}">
                      <a16:creationId xmlns:a16="http://schemas.microsoft.com/office/drawing/2014/main" id="{7184A6A4-EAB9-97F2-77AB-0E74DEA278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8" name="TextBox 537">
                  <a:extLst>
                    <a:ext uri="{FF2B5EF4-FFF2-40B4-BE49-F238E27FC236}">
                      <a16:creationId xmlns:a16="http://schemas.microsoft.com/office/drawing/2014/main" id="{B07283E4-98A7-2D13-B907-43919FFF1C18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8" name="TextBox 537">
                  <a:extLst>
                    <a:ext uri="{FF2B5EF4-FFF2-40B4-BE49-F238E27FC236}">
                      <a16:creationId xmlns:a16="http://schemas.microsoft.com/office/drawing/2014/main" id="{2032C2F5-7C1C-B3BA-7535-AA6D98A0C8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11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9" name="TextBox 538">
                  <a:extLst>
                    <a:ext uri="{FF2B5EF4-FFF2-40B4-BE49-F238E27FC236}">
                      <a16:creationId xmlns:a16="http://schemas.microsoft.com/office/drawing/2014/main" id="{F2562D7B-85C7-9CB7-CE8C-439C695F11C6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9" name="TextBox 538">
                  <a:extLst>
                    <a:ext uri="{FF2B5EF4-FFF2-40B4-BE49-F238E27FC236}">
                      <a16:creationId xmlns:a16="http://schemas.microsoft.com/office/drawing/2014/main" id="{6F4B74DB-294F-B690-5FEF-80606B5157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117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0" name="TextBox 539">
                  <a:extLst>
                    <a:ext uri="{FF2B5EF4-FFF2-40B4-BE49-F238E27FC236}">
                      <a16:creationId xmlns:a16="http://schemas.microsoft.com/office/drawing/2014/main" id="{7B1BAAB8-49AB-D775-2A99-6584384351A5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0" name="TextBox 539">
                  <a:extLst>
                    <a:ext uri="{FF2B5EF4-FFF2-40B4-BE49-F238E27FC236}">
                      <a16:creationId xmlns:a16="http://schemas.microsoft.com/office/drawing/2014/main" id="{97EA9D03-2BCD-6984-2AE2-9211EE85D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118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1" name="TextBox 540">
                  <a:extLst>
                    <a:ext uri="{FF2B5EF4-FFF2-40B4-BE49-F238E27FC236}">
                      <a16:creationId xmlns:a16="http://schemas.microsoft.com/office/drawing/2014/main" id="{7B139435-B7D4-45C1-8FCA-C852128C2226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1" name="TextBox 540">
                  <a:extLst>
                    <a:ext uri="{FF2B5EF4-FFF2-40B4-BE49-F238E27FC236}">
                      <a16:creationId xmlns:a16="http://schemas.microsoft.com/office/drawing/2014/main" id="{7BFF123A-EAF1-2FF4-E5C4-F46D9402DC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119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" name="TextBox 541">
                  <a:extLst>
                    <a:ext uri="{FF2B5EF4-FFF2-40B4-BE49-F238E27FC236}">
                      <a16:creationId xmlns:a16="http://schemas.microsoft.com/office/drawing/2014/main" id="{C5C8DF24-A4EE-9FC3-EACC-436C76A7E5D8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2" name="TextBox 541">
                  <a:extLst>
                    <a:ext uri="{FF2B5EF4-FFF2-40B4-BE49-F238E27FC236}">
                      <a16:creationId xmlns:a16="http://schemas.microsoft.com/office/drawing/2014/main" id="{8C7B3422-FD7E-268C-95D2-FF91CF45BE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120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3" name="TextBox 542">
                  <a:extLst>
                    <a:ext uri="{FF2B5EF4-FFF2-40B4-BE49-F238E27FC236}">
                      <a16:creationId xmlns:a16="http://schemas.microsoft.com/office/drawing/2014/main" id="{BC864F70-A23F-A4C1-1A70-047C48BB4789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3" name="TextBox 542">
                  <a:extLst>
                    <a:ext uri="{FF2B5EF4-FFF2-40B4-BE49-F238E27FC236}">
                      <a16:creationId xmlns:a16="http://schemas.microsoft.com/office/drawing/2014/main" id="{13FB9AD7-4978-21E6-72BA-B816026FC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121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4" name="TextBox 543">
                  <a:extLst>
                    <a:ext uri="{FF2B5EF4-FFF2-40B4-BE49-F238E27FC236}">
                      <a16:creationId xmlns:a16="http://schemas.microsoft.com/office/drawing/2014/main" id="{B7066D32-B20C-1BD9-FA89-26B3D9AAA9AD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4" name="TextBox 543">
                  <a:extLst>
                    <a:ext uri="{FF2B5EF4-FFF2-40B4-BE49-F238E27FC236}">
                      <a16:creationId xmlns:a16="http://schemas.microsoft.com/office/drawing/2014/main" id="{B4762D25-C4AF-09B9-1A37-D84229C0D4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122"/>
                  <a:stretch>
                    <a:fillRect l="-28125" r="-9375" b="-205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5" name="TextBox 544">
                  <a:extLst>
                    <a:ext uri="{FF2B5EF4-FFF2-40B4-BE49-F238E27FC236}">
                      <a16:creationId xmlns:a16="http://schemas.microsoft.com/office/drawing/2014/main" id="{3873B138-A6E7-DFDE-88B2-F903BDEA3C9B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5" name="TextBox 544">
                  <a:extLst>
                    <a:ext uri="{FF2B5EF4-FFF2-40B4-BE49-F238E27FC236}">
                      <a16:creationId xmlns:a16="http://schemas.microsoft.com/office/drawing/2014/main" id="{25A4E2CA-205A-6568-D6FE-F1F8C941B6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123"/>
                  <a:stretch>
                    <a:fillRect l="-28125" r="-9375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6" name="TextBox 545">
                  <a:extLst>
                    <a:ext uri="{FF2B5EF4-FFF2-40B4-BE49-F238E27FC236}">
                      <a16:creationId xmlns:a16="http://schemas.microsoft.com/office/drawing/2014/main" id="{88BEAE21-7A21-2DEC-2E27-F5171B17F9F2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6" name="TextBox 545">
                  <a:extLst>
                    <a:ext uri="{FF2B5EF4-FFF2-40B4-BE49-F238E27FC236}">
                      <a16:creationId xmlns:a16="http://schemas.microsoft.com/office/drawing/2014/main" id="{86B68A0B-CEBE-223F-7CD7-BD4A37A18F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124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7" name="TextBox 546">
                  <a:extLst>
                    <a:ext uri="{FF2B5EF4-FFF2-40B4-BE49-F238E27FC236}">
                      <a16:creationId xmlns:a16="http://schemas.microsoft.com/office/drawing/2014/main" id="{C8DB6BA4-9AAC-8A40-9EE5-8DFC45D602D6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7" name="TextBox 546">
                  <a:extLst>
                    <a:ext uri="{FF2B5EF4-FFF2-40B4-BE49-F238E27FC236}">
                      <a16:creationId xmlns:a16="http://schemas.microsoft.com/office/drawing/2014/main" id="{1037DD44-6CF5-26C9-4E54-6B2898BCBC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125"/>
                  <a:stretch>
                    <a:fillRect r="-1587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8" name="TextBox 547">
                  <a:extLst>
                    <a:ext uri="{FF2B5EF4-FFF2-40B4-BE49-F238E27FC236}">
                      <a16:creationId xmlns:a16="http://schemas.microsoft.com/office/drawing/2014/main" id="{C3F95299-97D4-AAA9-E387-7E49A0958316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8" name="TextBox 547">
                  <a:extLst>
                    <a:ext uri="{FF2B5EF4-FFF2-40B4-BE49-F238E27FC236}">
                      <a16:creationId xmlns:a16="http://schemas.microsoft.com/office/drawing/2014/main" id="{7573F6E5-6E49-28E7-FB4A-AD00D75320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126"/>
                  <a:stretch>
                    <a:fillRect r="-1205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9" name="TextBox 548">
                  <a:extLst>
                    <a:ext uri="{FF2B5EF4-FFF2-40B4-BE49-F238E27FC236}">
                      <a16:creationId xmlns:a16="http://schemas.microsoft.com/office/drawing/2014/main" id="{33DBDC2A-CFCE-A283-86BB-1692D3BFCC41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9" name="TextBox 548">
                  <a:extLst>
                    <a:ext uri="{FF2B5EF4-FFF2-40B4-BE49-F238E27FC236}">
                      <a16:creationId xmlns:a16="http://schemas.microsoft.com/office/drawing/2014/main" id="{3A936AAA-C397-4130-7B22-CCC869B14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127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0" name="TextBox 549">
                  <a:extLst>
                    <a:ext uri="{FF2B5EF4-FFF2-40B4-BE49-F238E27FC236}">
                      <a16:creationId xmlns:a16="http://schemas.microsoft.com/office/drawing/2014/main" id="{88D9BF19-B637-C095-FB35-730C8D5FC31F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0" name="TextBox 549">
                  <a:extLst>
                    <a:ext uri="{FF2B5EF4-FFF2-40B4-BE49-F238E27FC236}">
                      <a16:creationId xmlns:a16="http://schemas.microsoft.com/office/drawing/2014/main" id="{7399A42A-710D-639E-2E8B-EBE606DD73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128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1" name="TextBox 550">
                  <a:extLst>
                    <a:ext uri="{FF2B5EF4-FFF2-40B4-BE49-F238E27FC236}">
                      <a16:creationId xmlns:a16="http://schemas.microsoft.com/office/drawing/2014/main" id="{CA457B11-5A34-4B1C-9F72-DCB6A5FEFA57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1" name="TextBox 550">
                  <a:extLst>
                    <a:ext uri="{FF2B5EF4-FFF2-40B4-BE49-F238E27FC236}">
                      <a16:creationId xmlns:a16="http://schemas.microsoft.com/office/drawing/2014/main" id="{DEDA82A5-DC9B-C659-27E2-CBFF0A21B0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129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2" name="TextBox 551">
                  <a:extLst>
                    <a:ext uri="{FF2B5EF4-FFF2-40B4-BE49-F238E27FC236}">
                      <a16:creationId xmlns:a16="http://schemas.microsoft.com/office/drawing/2014/main" id="{F8FDE6D1-B7A0-1748-FD9C-D06A0DA2405A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2" name="TextBox 551">
                  <a:extLst>
                    <a:ext uri="{FF2B5EF4-FFF2-40B4-BE49-F238E27FC236}">
                      <a16:creationId xmlns:a16="http://schemas.microsoft.com/office/drawing/2014/main" id="{88C065B8-F175-E207-1126-5CB952C974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130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3" name="TextBox 552">
                  <a:extLst>
                    <a:ext uri="{FF2B5EF4-FFF2-40B4-BE49-F238E27FC236}">
                      <a16:creationId xmlns:a16="http://schemas.microsoft.com/office/drawing/2014/main" id="{8B19C18E-D9B2-5AF1-B96B-E28D37B5180E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3" name="TextBox 552">
                  <a:extLst>
                    <a:ext uri="{FF2B5EF4-FFF2-40B4-BE49-F238E27FC236}">
                      <a16:creationId xmlns:a16="http://schemas.microsoft.com/office/drawing/2014/main" id="{378E6804-9A6D-3370-D82F-BB559221D7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131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4" name="TextBox 553">
                  <a:extLst>
                    <a:ext uri="{FF2B5EF4-FFF2-40B4-BE49-F238E27FC236}">
                      <a16:creationId xmlns:a16="http://schemas.microsoft.com/office/drawing/2014/main" id="{87261B06-C844-D9FF-A3D9-2F3A017E293F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4" name="TextBox 553">
                  <a:extLst>
                    <a:ext uri="{FF2B5EF4-FFF2-40B4-BE49-F238E27FC236}">
                      <a16:creationId xmlns:a16="http://schemas.microsoft.com/office/drawing/2014/main" id="{C0100580-1390-4638-14E6-D91F4C96E9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120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5" name="TextBox 554">
                  <a:extLst>
                    <a:ext uri="{FF2B5EF4-FFF2-40B4-BE49-F238E27FC236}">
                      <a16:creationId xmlns:a16="http://schemas.microsoft.com/office/drawing/2014/main" id="{B6C478AD-59A2-0BD3-941F-A5C5AC1C5344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5" name="TextBox 554">
                  <a:extLst>
                    <a:ext uri="{FF2B5EF4-FFF2-40B4-BE49-F238E27FC236}">
                      <a16:creationId xmlns:a16="http://schemas.microsoft.com/office/drawing/2014/main" id="{4B88CE47-E39F-D877-2733-1C67D3C15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2988EF49-D397-9084-B39B-9A279019ADDB}"/>
              </a:ext>
            </a:extLst>
          </p:cNvPr>
          <p:cNvGrpSpPr/>
          <p:nvPr/>
        </p:nvGrpSpPr>
        <p:grpSpPr>
          <a:xfrm>
            <a:off x="3850734" y="24535319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7" name="TextBox 556">
                  <a:extLst>
                    <a:ext uri="{FF2B5EF4-FFF2-40B4-BE49-F238E27FC236}">
                      <a16:creationId xmlns:a16="http://schemas.microsoft.com/office/drawing/2014/main" id="{5B37C04C-21AA-F874-69EF-F3E018803889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7" name="TextBox 556">
                  <a:extLst>
                    <a:ext uri="{FF2B5EF4-FFF2-40B4-BE49-F238E27FC236}">
                      <a16:creationId xmlns:a16="http://schemas.microsoft.com/office/drawing/2014/main" id="{4AB4F9C6-2F5F-B0AC-E1A2-4F2B6E4AFC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132"/>
                  <a:stretch>
                    <a:fillRect r="-238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8" name="TextBox 557">
                  <a:extLst>
                    <a:ext uri="{FF2B5EF4-FFF2-40B4-BE49-F238E27FC236}">
                      <a16:creationId xmlns:a16="http://schemas.microsoft.com/office/drawing/2014/main" id="{95C1707B-136E-C756-E397-1ABF601FDD26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8" name="TextBox 557">
                  <a:extLst>
                    <a:ext uri="{FF2B5EF4-FFF2-40B4-BE49-F238E27FC236}">
                      <a16:creationId xmlns:a16="http://schemas.microsoft.com/office/drawing/2014/main" id="{C4C3AF77-BA6E-564A-CDCD-87A5C31BEE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133"/>
                  <a:stretch>
                    <a:fillRect r="-2326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9" name="TextBox 558">
                  <a:extLst>
                    <a:ext uri="{FF2B5EF4-FFF2-40B4-BE49-F238E27FC236}">
                      <a16:creationId xmlns:a16="http://schemas.microsoft.com/office/drawing/2014/main" id="{031F9FAA-AB11-DAF8-2AF3-D8F78931C923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9" name="TextBox 558">
                  <a:extLst>
                    <a:ext uri="{FF2B5EF4-FFF2-40B4-BE49-F238E27FC236}">
                      <a16:creationId xmlns:a16="http://schemas.microsoft.com/office/drawing/2014/main" id="{BD40D369-CF99-AE08-BA28-DA6141CD57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134"/>
                  <a:stretch>
                    <a:fillRect r="-161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0" name="TextBox 559">
                  <a:extLst>
                    <a:ext uri="{FF2B5EF4-FFF2-40B4-BE49-F238E27FC236}">
                      <a16:creationId xmlns:a16="http://schemas.microsoft.com/office/drawing/2014/main" id="{499F091C-D916-01DA-DCE2-E6C69A4363B0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0" name="TextBox 559">
                  <a:extLst>
                    <a:ext uri="{FF2B5EF4-FFF2-40B4-BE49-F238E27FC236}">
                      <a16:creationId xmlns:a16="http://schemas.microsoft.com/office/drawing/2014/main" id="{BF26BF49-2155-2EBB-25F4-5D8968EA45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135"/>
                  <a:stretch>
                    <a:fillRect t="-6061" r="-17949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1" name="TextBox 560">
                  <a:extLst>
                    <a:ext uri="{FF2B5EF4-FFF2-40B4-BE49-F238E27FC236}">
                      <a16:creationId xmlns:a16="http://schemas.microsoft.com/office/drawing/2014/main" id="{17043751-27E4-3EB6-0553-7AF625FFAE18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1" name="TextBox 560">
                  <a:extLst>
                    <a:ext uri="{FF2B5EF4-FFF2-40B4-BE49-F238E27FC236}">
                      <a16:creationId xmlns:a16="http://schemas.microsoft.com/office/drawing/2014/main" id="{2CF0F1E0-5340-AA09-02D7-D2CF860A36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136"/>
                  <a:stretch>
                    <a:fillRect r="-161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2" name="TextBox 561">
                  <a:extLst>
                    <a:ext uri="{FF2B5EF4-FFF2-40B4-BE49-F238E27FC236}">
                      <a16:creationId xmlns:a16="http://schemas.microsoft.com/office/drawing/2014/main" id="{C2C3DF5A-078A-CF37-F33E-E0BB122D6ED0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2" name="TextBox 561">
                  <a:extLst>
                    <a:ext uri="{FF2B5EF4-FFF2-40B4-BE49-F238E27FC236}">
                      <a16:creationId xmlns:a16="http://schemas.microsoft.com/office/drawing/2014/main" id="{4B12CDD3-6562-A307-7D2E-2854AE758E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137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3" name="TextBox 562">
                  <a:extLst>
                    <a:ext uri="{FF2B5EF4-FFF2-40B4-BE49-F238E27FC236}">
                      <a16:creationId xmlns:a16="http://schemas.microsoft.com/office/drawing/2014/main" id="{E024E5EE-3E9D-5B94-CABD-06A1B0F315E3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3" name="TextBox 562">
                  <a:extLst>
                    <a:ext uri="{FF2B5EF4-FFF2-40B4-BE49-F238E27FC236}">
                      <a16:creationId xmlns:a16="http://schemas.microsoft.com/office/drawing/2014/main" id="{F284C84A-9B79-C0F1-5A14-D14EC200FF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138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4" name="TextBox 563">
                  <a:extLst>
                    <a:ext uri="{FF2B5EF4-FFF2-40B4-BE49-F238E27FC236}">
                      <a16:creationId xmlns:a16="http://schemas.microsoft.com/office/drawing/2014/main" id="{183D889F-DCF5-01E4-8D86-D4922587E636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4" name="TextBox 563">
                  <a:extLst>
                    <a:ext uri="{FF2B5EF4-FFF2-40B4-BE49-F238E27FC236}">
                      <a16:creationId xmlns:a16="http://schemas.microsoft.com/office/drawing/2014/main" id="{F7E2DB7C-8DBC-72FC-7DEB-7626FEBA35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139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5" name="TextBox 564">
                  <a:extLst>
                    <a:ext uri="{FF2B5EF4-FFF2-40B4-BE49-F238E27FC236}">
                      <a16:creationId xmlns:a16="http://schemas.microsoft.com/office/drawing/2014/main" id="{4BFF1374-7BDC-74C6-A399-0911D9C028AF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5" name="TextBox 564">
                  <a:extLst>
                    <a:ext uri="{FF2B5EF4-FFF2-40B4-BE49-F238E27FC236}">
                      <a16:creationId xmlns:a16="http://schemas.microsoft.com/office/drawing/2014/main" id="{445AE5BE-5E0C-AB24-A638-E3DCA12109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135"/>
                  <a:stretch>
                    <a:fillRect t="-6061" r="-17949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6" name="TextBox 565">
                  <a:extLst>
                    <a:ext uri="{FF2B5EF4-FFF2-40B4-BE49-F238E27FC236}">
                      <a16:creationId xmlns:a16="http://schemas.microsoft.com/office/drawing/2014/main" id="{52F18734-06C8-C470-64A5-EFF6DE2E3EED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6" name="TextBox 565">
                  <a:extLst>
                    <a:ext uri="{FF2B5EF4-FFF2-40B4-BE49-F238E27FC236}">
                      <a16:creationId xmlns:a16="http://schemas.microsoft.com/office/drawing/2014/main" id="{CA71F40E-53A5-C34C-9DC4-E71839CB1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140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7" name="TextBox 566">
                  <a:extLst>
                    <a:ext uri="{FF2B5EF4-FFF2-40B4-BE49-F238E27FC236}">
                      <a16:creationId xmlns:a16="http://schemas.microsoft.com/office/drawing/2014/main" id="{8A3B94DB-125F-1E78-EACC-298B9C12643D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7" name="TextBox 566">
                  <a:extLst>
                    <a:ext uri="{FF2B5EF4-FFF2-40B4-BE49-F238E27FC236}">
                      <a16:creationId xmlns:a16="http://schemas.microsoft.com/office/drawing/2014/main" id="{D39808BC-3A2D-3441-6A25-9A00D77229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141"/>
                  <a:stretch>
                    <a:fillRect l="-28125" r="-9375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8" name="TextBox 567">
                  <a:extLst>
                    <a:ext uri="{FF2B5EF4-FFF2-40B4-BE49-F238E27FC236}">
                      <a16:creationId xmlns:a16="http://schemas.microsoft.com/office/drawing/2014/main" id="{9EFFB187-2EF4-9BC6-16C4-305AF3618C65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8" name="TextBox 567">
                  <a:extLst>
                    <a:ext uri="{FF2B5EF4-FFF2-40B4-BE49-F238E27FC236}">
                      <a16:creationId xmlns:a16="http://schemas.microsoft.com/office/drawing/2014/main" id="{272AEE05-0F7C-E9BC-B300-34A37AF03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142"/>
                  <a:stretch>
                    <a:fillRect l="-28125" r="-9375" b="-205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9" name="TextBox 568">
                  <a:extLst>
                    <a:ext uri="{FF2B5EF4-FFF2-40B4-BE49-F238E27FC236}">
                      <a16:creationId xmlns:a16="http://schemas.microsoft.com/office/drawing/2014/main" id="{8516FFEB-299F-BA46-3AA5-8383579C0F24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9" name="TextBox 568">
                  <a:extLst>
                    <a:ext uri="{FF2B5EF4-FFF2-40B4-BE49-F238E27FC236}">
                      <a16:creationId xmlns:a16="http://schemas.microsoft.com/office/drawing/2014/main" id="{D2018DBA-B9A8-C33D-769D-6272212DBE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143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0" name="TextBox 569">
                  <a:extLst>
                    <a:ext uri="{FF2B5EF4-FFF2-40B4-BE49-F238E27FC236}">
                      <a16:creationId xmlns:a16="http://schemas.microsoft.com/office/drawing/2014/main" id="{80033CD9-17AE-391F-B244-83359F6C1789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0" name="TextBox 569">
                  <a:extLst>
                    <a:ext uri="{FF2B5EF4-FFF2-40B4-BE49-F238E27FC236}">
                      <a16:creationId xmlns:a16="http://schemas.microsoft.com/office/drawing/2014/main" id="{B4C98270-981F-5CFA-F178-64725F72D5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144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1" name="TextBox 570">
                  <a:extLst>
                    <a:ext uri="{FF2B5EF4-FFF2-40B4-BE49-F238E27FC236}">
                      <a16:creationId xmlns:a16="http://schemas.microsoft.com/office/drawing/2014/main" id="{56700A4F-585F-8C09-A0E6-6E81AB2826FA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1" name="TextBox 570">
                  <a:extLst>
                    <a:ext uri="{FF2B5EF4-FFF2-40B4-BE49-F238E27FC236}">
                      <a16:creationId xmlns:a16="http://schemas.microsoft.com/office/drawing/2014/main" id="{11CC0B74-C30F-36B5-4C39-94CA3D9AF3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145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2" name="TextBox 571">
                  <a:extLst>
                    <a:ext uri="{FF2B5EF4-FFF2-40B4-BE49-F238E27FC236}">
                      <a16:creationId xmlns:a16="http://schemas.microsoft.com/office/drawing/2014/main" id="{A7DB4CBB-34B7-33C0-A0B9-3F2B6D4D155C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2" name="TextBox 571">
                  <a:extLst>
                    <a:ext uri="{FF2B5EF4-FFF2-40B4-BE49-F238E27FC236}">
                      <a16:creationId xmlns:a16="http://schemas.microsoft.com/office/drawing/2014/main" id="{4C440466-1386-8370-FC7F-F8ADED5909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146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3" name="TextBox 572">
                  <a:extLst>
                    <a:ext uri="{FF2B5EF4-FFF2-40B4-BE49-F238E27FC236}">
                      <a16:creationId xmlns:a16="http://schemas.microsoft.com/office/drawing/2014/main" id="{FD3E5694-A97F-18E6-9A5A-DDE7CF572F23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3" name="TextBox 572">
                  <a:extLst>
                    <a:ext uri="{FF2B5EF4-FFF2-40B4-BE49-F238E27FC236}">
                      <a16:creationId xmlns:a16="http://schemas.microsoft.com/office/drawing/2014/main" id="{CDE0ADBB-AC4D-20BD-379A-4B8CE3A4E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147"/>
                  <a:stretch>
                    <a:fillRect r="-156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4" name="TextBox 573">
                  <a:extLst>
                    <a:ext uri="{FF2B5EF4-FFF2-40B4-BE49-F238E27FC236}">
                      <a16:creationId xmlns:a16="http://schemas.microsoft.com/office/drawing/2014/main" id="{E9FE9755-F6DB-540F-D11F-D89D57868257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4" name="TextBox 573">
                  <a:extLst>
                    <a:ext uri="{FF2B5EF4-FFF2-40B4-BE49-F238E27FC236}">
                      <a16:creationId xmlns:a16="http://schemas.microsoft.com/office/drawing/2014/main" id="{6A29FAE2-6621-8A87-F2F5-60FF9BAA3E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148"/>
                  <a:stretch>
                    <a:fillRect r="-1587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5" name="TextBox 574">
                  <a:extLst>
                    <a:ext uri="{FF2B5EF4-FFF2-40B4-BE49-F238E27FC236}">
                      <a16:creationId xmlns:a16="http://schemas.microsoft.com/office/drawing/2014/main" id="{20A17310-4200-EE70-B39B-E9DAE9A7344F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5" name="TextBox 574">
                  <a:extLst>
                    <a:ext uri="{FF2B5EF4-FFF2-40B4-BE49-F238E27FC236}">
                      <a16:creationId xmlns:a16="http://schemas.microsoft.com/office/drawing/2014/main" id="{3513CAEF-1B42-3124-9947-5606E37061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149"/>
                  <a:stretch>
                    <a:fillRect r="-1205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6" name="TextBox 575">
                  <a:extLst>
                    <a:ext uri="{FF2B5EF4-FFF2-40B4-BE49-F238E27FC236}">
                      <a16:creationId xmlns:a16="http://schemas.microsoft.com/office/drawing/2014/main" id="{C846A7CC-2C49-36E3-2366-C1EBA12A850D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6" name="TextBox 575">
                  <a:extLst>
                    <a:ext uri="{FF2B5EF4-FFF2-40B4-BE49-F238E27FC236}">
                      <a16:creationId xmlns:a16="http://schemas.microsoft.com/office/drawing/2014/main" id="{BBC2A947-5F7F-A516-AC83-568F5DE6F1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15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7" name="TextBox 576">
                  <a:extLst>
                    <a:ext uri="{FF2B5EF4-FFF2-40B4-BE49-F238E27FC236}">
                      <a16:creationId xmlns:a16="http://schemas.microsoft.com/office/drawing/2014/main" id="{386132E7-BE2E-53ED-D0BB-546EE44B89D8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7" name="TextBox 576">
                  <a:extLst>
                    <a:ext uri="{FF2B5EF4-FFF2-40B4-BE49-F238E27FC236}">
                      <a16:creationId xmlns:a16="http://schemas.microsoft.com/office/drawing/2014/main" id="{9E079F74-5BF7-ACFD-8888-953E7E9564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151"/>
                  <a:stretch>
                    <a:fillRect t="-9091" r="-17949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8" name="TextBox 577">
                  <a:extLst>
                    <a:ext uri="{FF2B5EF4-FFF2-40B4-BE49-F238E27FC236}">
                      <a16:creationId xmlns:a16="http://schemas.microsoft.com/office/drawing/2014/main" id="{9E233C9C-4CF2-0DD8-459F-30F0318994DB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8" name="TextBox 577">
                  <a:extLst>
                    <a:ext uri="{FF2B5EF4-FFF2-40B4-BE49-F238E27FC236}">
                      <a16:creationId xmlns:a16="http://schemas.microsoft.com/office/drawing/2014/main" id="{20E4713E-1DE9-F6DB-EF97-81539B2FD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135"/>
                  <a:stretch>
                    <a:fillRect t="-606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76136F7-ECE1-217B-BDAC-EAC29EC187B8}"/>
              </a:ext>
            </a:extLst>
          </p:cNvPr>
          <p:cNvSpPr/>
          <p:nvPr/>
        </p:nvSpPr>
        <p:spPr>
          <a:xfrm>
            <a:off x="14869379" y="13577237"/>
            <a:ext cx="3652800" cy="3652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449454-2EA6-AC3B-9A28-8C71DEC7FAA3}"/>
              </a:ext>
            </a:extLst>
          </p:cNvPr>
          <p:cNvSpPr/>
          <p:nvPr/>
        </p:nvSpPr>
        <p:spPr>
          <a:xfrm>
            <a:off x="148731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277C85-6C5E-77F8-8FFD-3FF3C9DB04B7}"/>
              </a:ext>
            </a:extLst>
          </p:cNvPr>
          <p:cNvGrpSpPr/>
          <p:nvPr/>
        </p:nvGrpSpPr>
        <p:grpSpPr>
          <a:xfrm>
            <a:off x="15222861" y="10246469"/>
            <a:ext cx="3027141" cy="2995860"/>
            <a:chOff x="1386039" y="1479887"/>
            <a:chExt cx="3027141" cy="299586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0D37782-9CD8-CCA0-1A0E-FB90DAE120EB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DAB762E-C31D-C087-CA82-6BC8680661A3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6B6886E-A157-A080-53AE-5177EF6FD422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4DD033C-B31E-7087-E3E8-D6127EAFC920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7E51487-9275-9AE1-D888-43543105E73E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669142E-3769-1D6A-F59A-4859EA029A28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2BBBD63-D647-30B3-DC4B-F98F72E0F63F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0234FC5-ED4C-4AD5-49EE-9502240FD873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6A2B2AC-1E49-8C75-B780-B525E50D90DD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4200B8D-05FF-4DE3-B15F-F0C29CA3FE52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DD2C4AE-50B4-DE5C-525B-F7AE32B3E7D2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ADEAFB6-7202-35C8-F6B7-91842431F798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C7E5F8F-3422-B2B2-B672-AA32834D9DA7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F287F57-D459-8082-4DE9-41EBA09294B1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32A8F55-5F31-DA47-A92F-47F5C36F7771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8FA2900-2698-0ED5-83D5-3559A439F612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C81B3810-8583-00CF-F3FE-1BB8E977980B}"/>
              </a:ext>
            </a:extLst>
          </p:cNvPr>
          <p:cNvSpPr/>
          <p:nvPr/>
        </p:nvSpPr>
        <p:spPr>
          <a:xfrm>
            <a:off x="148718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99E351F-B645-9DE3-F9ED-D5FCFB050694}"/>
              </a:ext>
            </a:extLst>
          </p:cNvPr>
          <p:cNvGrpSpPr/>
          <p:nvPr/>
        </p:nvGrpSpPr>
        <p:grpSpPr>
          <a:xfrm>
            <a:off x="15221600" y="13901859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84D54640-5AA7-6154-7E25-E30A5B94B43F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F3A3583C-1006-3A22-EB34-C70309ACD883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9983047C-0842-2A31-0AC1-02649FCFEABC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3A6A772E-F8D9-6CCE-75E0-172B1CC1F996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0" name="Oval 449">
              <a:extLst>
                <a:ext uri="{FF2B5EF4-FFF2-40B4-BE49-F238E27FC236}">
                  <a16:creationId xmlns:a16="http://schemas.microsoft.com/office/drawing/2014/main" id="{F0072819-E99C-B234-854B-8FC79301ADE6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EED61FF2-A31C-BF97-CA1A-332C489C9BBE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2" name="Oval 451">
              <a:extLst>
                <a:ext uri="{FF2B5EF4-FFF2-40B4-BE49-F238E27FC236}">
                  <a16:creationId xmlns:a16="http://schemas.microsoft.com/office/drawing/2014/main" id="{D5B58C56-37DE-CACD-6E14-79FA2C00AB1C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3" name="Oval 452">
              <a:extLst>
                <a:ext uri="{FF2B5EF4-FFF2-40B4-BE49-F238E27FC236}">
                  <a16:creationId xmlns:a16="http://schemas.microsoft.com/office/drawing/2014/main" id="{0412C8ED-C105-A3E6-AE61-E8C7DDAD8D27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4" name="Oval 453">
              <a:extLst>
                <a:ext uri="{FF2B5EF4-FFF2-40B4-BE49-F238E27FC236}">
                  <a16:creationId xmlns:a16="http://schemas.microsoft.com/office/drawing/2014/main" id="{2D6FFD1B-45C5-5E5E-E48B-D184B1003862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5" name="Oval 454">
              <a:extLst>
                <a:ext uri="{FF2B5EF4-FFF2-40B4-BE49-F238E27FC236}">
                  <a16:creationId xmlns:a16="http://schemas.microsoft.com/office/drawing/2014/main" id="{CE9F1BC7-8830-2116-6F5D-AB9070A2F8FB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6" name="Oval 455">
              <a:extLst>
                <a:ext uri="{FF2B5EF4-FFF2-40B4-BE49-F238E27FC236}">
                  <a16:creationId xmlns:a16="http://schemas.microsoft.com/office/drawing/2014/main" id="{EC34D541-4CB4-D9AE-604E-34BDCF94AEC8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788A23B6-DECD-AB53-0289-8F4A7EDD5703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8" name="Oval 457">
              <a:extLst>
                <a:ext uri="{FF2B5EF4-FFF2-40B4-BE49-F238E27FC236}">
                  <a16:creationId xmlns:a16="http://schemas.microsoft.com/office/drawing/2014/main" id="{F58502B6-65BC-88A0-7BC4-83854F5BC262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9" name="Oval 458">
              <a:extLst>
                <a:ext uri="{FF2B5EF4-FFF2-40B4-BE49-F238E27FC236}">
                  <a16:creationId xmlns:a16="http://schemas.microsoft.com/office/drawing/2014/main" id="{8421D196-512A-93C9-694D-A60DAF4A8AED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0" name="Oval 459">
              <a:extLst>
                <a:ext uri="{FF2B5EF4-FFF2-40B4-BE49-F238E27FC236}">
                  <a16:creationId xmlns:a16="http://schemas.microsoft.com/office/drawing/2014/main" id="{F8A4A884-73F9-9F65-026D-73069C6042E6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Oval 460">
              <a:extLst>
                <a:ext uri="{FF2B5EF4-FFF2-40B4-BE49-F238E27FC236}">
                  <a16:creationId xmlns:a16="http://schemas.microsoft.com/office/drawing/2014/main" id="{6DAC0BCE-49AE-A2BA-6AFE-09DA43812852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2" name="TextBox 461">
                <a:extLst>
                  <a:ext uri="{FF2B5EF4-FFF2-40B4-BE49-F238E27FC236}">
                    <a16:creationId xmlns:a16="http://schemas.microsoft.com/office/drawing/2014/main" id="{6B631D77-A8CC-CF96-DA34-09924ED071E3}"/>
                  </a:ext>
                </a:extLst>
              </p:cNvPr>
              <p:cNvSpPr txBox="1"/>
              <p:nvPr/>
            </p:nvSpPr>
            <p:spPr>
              <a:xfrm>
                <a:off x="16351333" y="15099806"/>
                <a:ext cx="1256819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2" name="TextBox 461">
                <a:extLst>
                  <a:ext uri="{FF2B5EF4-FFF2-40B4-BE49-F238E27FC236}">
                    <a16:creationId xmlns:a16="http://schemas.microsoft.com/office/drawing/2014/main" id="{6B631D77-A8CC-CF96-DA34-09924ED07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1333" y="15099806"/>
                <a:ext cx="1256819" cy="566181"/>
              </a:xfrm>
              <a:prstGeom prst="rect">
                <a:avLst/>
              </a:prstGeom>
              <a:blipFill>
                <a:blip r:embed="rId1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2EF07CBE-5BB8-DA37-9E94-9109C0EFE00A}"/>
              </a:ext>
            </a:extLst>
          </p:cNvPr>
          <p:cNvGrpSpPr/>
          <p:nvPr/>
        </p:nvGrpSpPr>
        <p:grpSpPr>
          <a:xfrm>
            <a:off x="14897573" y="9910068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800842DD-8FAF-6AFA-E6BB-416B09F2567B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5" name="TextBox 354">
                  <a:extLst>
                    <a:ext uri="{FF2B5EF4-FFF2-40B4-BE49-F238E27FC236}">
                      <a16:creationId xmlns:a16="http://schemas.microsoft.com/office/drawing/2014/main" id="{4C7B5F18-8E3A-BE2D-205A-F3D47BF9C6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29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D8AF2A76-CF47-9507-ADF9-17047FE02113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6" name="TextBox 355">
                  <a:extLst>
                    <a:ext uri="{FF2B5EF4-FFF2-40B4-BE49-F238E27FC236}">
                      <a16:creationId xmlns:a16="http://schemas.microsoft.com/office/drawing/2014/main" id="{FE1CEA2F-90BA-567C-753F-A99191AA7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30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10D7AA4D-F41E-CA65-35A4-3FCE05E06C40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7" name="TextBox 356">
                  <a:extLst>
                    <a:ext uri="{FF2B5EF4-FFF2-40B4-BE49-F238E27FC236}">
                      <a16:creationId xmlns:a16="http://schemas.microsoft.com/office/drawing/2014/main" id="{C1E46F33-7861-74AD-A3C4-BE03279F10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31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CB959844-9698-6735-AFB6-812E4DEC9A92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8" name="TextBox 357">
                  <a:extLst>
                    <a:ext uri="{FF2B5EF4-FFF2-40B4-BE49-F238E27FC236}">
                      <a16:creationId xmlns:a16="http://schemas.microsoft.com/office/drawing/2014/main" id="{C14B58E8-0526-0A14-3389-785E36294A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9D38F3FC-0E4F-4903-EB71-C5A4305C798D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1EDAF50F-DDBC-CD90-4C41-18582DC52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3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4507818A-083B-6B8C-87EC-0BD5FC006818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B8453E26-A955-7028-05F5-4DC285576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34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B2F93849-7445-784A-F23B-234996B417A9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1" name="TextBox 360">
                  <a:extLst>
                    <a:ext uri="{FF2B5EF4-FFF2-40B4-BE49-F238E27FC236}">
                      <a16:creationId xmlns:a16="http://schemas.microsoft.com/office/drawing/2014/main" id="{0EA9D819-3E3B-6615-0D3E-1CF72099E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35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1E458D9-198C-8385-DEBE-C262AD667073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574B8A02-9E5A-E1AD-88CC-7CB91B2AF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36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8AE0B876-A119-8375-4492-6C2D00E2CF5E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A18901E5-6898-9141-6E8A-4A1D607EBE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AB9B0B6E-C01F-8EFB-E681-B48B588B1071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A990E558-E2D9-5F52-A2B4-C5525A5F6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37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6B84AC25-E782-FE6E-C4EC-EB388FEE0E67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5" name="TextBox 364">
                  <a:extLst>
                    <a:ext uri="{FF2B5EF4-FFF2-40B4-BE49-F238E27FC236}">
                      <a16:creationId xmlns:a16="http://schemas.microsoft.com/office/drawing/2014/main" id="{E13CBE15-D2FF-A536-BEC1-6F8FB7AD83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38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3C6912BF-2661-17D6-252E-9EFC12433441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8E472EC5-2168-C189-1E72-5BDE40C1C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39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5124E87B-01D7-6E1E-A247-5D4A01C22602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7326766E-A885-64B8-E87B-C7FF881B7F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40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C34FD639-5B69-3A8F-1371-6D19E0F2EFF5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FF2DA618-2CD2-CCDB-1059-6E881977C3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41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49043A80-D8D3-AF7A-17F6-C20C203B3D29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9" name="TextBox 368">
                  <a:extLst>
                    <a:ext uri="{FF2B5EF4-FFF2-40B4-BE49-F238E27FC236}">
                      <a16:creationId xmlns:a16="http://schemas.microsoft.com/office/drawing/2014/main" id="{B0F53832-410D-8633-9C13-FF0E7EEC90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42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4407D539-D79A-501F-9CA4-E1A74E1548DD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A0AB570B-7879-ECEE-58CA-934507FBB5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4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3812F08A-0206-F08D-A843-C57A0A4C64EF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1" name="TextBox 370">
                  <a:extLst>
                    <a:ext uri="{FF2B5EF4-FFF2-40B4-BE49-F238E27FC236}">
                      <a16:creationId xmlns:a16="http://schemas.microsoft.com/office/drawing/2014/main" id="{969C3F63-EFFF-37C7-8883-822E261D27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44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6DE838E7-588F-AA28-EDEE-F3D2447FB9F7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2" name="TextBox 371">
                  <a:extLst>
                    <a:ext uri="{FF2B5EF4-FFF2-40B4-BE49-F238E27FC236}">
                      <a16:creationId xmlns:a16="http://schemas.microsoft.com/office/drawing/2014/main" id="{23D47391-48D4-2AAF-E3E2-8D738BF48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45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B770C2D2-5C08-9077-EF64-0610EDB1D00C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4FACA9D6-6EF6-E549-B36B-77B365CA3D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46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D2474407-ED49-016E-1D5F-AC58866FF3A1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BD41DF49-3BFA-F26D-E97C-3D5E8CABA2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47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C8D64779-264C-D6E7-F979-438FED26DDD8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001F4137-5495-FDF6-42E6-F6699F68B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D6E82851-4602-3694-BE89-95489AD2054B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77B64866-7116-4245-E3FB-AF500959A1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48"/>
                  <a:stretch>
                    <a:fillRect t="-9375" r="-18421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7D45EE58-95C8-F207-C200-F79CB836E7CF}"/>
              </a:ext>
            </a:extLst>
          </p:cNvPr>
          <p:cNvGrpSpPr/>
          <p:nvPr/>
        </p:nvGrpSpPr>
        <p:grpSpPr>
          <a:xfrm>
            <a:off x="14895158" y="13557474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D318A16E-F456-CDA4-C7BB-2F118BEFB26C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7E910A06-F17E-8E41-BAB2-01841F8279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94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AC81008A-78AD-5A33-E031-F441C9DC9D23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D6692CAA-BC86-51B4-EA7C-8967CB4BEE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95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D0C48827-7DAC-5F74-E4E4-C62DB1E7212B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B5848C27-071C-1E53-9908-6C310FC127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96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D3CBAE04-398A-E574-FB33-D8D724FAB42F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7BF072AE-DF3A-90C1-AE75-C11ACA5EE3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97"/>
                  <a:stretch>
                    <a:fillRect t="-606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D8DB5A4C-DAE6-6880-CFCF-3D1BE0C6017B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82248FC-D8D8-06CB-6338-A2404C30ED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98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86BA3589-342A-ECA4-4CB8-A7E233BDC41A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B7A1D332-09DA-FD17-4EE4-C255D711FE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99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7C79F986-3522-2C3B-7B02-E2A3B3C76C87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7" name="TextBox 516">
                  <a:extLst>
                    <a:ext uri="{FF2B5EF4-FFF2-40B4-BE49-F238E27FC236}">
                      <a16:creationId xmlns:a16="http://schemas.microsoft.com/office/drawing/2014/main" id="{FF0362CF-8DCA-3A99-9BBF-EE3A3B61EB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100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046EDC3C-1AFA-6090-3EF3-ACFFD935D00D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8" name="TextBox 517">
                  <a:extLst>
                    <a:ext uri="{FF2B5EF4-FFF2-40B4-BE49-F238E27FC236}">
                      <a16:creationId xmlns:a16="http://schemas.microsoft.com/office/drawing/2014/main" id="{F2CB3E78-C74A-9C88-75CB-839B912B1E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101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6230BD8C-0E41-35A7-16AF-C98750A0C3FF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9" name="TextBox 518">
                  <a:extLst>
                    <a:ext uri="{FF2B5EF4-FFF2-40B4-BE49-F238E27FC236}">
                      <a16:creationId xmlns:a16="http://schemas.microsoft.com/office/drawing/2014/main" id="{50C675F9-B587-FE22-0F79-03A634A3FA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102"/>
                  <a:stretch>
                    <a:fillRect t="-909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D434EF27-7A31-71A1-BA69-56FFECAAB99D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0" name="TextBox 519">
                  <a:extLst>
                    <a:ext uri="{FF2B5EF4-FFF2-40B4-BE49-F238E27FC236}">
                      <a16:creationId xmlns:a16="http://schemas.microsoft.com/office/drawing/2014/main" id="{8795D13C-8A9C-42B2-B373-E065283A97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10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C9D2738A-C99E-83AE-2E61-56048FA7BE75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1" name="TextBox 520">
                  <a:extLst>
                    <a:ext uri="{FF2B5EF4-FFF2-40B4-BE49-F238E27FC236}">
                      <a16:creationId xmlns:a16="http://schemas.microsoft.com/office/drawing/2014/main" id="{F8AD97A3-278B-6FD6-7454-BF31036C18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62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69A67B78-8D39-E000-79E4-08E835E6FB06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2" name="TextBox 521">
                  <a:extLst>
                    <a:ext uri="{FF2B5EF4-FFF2-40B4-BE49-F238E27FC236}">
                      <a16:creationId xmlns:a16="http://schemas.microsoft.com/office/drawing/2014/main" id="{4AAC5C66-E370-9C37-20E6-48DB66D1B8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63"/>
                  <a:stretch>
                    <a:fillRect l="-25000" r="-9375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8A708668-A532-91EB-37AD-AEA7B06625D8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3" name="TextBox 522">
                  <a:extLst>
                    <a:ext uri="{FF2B5EF4-FFF2-40B4-BE49-F238E27FC236}">
                      <a16:creationId xmlns:a16="http://schemas.microsoft.com/office/drawing/2014/main" id="{DB02F49C-7D9B-9889-6E0B-5ED4C8B6B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104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0" name="TextBox 579">
                  <a:extLst>
                    <a:ext uri="{FF2B5EF4-FFF2-40B4-BE49-F238E27FC236}">
                      <a16:creationId xmlns:a16="http://schemas.microsoft.com/office/drawing/2014/main" id="{9DBB43BD-21BE-A071-6055-4D04B441EB44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4" name="TextBox 523">
                  <a:extLst>
                    <a:ext uri="{FF2B5EF4-FFF2-40B4-BE49-F238E27FC236}">
                      <a16:creationId xmlns:a16="http://schemas.microsoft.com/office/drawing/2014/main" id="{3A696E0A-4E24-9140-CDBF-DF9FF0DA96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105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1" name="TextBox 580">
                  <a:extLst>
                    <a:ext uri="{FF2B5EF4-FFF2-40B4-BE49-F238E27FC236}">
                      <a16:creationId xmlns:a16="http://schemas.microsoft.com/office/drawing/2014/main" id="{7D1AA14D-9A79-54C6-F436-399B88558E36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5" name="TextBox 524">
                  <a:extLst>
                    <a:ext uri="{FF2B5EF4-FFF2-40B4-BE49-F238E27FC236}">
                      <a16:creationId xmlns:a16="http://schemas.microsoft.com/office/drawing/2014/main" id="{51B4C755-F052-F00F-27BD-A0E2AB6D4B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106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2" name="TextBox 581">
                  <a:extLst>
                    <a:ext uri="{FF2B5EF4-FFF2-40B4-BE49-F238E27FC236}">
                      <a16:creationId xmlns:a16="http://schemas.microsoft.com/office/drawing/2014/main" id="{CB5813D4-6768-1056-ECB7-9A208DEB08D0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6" name="TextBox 525">
                  <a:extLst>
                    <a:ext uri="{FF2B5EF4-FFF2-40B4-BE49-F238E27FC236}">
                      <a16:creationId xmlns:a16="http://schemas.microsoft.com/office/drawing/2014/main" id="{1C762992-BD9C-4F1B-541A-A85747FE23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107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3" name="TextBox 582">
                  <a:extLst>
                    <a:ext uri="{FF2B5EF4-FFF2-40B4-BE49-F238E27FC236}">
                      <a16:creationId xmlns:a16="http://schemas.microsoft.com/office/drawing/2014/main" id="{DEE247A4-BA26-516C-BB98-1B8BC16B010D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7" name="TextBox 526">
                  <a:extLst>
                    <a:ext uri="{FF2B5EF4-FFF2-40B4-BE49-F238E27FC236}">
                      <a16:creationId xmlns:a16="http://schemas.microsoft.com/office/drawing/2014/main" id="{62816C68-7E61-8B06-6079-5F890E3B27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108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4" name="TextBox 583">
                  <a:extLst>
                    <a:ext uri="{FF2B5EF4-FFF2-40B4-BE49-F238E27FC236}">
                      <a16:creationId xmlns:a16="http://schemas.microsoft.com/office/drawing/2014/main" id="{3CD9C9AC-61B1-A98C-02C4-28FF86E23B6A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8" name="TextBox 527">
                  <a:extLst>
                    <a:ext uri="{FF2B5EF4-FFF2-40B4-BE49-F238E27FC236}">
                      <a16:creationId xmlns:a16="http://schemas.microsoft.com/office/drawing/2014/main" id="{CBE98000-FB06-7062-E43A-C72348707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109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5" name="TextBox 584">
                  <a:extLst>
                    <a:ext uri="{FF2B5EF4-FFF2-40B4-BE49-F238E27FC236}">
                      <a16:creationId xmlns:a16="http://schemas.microsoft.com/office/drawing/2014/main" id="{B3911B8F-299C-5EAC-C336-9DE6CFF12299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9" name="TextBox 528">
                  <a:extLst>
                    <a:ext uri="{FF2B5EF4-FFF2-40B4-BE49-F238E27FC236}">
                      <a16:creationId xmlns:a16="http://schemas.microsoft.com/office/drawing/2014/main" id="{C7D55979-F34C-42E7-A9AB-B6E899AEB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110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6" name="TextBox 585">
                  <a:extLst>
                    <a:ext uri="{FF2B5EF4-FFF2-40B4-BE49-F238E27FC236}">
                      <a16:creationId xmlns:a16="http://schemas.microsoft.com/office/drawing/2014/main" id="{761B3631-BCA8-6992-DEA2-9DD19B2A09AB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0" name="TextBox 529">
                  <a:extLst>
                    <a:ext uri="{FF2B5EF4-FFF2-40B4-BE49-F238E27FC236}">
                      <a16:creationId xmlns:a16="http://schemas.microsoft.com/office/drawing/2014/main" id="{7A2B8D3A-D9C9-10C0-7B79-CA4EB4895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111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7" name="TextBox 586">
                  <a:extLst>
                    <a:ext uri="{FF2B5EF4-FFF2-40B4-BE49-F238E27FC236}">
                      <a16:creationId xmlns:a16="http://schemas.microsoft.com/office/drawing/2014/main" id="{7BDC671E-680F-740A-FC0D-18EC4DE9168E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1" name="TextBox 530">
                  <a:extLst>
                    <a:ext uri="{FF2B5EF4-FFF2-40B4-BE49-F238E27FC236}">
                      <a16:creationId xmlns:a16="http://schemas.microsoft.com/office/drawing/2014/main" id="{A1FCFDA2-5DA2-F0F8-5A65-5EC960D620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09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8" name="TextBox 587">
                  <a:extLst>
                    <a:ext uri="{FF2B5EF4-FFF2-40B4-BE49-F238E27FC236}">
                      <a16:creationId xmlns:a16="http://schemas.microsoft.com/office/drawing/2014/main" id="{47F22641-B354-3A17-263A-13C09274D8D0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2" name="TextBox 531">
                  <a:extLst>
                    <a:ext uri="{FF2B5EF4-FFF2-40B4-BE49-F238E27FC236}">
                      <a16:creationId xmlns:a16="http://schemas.microsoft.com/office/drawing/2014/main" id="{64EA9789-918E-7D3A-FB26-8C4B16515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112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DCA86E15-2F8F-65D1-15A3-28A00CF2DE23}"/>
                  </a:ext>
                </a:extLst>
              </p:cNvPr>
              <p:cNvSpPr txBox="1"/>
              <p:nvPr/>
            </p:nvSpPr>
            <p:spPr>
              <a:xfrm>
                <a:off x="14713338" y="24073655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DCA86E15-2F8F-65D1-15A3-28A00CF2D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3338" y="24073655"/>
                <a:ext cx="2782236" cy="584775"/>
              </a:xfrm>
              <a:prstGeom prst="rect">
                <a:avLst/>
              </a:prstGeom>
              <a:blipFill>
                <a:blip r:embed="rId153"/>
                <a:stretch>
                  <a:fillRect t="-12766" r="-6364" b="-34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0" name="Rectangle 589">
            <a:extLst>
              <a:ext uri="{FF2B5EF4-FFF2-40B4-BE49-F238E27FC236}">
                <a16:creationId xmlns:a16="http://schemas.microsoft.com/office/drawing/2014/main" id="{E0E161CA-7C6D-0694-3E55-BC049E6EC490}"/>
              </a:ext>
            </a:extLst>
          </p:cNvPr>
          <p:cNvSpPr/>
          <p:nvPr/>
        </p:nvSpPr>
        <p:spPr>
          <a:xfrm>
            <a:off x="18582002" y="6253463"/>
            <a:ext cx="3649037" cy="36490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1" name="TextBox 590">
                <a:extLst>
                  <a:ext uri="{FF2B5EF4-FFF2-40B4-BE49-F238E27FC236}">
                    <a16:creationId xmlns:a16="http://schemas.microsoft.com/office/drawing/2014/main" id="{8CE4F483-E890-A825-0DB7-CE15B326437F}"/>
                  </a:ext>
                </a:extLst>
              </p:cNvPr>
              <p:cNvSpPr txBox="1"/>
              <p:nvPr/>
            </p:nvSpPr>
            <p:spPr>
              <a:xfrm>
                <a:off x="19814755" y="7816994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1" name="TextBox 590">
                <a:extLst>
                  <a:ext uri="{FF2B5EF4-FFF2-40B4-BE49-F238E27FC236}">
                    <a16:creationId xmlns:a16="http://schemas.microsoft.com/office/drawing/2014/main" id="{8CE4F483-E890-A825-0DB7-CE15B3264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4755" y="7816994"/>
                <a:ext cx="1945341" cy="566181"/>
              </a:xfrm>
              <a:prstGeom prst="rect">
                <a:avLst/>
              </a:prstGeom>
              <a:blipFill>
                <a:blip r:embed="rId1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2" name="Rectangle 591">
            <a:extLst>
              <a:ext uri="{FF2B5EF4-FFF2-40B4-BE49-F238E27FC236}">
                <a16:creationId xmlns:a16="http://schemas.microsoft.com/office/drawing/2014/main" id="{3AFDB7A4-E122-8E17-ED74-451323C11AB0}"/>
              </a:ext>
            </a:extLst>
          </p:cNvPr>
          <p:cNvSpPr/>
          <p:nvPr/>
        </p:nvSpPr>
        <p:spPr>
          <a:xfrm>
            <a:off x="18578238" y="9928332"/>
            <a:ext cx="3652800" cy="3652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73A278C8-666E-844A-130B-83403DDDEDC8}"/>
              </a:ext>
            </a:extLst>
          </p:cNvPr>
          <p:cNvSpPr/>
          <p:nvPr/>
        </p:nvSpPr>
        <p:spPr>
          <a:xfrm>
            <a:off x="18582001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94" name="Group 593">
            <a:extLst>
              <a:ext uri="{FF2B5EF4-FFF2-40B4-BE49-F238E27FC236}">
                <a16:creationId xmlns:a16="http://schemas.microsoft.com/office/drawing/2014/main" id="{86986DD9-0AAC-A3E4-1F78-87784A1C05C0}"/>
              </a:ext>
            </a:extLst>
          </p:cNvPr>
          <p:cNvGrpSpPr/>
          <p:nvPr/>
        </p:nvGrpSpPr>
        <p:grpSpPr>
          <a:xfrm>
            <a:off x="18931720" y="6597564"/>
            <a:ext cx="3027141" cy="2995860"/>
            <a:chOff x="1386039" y="1479887"/>
            <a:chExt cx="3027141" cy="2995860"/>
          </a:xfrm>
        </p:grpSpPr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19403831-0068-150E-EDC7-391E31761CF1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6" name="Oval 595">
              <a:extLst>
                <a:ext uri="{FF2B5EF4-FFF2-40B4-BE49-F238E27FC236}">
                  <a16:creationId xmlns:a16="http://schemas.microsoft.com/office/drawing/2014/main" id="{0B83C0BF-8114-4DD5-B94D-40499474DCAF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7" name="Oval 596">
              <a:extLst>
                <a:ext uri="{FF2B5EF4-FFF2-40B4-BE49-F238E27FC236}">
                  <a16:creationId xmlns:a16="http://schemas.microsoft.com/office/drawing/2014/main" id="{71766C93-1952-8CAB-0EAB-9E15D8470A5E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8" name="Oval 597">
              <a:extLst>
                <a:ext uri="{FF2B5EF4-FFF2-40B4-BE49-F238E27FC236}">
                  <a16:creationId xmlns:a16="http://schemas.microsoft.com/office/drawing/2014/main" id="{B7C7C8E0-0E6B-40E2-4AC7-BCC950D2EEFB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9" name="Oval 598">
              <a:extLst>
                <a:ext uri="{FF2B5EF4-FFF2-40B4-BE49-F238E27FC236}">
                  <a16:creationId xmlns:a16="http://schemas.microsoft.com/office/drawing/2014/main" id="{A4C9C73A-CE50-33FC-A99F-1028A661D18B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0" name="Oval 599">
              <a:extLst>
                <a:ext uri="{FF2B5EF4-FFF2-40B4-BE49-F238E27FC236}">
                  <a16:creationId xmlns:a16="http://schemas.microsoft.com/office/drawing/2014/main" id="{DBC3E020-9899-9AE7-A3B0-0ADD4152357A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1" name="Oval 600">
              <a:extLst>
                <a:ext uri="{FF2B5EF4-FFF2-40B4-BE49-F238E27FC236}">
                  <a16:creationId xmlns:a16="http://schemas.microsoft.com/office/drawing/2014/main" id="{6E7B1122-0AC7-B8E4-4B24-047415ADD0D1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2" name="Oval 601">
              <a:extLst>
                <a:ext uri="{FF2B5EF4-FFF2-40B4-BE49-F238E27FC236}">
                  <a16:creationId xmlns:a16="http://schemas.microsoft.com/office/drawing/2014/main" id="{AD0D80D1-EA55-0F5B-525C-109CB29403F1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184020E2-93D1-55DE-B361-FC3FFA4B8047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4" name="Oval 603">
              <a:extLst>
                <a:ext uri="{FF2B5EF4-FFF2-40B4-BE49-F238E27FC236}">
                  <a16:creationId xmlns:a16="http://schemas.microsoft.com/office/drawing/2014/main" id="{CF87A522-EBDE-B75D-4117-854177F47046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5" name="Oval 604">
              <a:extLst>
                <a:ext uri="{FF2B5EF4-FFF2-40B4-BE49-F238E27FC236}">
                  <a16:creationId xmlns:a16="http://schemas.microsoft.com/office/drawing/2014/main" id="{46ABBBBE-0346-EFA9-1C69-C08281FCA980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6" name="Oval 605">
              <a:extLst>
                <a:ext uri="{FF2B5EF4-FFF2-40B4-BE49-F238E27FC236}">
                  <a16:creationId xmlns:a16="http://schemas.microsoft.com/office/drawing/2014/main" id="{D975917A-BF92-41F3-3571-BEEAF5B56EAD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7" name="Oval 606">
              <a:extLst>
                <a:ext uri="{FF2B5EF4-FFF2-40B4-BE49-F238E27FC236}">
                  <a16:creationId xmlns:a16="http://schemas.microsoft.com/office/drawing/2014/main" id="{0792E2BC-BBC6-A8FE-F269-F2C6EE87540A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8" name="Oval 607">
              <a:extLst>
                <a:ext uri="{FF2B5EF4-FFF2-40B4-BE49-F238E27FC236}">
                  <a16:creationId xmlns:a16="http://schemas.microsoft.com/office/drawing/2014/main" id="{F2A55E77-1346-3230-2259-09E30CA10FD4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9" name="Oval 608">
              <a:extLst>
                <a:ext uri="{FF2B5EF4-FFF2-40B4-BE49-F238E27FC236}">
                  <a16:creationId xmlns:a16="http://schemas.microsoft.com/office/drawing/2014/main" id="{3D0354D0-DD6F-724E-FCE7-447C7D1F09B0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0" name="Oval 609">
              <a:extLst>
                <a:ext uri="{FF2B5EF4-FFF2-40B4-BE49-F238E27FC236}">
                  <a16:creationId xmlns:a16="http://schemas.microsoft.com/office/drawing/2014/main" id="{AE43AFA7-243C-0582-EA5A-08FE886050C7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1" name="Rectangle 610">
            <a:extLst>
              <a:ext uri="{FF2B5EF4-FFF2-40B4-BE49-F238E27FC236}">
                <a16:creationId xmlns:a16="http://schemas.microsoft.com/office/drawing/2014/main" id="{52D72170-2F0E-7094-D404-11CA22B84D4F}"/>
              </a:ext>
            </a:extLst>
          </p:cNvPr>
          <p:cNvSpPr/>
          <p:nvPr/>
        </p:nvSpPr>
        <p:spPr>
          <a:xfrm>
            <a:off x="18580740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12" name="Group 611">
            <a:extLst>
              <a:ext uri="{FF2B5EF4-FFF2-40B4-BE49-F238E27FC236}">
                <a16:creationId xmlns:a16="http://schemas.microsoft.com/office/drawing/2014/main" id="{5565E305-ED42-79C2-692E-0FDE4848C61F}"/>
              </a:ext>
            </a:extLst>
          </p:cNvPr>
          <p:cNvGrpSpPr/>
          <p:nvPr/>
        </p:nvGrpSpPr>
        <p:grpSpPr>
          <a:xfrm>
            <a:off x="18930459" y="10252954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613" name="Oval 612">
              <a:extLst>
                <a:ext uri="{FF2B5EF4-FFF2-40B4-BE49-F238E27FC236}">
                  <a16:creationId xmlns:a16="http://schemas.microsoft.com/office/drawing/2014/main" id="{82F2E8E0-5136-1234-9DF8-29278E9AF5F4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4" name="Oval 613">
              <a:extLst>
                <a:ext uri="{FF2B5EF4-FFF2-40B4-BE49-F238E27FC236}">
                  <a16:creationId xmlns:a16="http://schemas.microsoft.com/office/drawing/2014/main" id="{C99D8335-2709-E181-3E91-52AB7240B3FA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5" name="Oval 614">
              <a:extLst>
                <a:ext uri="{FF2B5EF4-FFF2-40B4-BE49-F238E27FC236}">
                  <a16:creationId xmlns:a16="http://schemas.microsoft.com/office/drawing/2014/main" id="{5400D44D-5219-8002-2E8E-A501359C219E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" name="Oval 615">
              <a:extLst>
                <a:ext uri="{FF2B5EF4-FFF2-40B4-BE49-F238E27FC236}">
                  <a16:creationId xmlns:a16="http://schemas.microsoft.com/office/drawing/2014/main" id="{16C97B91-ADA2-029E-C2B1-367D58C919C5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9C541490-D1E4-926E-45F6-900E4293D86A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8" name="Oval 617">
              <a:extLst>
                <a:ext uri="{FF2B5EF4-FFF2-40B4-BE49-F238E27FC236}">
                  <a16:creationId xmlns:a16="http://schemas.microsoft.com/office/drawing/2014/main" id="{B6C242AF-D325-8B0D-A8AA-110D93ECCB72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" name="Oval 618">
              <a:extLst>
                <a:ext uri="{FF2B5EF4-FFF2-40B4-BE49-F238E27FC236}">
                  <a16:creationId xmlns:a16="http://schemas.microsoft.com/office/drawing/2014/main" id="{95B240AD-78AB-E511-ADF4-4616B4368183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" name="Oval 619">
              <a:extLst>
                <a:ext uri="{FF2B5EF4-FFF2-40B4-BE49-F238E27FC236}">
                  <a16:creationId xmlns:a16="http://schemas.microsoft.com/office/drawing/2014/main" id="{DDD2DB22-7A67-9773-5758-E5A3B08D83E3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" name="Oval 620">
              <a:extLst>
                <a:ext uri="{FF2B5EF4-FFF2-40B4-BE49-F238E27FC236}">
                  <a16:creationId xmlns:a16="http://schemas.microsoft.com/office/drawing/2014/main" id="{9440F6E2-43AF-FA54-8E6C-DACB04CECA99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2" name="Oval 621">
              <a:extLst>
                <a:ext uri="{FF2B5EF4-FFF2-40B4-BE49-F238E27FC236}">
                  <a16:creationId xmlns:a16="http://schemas.microsoft.com/office/drawing/2014/main" id="{518C8978-EF87-1760-18E1-0E66523DA66E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3" name="Oval 622">
              <a:extLst>
                <a:ext uri="{FF2B5EF4-FFF2-40B4-BE49-F238E27FC236}">
                  <a16:creationId xmlns:a16="http://schemas.microsoft.com/office/drawing/2014/main" id="{C94E9DAF-2722-453F-FAB6-8A9977F48157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4" name="Oval 623">
              <a:extLst>
                <a:ext uri="{FF2B5EF4-FFF2-40B4-BE49-F238E27FC236}">
                  <a16:creationId xmlns:a16="http://schemas.microsoft.com/office/drawing/2014/main" id="{EABEC499-6762-8CF8-EC58-3539BF05CA14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E9AC0D79-2D26-3B7E-CC6E-D47BED05B69B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6" name="Oval 625">
              <a:extLst>
                <a:ext uri="{FF2B5EF4-FFF2-40B4-BE49-F238E27FC236}">
                  <a16:creationId xmlns:a16="http://schemas.microsoft.com/office/drawing/2014/main" id="{333BD124-94E3-E304-2307-9903AA31A71D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7" name="Oval 626">
              <a:extLst>
                <a:ext uri="{FF2B5EF4-FFF2-40B4-BE49-F238E27FC236}">
                  <a16:creationId xmlns:a16="http://schemas.microsoft.com/office/drawing/2014/main" id="{1106A42A-B78A-D9AB-2BFD-F2CA0BE67F65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8" name="Oval 627">
              <a:extLst>
                <a:ext uri="{FF2B5EF4-FFF2-40B4-BE49-F238E27FC236}">
                  <a16:creationId xmlns:a16="http://schemas.microsoft.com/office/drawing/2014/main" id="{B0A9EF54-497A-622A-1D7D-5A9CC3666767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514058FD-1C46-B045-1E9F-6ADC8A25BA95}"/>
                  </a:ext>
                </a:extLst>
              </p:cNvPr>
              <p:cNvSpPr txBox="1"/>
              <p:nvPr/>
            </p:nvSpPr>
            <p:spPr>
              <a:xfrm>
                <a:off x="20060192" y="11450901"/>
                <a:ext cx="1256819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514058FD-1C46-B045-1E9F-6ADC8A25B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0192" y="11450901"/>
                <a:ext cx="1256819" cy="566181"/>
              </a:xfrm>
              <a:prstGeom prst="rect">
                <a:avLst/>
              </a:prstGeom>
              <a:blipFill>
                <a:blip r:embed="rId1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0" name="Group 629">
            <a:extLst>
              <a:ext uri="{FF2B5EF4-FFF2-40B4-BE49-F238E27FC236}">
                <a16:creationId xmlns:a16="http://schemas.microsoft.com/office/drawing/2014/main" id="{6848A570-B150-3B57-4AD0-0D308F0CE778}"/>
              </a:ext>
            </a:extLst>
          </p:cNvPr>
          <p:cNvGrpSpPr/>
          <p:nvPr/>
        </p:nvGrpSpPr>
        <p:grpSpPr>
          <a:xfrm>
            <a:off x="18606432" y="6261163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1" name="TextBox 630">
                  <a:extLst>
                    <a:ext uri="{FF2B5EF4-FFF2-40B4-BE49-F238E27FC236}">
                      <a16:creationId xmlns:a16="http://schemas.microsoft.com/office/drawing/2014/main" id="{90A4F7E7-714F-10F7-EE0A-D094AD4663DE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5" name="TextBox 354">
                  <a:extLst>
                    <a:ext uri="{FF2B5EF4-FFF2-40B4-BE49-F238E27FC236}">
                      <a16:creationId xmlns:a16="http://schemas.microsoft.com/office/drawing/2014/main" id="{4C7B5F18-8E3A-BE2D-205A-F3D47BF9C6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29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2" name="TextBox 631">
                  <a:extLst>
                    <a:ext uri="{FF2B5EF4-FFF2-40B4-BE49-F238E27FC236}">
                      <a16:creationId xmlns:a16="http://schemas.microsoft.com/office/drawing/2014/main" id="{6E40A006-FE28-6E18-8902-82B7FC721CFE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6" name="TextBox 355">
                  <a:extLst>
                    <a:ext uri="{FF2B5EF4-FFF2-40B4-BE49-F238E27FC236}">
                      <a16:creationId xmlns:a16="http://schemas.microsoft.com/office/drawing/2014/main" id="{FE1CEA2F-90BA-567C-753F-A99191AA7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30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3" name="TextBox 632">
                  <a:extLst>
                    <a:ext uri="{FF2B5EF4-FFF2-40B4-BE49-F238E27FC236}">
                      <a16:creationId xmlns:a16="http://schemas.microsoft.com/office/drawing/2014/main" id="{7F89B85E-D95D-FACC-1D5C-3F602B97F11C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7" name="TextBox 356">
                  <a:extLst>
                    <a:ext uri="{FF2B5EF4-FFF2-40B4-BE49-F238E27FC236}">
                      <a16:creationId xmlns:a16="http://schemas.microsoft.com/office/drawing/2014/main" id="{C1E46F33-7861-74AD-A3C4-BE03279F10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31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4" name="TextBox 633">
                  <a:extLst>
                    <a:ext uri="{FF2B5EF4-FFF2-40B4-BE49-F238E27FC236}">
                      <a16:creationId xmlns:a16="http://schemas.microsoft.com/office/drawing/2014/main" id="{535FBF02-892F-ACCD-F164-16C793E1423B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8" name="TextBox 357">
                  <a:extLst>
                    <a:ext uri="{FF2B5EF4-FFF2-40B4-BE49-F238E27FC236}">
                      <a16:creationId xmlns:a16="http://schemas.microsoft.com/office/drawing/2014/main" id="{C14B58E8-0526-0A14-3389-785E36294A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5" name="TextBox 634">
                  <a:extLst>
                    <a:ext uri="{FF2B5EF4-FFF2-40B4-BE49-F238E27FC236}">
                      <a16:creationId xmlns:a16="http://schemas.microsoft.com/office/drawing/2014/main" id="{07218432-7E25-F365-5167-6FEBC266B481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1EDAF50F-DDBC-CD90-4C41-18582DC52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3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6" name="TextBox 635">
                  <a:extLst>
                    <a:ext uri="{FF2B5EF4-FFF2-40B4-BE49-F238E27FC236}">
                      <a16:creationId xmlns:a16="http://schemas.microsoft.com/office/drawing/2014/main" id="{780EDC8C-86E8-66C7-24B2-7E3485BAAC2C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B8453E26-A955-7028-05F5-4DC285576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34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7" name="TextBox 636">
                  <a:extLst>
                    <a:ext uri="{FF2B5EF4-FFF2-40B4-BE49-F238E27FC236}">
                      <a16:creationId xmlns:a16="http://schemas.microsoft.com/office/drawing/2014/main" id="{2388E7CF-FD14-C9A1-C444-98F9A18A00B7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1" name="TextBox 360">
                  <a:extLst>
                    <a:ext uri="{FF2B5EF4-FFF2-40B4-BE49-F238E27FC236}">
                      <a16:creationId xmlns:a16="http://schemas.microsoft.com/office/drawing/2014/main" id="{0EA9D819-3E3B-6615-0D3E-1CF72099E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35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8" name="TextBox 637">
                  <a:extLst>
                    <a:ext uri="{FF2B5EF4-FFF2-40B4-BE49-F238E27FC236}">
                      <a16:creationId xmlns:a16="http://schemas.microsoft.com/office/drawing/2014/main" id="{2D30BFD2-CF1A-71F8-953C-6E4A4E230796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574B8A02-9E5A-E1AD-88CC-7CB91B2AF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36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9" name="TextBox 638">
                  <a:extLst>
                    <a:ext uri="{FF2B5EF4-FFF2-40B4-BE49-F238E27FC236}">
                      <a16:creationId xmlns:a16="http://schemas.microsoft.com/office/drawing/2014/main" id="{D00B5DC9-ABC7-3895-D12B-08A80A4489EB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A18901E5-6898-9141-6E8A-4A1D607EBE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61476D86-6E2B-220B-2BCE-1EF1DE6601AA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A990E558-E2D9-5F52-A2B4-C5525A5F6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37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6FF12DE0-7293-AE7D-8A39-AB4EA1548A6B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5" name="TextBox 364">
                  <a:extLst>
                    <a:ext uri="{FF2B5EF4-FFF2-40B4-BE49-F238E27FC236}">
                      <a16:creationId xmlns:a16="http://schemas.microsoft.com/office/drawing/2014/main" id="{E13CBE15-D2FF-A536-BEC1-6F8FB7AD83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38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45FF3F2B-923F-8C14-022C-82675FD3BA53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8E472EC5-2168-C189-1E72-5BDE40C1C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39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3" name="TextBox 262">
                  <a:extLst>
                    <a:ext uri="{FF2B5EF4-FFF2-40B4-BE49-F238E27FC236}">
                      <a16:creationId xmlns:a16="http://schemas.microsoft.com/office/drawing/2014/main" id="{1896CF58-7A69-C849-6309-21CE8B81B6A0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7326766E-A885-64B8-E87B-C7FF881B7F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40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0AB52F13-3064-8ED1-5310-766BDAA36777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FF2DA618-2CD2-CCDB-1059-6E881977C3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41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B3DEA317-1068-1339-F92B-D269DD91A74F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9" name="TextBox 368">
                  <a:extLst>
                    <a:ext uri="{FF2B5EF4-FFF2-40B4-BE49-F238E27FC236}">
                      <a16:creationId xmlns:a16="http://schemas.microsoft.com/office/drawing/2014/main" id="{B0F53832-410D-8633-9C13-FF0E7EEC90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42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D8F028A1-21B6-4288-18A9-0213A8E694E7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A0AB570B-7879-ECEE-58CA-934507FBB5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4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TextBox 266">
                  <a:extLst>
                    <a:ext uri="{FF2B5EF4-FFF2-40B4-BE49-F238E27FC236}">
                      <a16:creationId xmlns:a16="http://schemas.microsoft.com/office/drawing/2014/main" id="{C293DE3C-C328-591B-2298-0E9569C8134F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1" name="TextBox 370">
                  <a:extLst>
                    <a:ext uri="{FF2B5EF4-FFF2-40B4-BE49-F238E27FC236}">
                      <a16:creationId xmlns:a16="http://schemas.microsoft.com/office/drawing/2014/main" id="{969C3F63-EFFF-37C7-8883-822E261D27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44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9E53236C-8137-727C-4E6C-1FE84A218B77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2" name="TextBox 371">
                  <a:extLst>
                    <a:ext uri="{FF2B5EF4-FFF2-40B4-BE49-F238E27FC236}">
                      <a16:creationId xmlns:a16="http://schemas.microsoft.com/office/drawing/2014/main" id="{23D47391-48D4-2AAF-E3E2-8D738BF48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45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TextBox 268">
                  <a:extLst>
                    <a:ext uri="{FF2B5EF4-FFF2-40B4-BE49-F238E27FC236}">
                      <a16:creationId xmlns:a16="http://schemas.microsoft.com/office/drawing/2014/main" id="{2A0E62DA-64C9-4687-FBDE-756F34525EE9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4FACA9D6-6EF6-E549-B36B-77B365CA3D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46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E6C89D56-2009-DCEF-90B5-DBC63AD18361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BD41DF49-3BFA-F26D-E97C-3D5E8CABA2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47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9ACCB60A-DB57-85F4-BFAB-995B153AAAE9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001F4137-5495-FDF6-42E6-F6699F68B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1E01B64B-C7FB-568F-BD03-5D53C6D3A9BE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77B64866-7116-4245-E3FB-AF500959A1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48"/>
                  <a:stretch>
                    <a:fillRect t="-9375" r="-18421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2D0EE655-9876-90DA-21D1-5E671A4E907A}"/>
              </a:ext>
            </a:extLst>
          </p:cNvPr>
          <p:cNvGrpSpPr/>
          <p:nvPr/>
        </p:nvGrpSpPr>
        <p:grpSpPr>
          <a:xfrm>
            <a:off x="18604017" y="9908569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4D4B816E-5F02-A606-1AEC-46A8394F1FE1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7E910A06-F17E-8E41-BAB2-01841F8279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94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5" name="TextBox 274">
                  <a:extLst>
                    <a:ext uri="{FF2B5EF4-FFF2-40B4-BE49-F238E27FC236}">
                      <a16:creationId xmlns:a16="http://schemas.microsoft.com/office/drawing/2014/main" id="{E82C188B-AEC8-D327-BF7A-2A6CC2D53B4A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D6692CAA-BC86-51B4-EA7C-8967CB4BEE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95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" name="TextBox 275">
                  <a:extLst>
                    <a:ext uri="{FF2B5EF4-FFF2-40B4-BE49-F238E27FC236}">
                      <a16:creationId xmlns:a16="http://schemas.microsoft.com/office/drawing/2014/main" id="{E548F45E-D58A-3DE4-D82A-64195844F1E4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B5848C27-071C-1E53-9908-6C310FC127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96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id="{8CFED91A-65C6-8926-0E7B-D706D668C2B5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7BF072AE-DF3A-90C1-AE75-C11ACA5EE3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97"/>
                  <a:stretch>
                    <a:fillRect t="-606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8" name="TextBox 277">
                  <a:extLst>
                    <a:ext uri="{FF2B5EF4-FFF2-40B4-BE49-F238E27FC236}">
                      <a16:creationId xmlns:a16="http://schemas.microsoft.com/office/drawing/2014/main" id="{5780910E-9C76-C03B-EF30-077D136117D7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82248FC-D8D8-06CB-6338-A2404C30ED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98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9" name="TextBox 278">
                  <a:extLst>
                    <a:ext uri="{FF2B5EF4-FFF2-40B4-BE49-F238E27FC236}">
                      <a16:creationId xmlns:a16="http://schemas.microsoft.com/office/drawing/2014/main" id="{EE952BB6-8736-9B43-E197-3B5C144BDCFD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B7A1D332-09DA-FD17-4EE4-C255D711FE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99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0" name="TextBox 279">
                  <a:extLst>
                    <a:ext uri="{FF2B5EF4-FFF2-40B4-BE49-F238E27FC236}">
                      <a16:creationId xmlns:a16="http://schemas.microsoft.com/office/drawing/2014/main" id="{95ABCCE6-28D1-2FCA-FFDB-1309FD167E47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7" name="TextBox 516">
                  <a:extLst>
                    <a:ext uri="{FF2B5EF4-FFF2-40B4-BE49-F238E27FC236}">
                      <a16:creationId xmlns:a16="http://schemas.microsoft.com/office/drawing/2014/main" id="{FF0362CF-8DCA-3A99-9BBF-EE3A3B61EB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100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1" name="TextBox 280">
                  <a:extLst>
                    <a:ext uri="{FF2B5EF4-FFF2-40B4-BE49-F238E27FC236}">
                      <a16:creationId xmlns:a16="http://schemas.microsoft.com/office/drawing/2014/main" id="{78DAC515-A13D-135E-6FA1-67CF16F2B0FB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8" name="TextBox 517">
                  <a:extLst>
                    <a:ext uri="{FF2B5EF4-FFF2-40B4-BE49-F238E27FC236}">
                      <a16:creationId xmlns:a16="http://schemas.microsoft.com/office/drawing/2014/main" id="{F2CB3E78-C74A-9C88-75CB-839B912B1E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101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2" name="TextBox 281">
                  <a:extLst>
                    <a:ext uri="{FF2B5EF4-FFF2-40B4-BE49-F238E27FC236}">
                      <a16:creationId xmlns:a16="http://schemas.microsoft.com/office/drawing/2014/main" id="{21582065-11AE-DE79-2B69-8042A573FA61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9" name="TextBox 518">
                  <a:extLst>
                    <a:ext uri="{FF2B5EF4-FFF2-40B4-BE49-F238E27FC236}">
                      <a16:creationId xmlns:a16="http://schemas.microsoft.com/office/drawing/2014/main" id="{50C675F9-B587-FE22-0F79-03A634A3FA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102"/>
                  <a:stretch>
                    <a:fillRect t="-909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id="{D6601D1B-26DA-71AB-A161-0092D65877D0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0" name="TextBox 519">
                  <a:extLst>
                    <a:ext uri="{FF2B5EF4-FFF2-40B4-BE49-F238E27FC236}">
                      <a16:creationId xmlns:a16="http://schemas.microsoft.com/office/drawing/2014/main" id="{8795D13C-8A9C-42B2-B373-E065283A97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10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4" name="TextBox 283">
                  <a:extLst>
                    <a:ext uri="{FF2B5EF4-FFF2-40B4-BE49-F238E27FC236}">
                      <a16:creationId xmlns:a16="http://schemas.microsoft.com/office/drawing/2014/main" id="{5553870F-5631-F95A-9B75-A2EAC7AD8F36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1" name="TextBox 520">
                  <a:extLst>
                    <a:ext uri="{FF2B5EF4-FFF2-40B4-BE49-F238E27FC236}">
                      <a16:creationId xmlns:a16="http://schemas.microsoft.com/office/drawing/2014/main" id="{F8AD97A3-278B-6FD6-7454-BF31036C18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62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5" name="TextBox 284">
                  <a:extLst>
                    <a:ext uri="{FF2B5EF4-FFF2-40B4-BE49-F238E27FC236}">
                      <a16:creationId xmlns:a16="http://schemas.microsoft.com/office/drawing/2014/main" id="{3294DD42-DD8A-502E-F96C-A554683074B3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2" name="TextBox 521">
                  <a:extLst>
                    <a:ext uri="{FF2B5EF4-FFF2-40B4-BE49-F238E27FC236}">
                      <a16:creationId xmlns:a16="http://schemas.microsoft.com/office/drawing/2014/main" id="{4AAC5C66-E370-9C37-20E6-48DB66D1B8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63"/>
                  <a:stretch>
                    <a:fillRect l="-25000" r="-9375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" name="TextBox 285">
                  <a:extLst>
                    <a:ext uri="{FF2B5EF4-FFF2-40B4-BE49-F238E27FC236}">
                      <a16:creationId xmlns:a16="http://schemas.microsoft.com/office/drawing/2014/main" id="{E920B5B4-C55A-05BC-367E-0378106AC375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3" name="TextBox 522">
                  <a:extLst>
                    <a:ext uri="{FF2B5EF4-FFF2-40B4-BE49-F238E27FC236}">
                      <a16:creationId xmlns:a16="http://schemas.microsoft.com/office/drawing/2014/main" id="{DB02F49C-7D9B-9889-6E0B-5ED4C8B6B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104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7" name="TextBox 286">
                  <a:extLst>
                    <a:ext uri="{FF2B5EF4-FFF2-40B4-BE49-F238E27FC236}">
                      <a16:creationId xmlns:a16="http://schemas.microsoft.com/office/drawing/2014/main" id="{982F073A-0974-BDF3-E590-46C9AA2FB24F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4" name="TextBox 523">
                  <a:extLst>
                    <a:ext uri="{FF2B5EF4-FFF2-40B4-BE49-F238E27FC236}">
                      <a16:creationId xmlns:a16="http://schemas.microsoft.com/office/drawing/2014/main" id="{3A696E0A-4E24-9140-CDBF-DF9FF0DA96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105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id="{4AAF33EF-4C52-14E0-2F6A-6DE0A9A0F55E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5" name="TextBox 524">
                  <a:extLst>
                    <a:ext uri="{FF2B5EF4-FFF2-40B4-BE49-F238E27FC236}">
                      <a16:creationId xmlns:a16="http://schemas.microsoft.com/office/drawing/2014/main" id="{51B4C755-F052-F00F-27BD-A0E2AB6D4B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106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9" name="TextBox 288">
                  <a:extLst>
                    <a:ext uri="{FF2B5EF4-FFF2-40B4-BE49-F238E27FC236}">
                      <a16:creationId xmlns:a16="http://schemas.microsoft.com/office/drawing/2014/main" id="{BE9674C3-1729-973F-0C2A-54FA417F8589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6" name="TextBox 525">
                  <a:extLst>
                    <a:ext uri="{FF2B5EF4-FFF2-40B4-BE49-F238E27FC236}">
                      <a16:creationId xmlns:a16="http://schemas.microsoft.com/office/drawing/2014/main" id="{1C762992-BD9C-4F1B-541A-A85747FE23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107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0" name="TextBox 289">
                  <a:extLst>
                    <a:ext uri="{FF2B5EF4-FFF2-40B4-BE49-F238E27FC236}">
                      <a16:creationId xmlns:a16="http://schemas.microsoft.com/office/drawing/2014/main" id="{288A36E6-D0EB-AE93-0564-33A45378BE97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7" name="TextBox 526">
                  <a:extLst>
                    <a:ext uri="{FF2B5EF4-FFF2-40B4-BE49-F238E27FC236}">
                      <a16:creationId xmlns:a16="http://schemas.microsoft.com/office/drawing/2014/main" id="{62816C68-7E61-8B06-6079-5F890E3B27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108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1" name="TextBox 330">
                  <a:extLst>
                    <a:ext uri="{FF2B5EF4-FFF2-40B4-BE49-F238E27FC236}">
                      <a16:creationId xmlns:a16="http://schemas.microsoft.com/office/drawing/2014/main" id="{0E3A22A0-4E56-9516-EC4C-E49433A400C0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8" name="TextBox 527">
                  <a:extLst>
                    <a:ext uri="{FF2B5EF4-FFF2-40B4-BE49-F238E27FC236}">
                      <a16:creationId xmlns:a16="http://schemas.microsoft.com/office/drawing/2014/main" id="{CBE98000-FB06-7062-E43A-C72348707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109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2" name="TextBox 331">
                  <a:extLst>
                    <a:ext uri="{FF2B5EF4-FFF2-40B4-BE49-F238E27FC236}">
                      <a16:creationId xmlns:a16="http://schemas.microsoft.com/office/drawing/2014/main" id="{BA6AC181-96A1-DA44-8CE7-1A418BE10170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9" name="TextBox 528">
                  <a:extLst>
                    <a:ext uri="{FF2B5EF4-FFF2-40B4-BE49-F238E27FC236}">
                      <a16:creationId xmlns:a16="http://schemas.microsoft.com/office/drawing/2014/main" id="{C7D55979-F34C-42E7-A9AB-B6E899AEB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110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3" name="TextBox 332">
                  <a:extLst>
                    <a:ext uri="{FF2B5EF4-FFF2-40B4-BE49-F238E27FC236}">
                      <a16:creationId xmlns:a16="http://schemas.microsoft.com/office/drawing/2014/main" id="{E56A4BED-BEAC-EBAC-D992-1C2C95D81ED9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0" name="TextBox 529">
                  <a:extLst>
                    <a:ext uri="{FF2B5EF4-FFF2-40B4-BE49-F238E27FC236}">
                      <a16:creationId xmlns:a16="http://schemas.microsoft.com/office/drawing/2014/main" id="{7A2B8D3A-D9C9-10C0-7B79-CA4EB4895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111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4" name="TextBox 333">
                  <a:extLst>
                    <a:ext uri="{FF2B5EF4-FFF2-40B4-BE49-F238E27FC236}">
                      <a16:creationId xmlns:a16="http://schemas.microsoft.com/office/drawing/2014/main" id="{D9647D4C-1530-BDF9-22F0-CD3330B96765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1" name="TextBox 530">
                  <a:extLst>
                    <a:ext uri="{FF2B5EF4-FFF2-40B4-BE49-F238E27FC236}">
                      <a16:creationId xmlns:a16="http://schemas.microsoft.com/office/drawing/2014/main" id="{A1FCFDA2-5DA2-F0F8-5A65-5EC960D620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09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5" name="TextBox 334">
                  <a:extLst>
                    <a:ext uri="{FF2B5EF4-FFF2-40B4-BE49-F238E27FC236}">
                      <a16:creationId xmlns:a16="http://schemas.microsoft.com/office/drawing/2014/main" id="{74AE44D0-0B11-0998-906C-78859D188C58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2" name="TextBox 531">
                  <a:extLst>
                    <a:ext uri="{FF2B5EF4-FFF2-40B4-BE49-F238E27FC236}">
                      <a16:creationId xmlns:a16="http://schemas.microsoft.com/office/drawing/2014/main" id="{64EA9789-918E-7D3A-FB26-8C4B16515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112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041C940A-1EB5-D5FD-BE80-A09AAF561330}"/>
                  </a:ext>
                </a:extLst>
              </p:cNvPr>
              <p:cNvSpPr txBox="1"/>
              <p:nvPr/>
            </p:nvSpPr>
            <p:spPr>
              <a:xfrm>
                <a:off x="6459532" y="13607094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041C940A-1EB5-D5FD-BE80-A09AAF561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532" y="13607094"/>
                <a:ext cx="1970539" cy="461665"/>
              </a:xfrm>
              <a:prstGeom prst="rect">
                <a:avLst/>
              </a:prstGeom>
              <a:blipFill>
                <a:blip r:embed="rId156"/>
                <a:stretch>
                  <a:fillRect t="-10811" r="-5769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049BA0E1-8DB6-DF6E-E30A-30E9860831B8}"/>
                  </a:ext>
                </a:extLst>
              </p:cNvPr>
              <p:cNvSpPr txBox="1"/>
              <p:nvPr/>
            </p:nvSpPr>
            <p:spPr>
              <a:xfrm>
                <a:off x="38507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049BA0E1-8DB6-DF6E-E30A-30E98608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33" y="28240846"/>
                <a:ext cx="2708626" cy="461665"/>
              </a:xfrm>
              <a:prstGeom prst="rect">
                <a:avLst/>
              </a:prstGeom>
              <a:blipFill>
                <a:blip r:embed="rId157"/>
                <a:stretch>
                  <a:fillRect t="-8108" r="-2336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DD2F935E-C535-0402-247C-037310DAEEBD}"/>
                  </a:ext>
                </a:extLst>
              </p:cNvPr>
              <p:cNvSpPr txBox="1"/>
              <p:nvPr/>
            </p:nvSpPr>
            <p:spPr>
              <a:xfrm>
                <a:off x="76544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DD2F935E-C535-0402-247C-037310DAE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451" y="24602562"/>
                <a:ext cx="3585405" cy="461665"/>
              </a:xfrm>
              <a:prstGeom prst="rect">
                <a:avLst/>
              </a:prstGeom>
              <a:blipFill>
                <a:blip r:embed="rId158"/>
                <a:stretch>
                  <a:fillRect t="-10811" r="-1761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9756C438-2678-8B22-FCEE-2803EEEBA2CB}"/>
                  </a:ext>
                </a:extLst>
              </p:cNvPr>
              <p:cNvSpPr txBox="1"/>
              <p:nvPr/>
            </p:nvSpPr>
            <p:spPr>
              <a:xfrm>
                <a:off x="112944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9756C438-2678-8B22-FCEE-2803EEEBA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4435" y="20953692"/>
                <a:ext cx="3512949" cy="461665"/>
              </a:xfrm>
              <a:prstGeom prst="rect">
                <a:avLst/>
              </a:prstGeom>
              <a:blipFill>
                <a:blip r:embed="rId159"/>
                <a:stretch>
                  <a:fillRect t="-10526" r="-3249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FDEE58A1-EE8B-7EF4-FF69-BC00B5743EAA}"/>
                  </a:ext>
                </a:extLst>
              </p:cNvPr>
              <p:cNvSpPr txBox="1"/>
              <p:nvPr/>
            </p:nvSpPr>
            <p:spPr>
              <a:xfrm>
                <a:off x="148345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FDEE58A1-EE8B-7EF4-FF69-BC00B5743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4543" y="17253689"/>
                <a:ext cx="3276666" cy="461665"/>
              </a:xfrm>
              <a:prstGeom prst="rect">
                <a:avLst/>
              </a:prstGeom>
              <a:blipFill>
                <a:blip r:embed="rId160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33DBAC7C-70CC-ACB4-EFAE-9B4C16343FA7}"/>
                  </a:ext>
                </a:extLst>
              </p:cNvPr>
              <p:cNvSpPr txBox="1"/>
              <p:nvPr/>
            </p:nvSpPr>
            <p:spPr>
              <a:xfrm>
                <a:off x="185184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33DBAC7C-70CC-ACB4-EFAE-9B4C16343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8416" y="13696311"/>
                <a:ext cx="3351367" cy="461665"/>
              </a:xfrm>
              <a:prstGeom prst="rect">
                <a:avLst/>
              </a:prstGeom>
              <a:blipFill>
                <a:blip r:embed="rId161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6C0D2D12-4513-D34B-C4D8-0C5CE48D1884}"/>
                  </a:ext>
                </a:extLst>
              </p:cNvPr>
              <p:cNvSpPr txBox="1"/>
              <p:nvPr/>
            </p:nvSpPr>
            <p:spPr>
              <a:xfrm>
                <a:off x="90190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6C0D2D12-4513-D34B-C4D8-0C5CE48D1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0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t="-10811" r="-5263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6723AF8C-6708-4E2C-2CC4-537BF92B7EF6}"/>
                  </a:ext>
                </a:extLst>
              </p:cNvPr>
              <p:cNvSpPr txBox="1"/>
              <p:nvPr/>
            </p:nvSpPr>
            <p:spPr>
              <a:xfrm>
                <a:off x="119046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6723AF8C-6708-4E2C-2CC4-537BF92B7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46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t="-13514" r="-2620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55C159CB-1F5F-72EF-81A4-0E37BFACF419}"/>
                  </a:ext>
                </a:extLst>
              </p:cNvPr>
              <p:cNvSpPr txBox="1"/>
              <p:nvPr/>
            </p:nvSpPr>
            <p:spPr>
              <a:xfrm>
                <a:off x="153412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55C159CB-1F5F-72EF-81A4-0E37BFACF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12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t="-10526" r="-4310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0854E64A-E260-1B28-2044-52E633C9AD21}"/>
                  </a:ext>
                </a:extLst>
              </p:cNvPr>
              <p:cNvSpPr txBox="1"/>
              <p:nvPr/>
            </p:nvSpPr>
            <p:spPr>
              <a:xfrm>
                <a:off x="43765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0854E64A-E260-1B28-2044-52E633C9A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65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t="-10811" r="-2429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DF1E87E7-4AEA-BF20-EBB7-FA9AD6D2C467}"/>
                  </a:ext>
                </a:extLst>
              </p:cNvPr>
              <p:cNvSpPr txBox="1"/>
              <p:nvPr/>
            </p:nvSpPr>
            <p:spPr>
              <a:xfrm>
                <a:off x="7931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DF1E87E7-4AEA-BF20-EBB7-FA9AD6D2C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1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t="-10811" r="-3734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886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4075C-BB88-D8E4-A1C6-E37213744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425D4C-2993-382B-ACD5-89136B95AD93}"/>
              </a:ext>
            </a:extLst>
          </p:cNvPr>
          <p:cNvSpPr/>
          <p:nvPr/>
        </p:nvSpPr>
        <p:spPr>
          <a:xfrm>
            <a:off x="14873143" y="9902368"/>
            <a:ext cx="3649037" cy="36490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E95ED53C-BBBA-9DD5-E264-DD98261FC807}"/>
                  </a:ext>
                </a:extLst>
              </p:cNvPr>
              <p:cNvSpPr txBox="1"/>
              <p:nvPr/>
            </p:nvSpPr>
            <p:spPr>
              <a:xfrm>
                <a:off x="16105896" y="11465899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F9EACCB-E04B-B178-C364-EEA8F211F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5896" y="11465899"/>
                <a:ext cx="1945341" cy="566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3" name="Rectangle 292">
            <a:extLst>
              <a:ext uri="{FF2B5EF4-FFF2-40B4-BE49-F238E27FC236}">
                <a16:creationId xmlns:a16="http://schemas.microsoft.com/office/drawing/2014/main" id="{5A608E3B-B4C0-40D8-BEFC-363A150941CB}"/>
              </a:ext>
            </a:extLst>
          </p:cNvPr>
          <p:cNvSpPr/>
          <p:nvPr/>
        </p:nvSpPr>
        <p:spPr>
          <a:xfrm>
            <a:off x="7540894" y="17231955"/>
            <a:ext cx="3649037" cy="36490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3ABF3CCF-2D45-FB37-3FCC-7081A28E2E00}"/>
                  </a:ext>
                </a:extLst>
              </p:cNvPr>
              <p:cNvSpPr txBox="1"/>
              <p:nvPr/>
            </p:nvSpPr>
            <p:spPr>
              <a:xfrm>
                <a:off x="8773647" y="18795486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40DDCDFE-D12B-4C80-C238-0E638B98F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3647" y="18795486"/>
                <a:ext cx="1945341" cy="5661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3ABCD58-A5E9-2168-4C9A-2AE8BA3F1040}"/>
              </a:ext>
            </a:extLst>
          </p:cNvPr>
          <p:cNvSpPr/>
          <p:nvPr/>
        </p:nvSpPr>
        <p:spPr>
          <a:xfrm>
            <a:off x="3850733" y="24562214"/>
            <a:ext cx="3652800" cy="3652800"/>
          </a:xfrm>
          <a:prstGeom prst="rect">
            <a:avLst/>
          </a:prstGeom>
          <a:pattFill prst="pct40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AE8F3B-A7BD-56ED-8E0D-EE717AA13867}"/>
              </a:ext>
            </a:extLst>
          </p:cNvPr>
          <p:cNvSpPr/>
          <p:nvPr/>
        </p:nvSpPr>
        <p:spPr>
          <a:xfrm>
            <a:off x="3854497" y="20887345"/>
            <a:ext cx="3649037" cy="3649037"/>
          </a:xfrm>
          <a:prstGeom prst="rect">
            <a:avLst/>
          </a:prstGeom>
          <a:pattFill prst="pct4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FAFA48-309D-29E0-BE73-1106363DB45C}"/>
              </a:ext>
            </a:extLst>
          </p:cNvPr>
          <p:cNvSpPr/>
          <p:nvPr/>
        </p:nvSpPr>
        <p:spPr>
          <a:xfrm>
            <a:off x="38544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7D0B4A4-9475-6E8B-82D4-28D975D8D0B9}"/>
              </a:ext>
            </a:extLst>
          </p:cNvPr>
          <p:cNvGrpSpPr/>
          <p:nvPr/>
        </p:nvGrpSpPr>
        <p:grpSpPr>
          <a:xfrm>
            <a:off x="4204215" y="22143440"/>
            <a:ext cx="2093493" cy="2083866"/>
            <a:chOff x="1386039" y="2391881"/>
            <a:chExt cx="2093493" cy="208386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51B5F1-221A-7B7B-9EAB-4AC8933D952B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6BA675F-9D66-9968-B11E-B59B406A4C34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5FDF362-81DE-DC3A-B59A-91D9E4523786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8EFA399-C466-2712-DCB6-6AD3EA24C067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DBE62453-69BE-7D24-7A27-10173B954C6D}"/>
              </a:ext>
            </a:extLst>
          </p:cNvPr>
          <p:cNvSpPr/>
          <p:nvPr/>
        </p:nvSpPr>
        <p:spPr>
          <a:xfrm>
            <a:off x="38532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B6D1D89-AE91-E3FE-A28C-20D38DB18AD5}"/>
              </a:ext>
            </a:extLst>
          </p:cNvPr>
          <p:cNvGrpSpPr/>
          <p:nvPr/>
        </p:nvGrpSpPr>
        <p:grpSpPr>
          <a:xfrm>
            <a:off x="4202954" y="24886836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91E5F0E-F717-3FCB-61FC-65BBD5FA005A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6F4A2DE-FDA3-A057-F473-0EF10523ED5C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2C8CBFB-9B33-D7F0-3F1E-FDCE18E769D0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3A1AC7F-03C2-BFD6-A6A2-DD76577FC5A8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413987C-080E-CD17-CA87-B57A433884DE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E7CF7B2-508F-8C18-CD39-5A7C1F76F0EA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E5C7F9C-0D91-4E78-16FC-6207572EC200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0E62076-2E15-82A7-783F-519E879AF51F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C175200-2D5C-C896-90C3-3411842C041A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F75428D-EB2C-DDCA-5506-432478EFF88C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EA67ED6-CCAE-9DDE-3086-4212DAAFA342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2A0E9DF-52EC-804D-707B-D4C20D152805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BEFB693-21D7-1452-ECDC-84012F3DD3E2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4C265E0-96F8-3234-4904-AF11DEE5F939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34FD49D-1781-C027-AFAB-115CEAB165DB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AEB6BCB-DB08-E111-FA1C-941E9836EC41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D9A3D677-17BE-4421-A5B4-16EA6E088673}"/>
                  </a:ext>
                </a:extLst>
              </p:cNvPr>
              <p:cNvSpPr txBox="1"/>
              <p:nvPr/>
            </p:nvSpPr>
            <p:spPr>
              <a:xfrm>
                <a:off x="5037265" y="26065862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A18154B-F9C8-63F3-DED4-E1893A779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7265" y="26065862"/>
                <a:ext cx="1945341" cy="5661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7" name="Oval 256">
            <a:extLst>
              <a:ext uri="{FF2B5EF4-FFF2-40B4-BE49-F238E27FC236}">
                <a16:creationId xmlns:a16="http://schemas.microsoft.com/office/drawing/2014/main" id="{A4B7D981-E364-1260-A0CC-1775D3D60A6E}"/>
              </a:ext>
            </a:extLst>
          </p:cNvPr>
          <p:cNvSpPr/>
          <p:nvPr/>
        </p:nvSpPr>
        <p:spPr>
          <a:xfrm>
            <a:off x="15130496" y="2344248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962DA134-206B-7677-35A8-CC62D0FB107A}"/>
              </a:ext>
            </a:extLst>
          </p:cNvPr>
          <p:cNvSpPr txBox="1"/>
          <p:nvPr/>
        </p:nvSpPr>
        <p:spPr>
          <a:xfrm>
            <a:off x="15367113" y="23620545"/>
            <a:ext cx="635110" cy="566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SP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0A85F821-0CA4-8643-DBC6-5400A4638F84}"/>
              </a:ext>
            </a:extLst>
          </p:cNvPr>
          <p:cNvSpPr/>
          <p:nvPr/>
        </p:nvSpPr>
        <p:spPr>
          <a:xfrm>
            <a:off x="6934808" y="13067851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893F61CF-A1FD-BFE6-1808-003DA75C5B38}"/>
              </a:ext>
            </a:extLst>
          </p:cNvPr>
          <p:cNvSpPr txBox="1"/>
          <p:nvPr/>
        </p:nvSpPr>
        <p:spPr>
          <a:xfrm>
            <a:off x="7171426" y="13245914"/>
            <a:ext cx="691215" cy="566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7722443C-4883-9856-E1E9-BB0CDC1D0157}"/>
                  </a:ext>
                </a:extLst>
              </p:cNvPr>
              <p:cNvSpPr txBox="1"/>
              <p:nvPr/>
            </p:nvSpPr>
            <p:spPr>
              <a:xfrm>
                <a:off x="5087250" y="22450876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5D256C3D-972B-4B97-E4CE-A4644CD20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250" y="22450876"/>
                <a:ext cx="1945341" cy="5661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2" name="Rectangle 291">
            <a:extLst>
              <a:ext uri="{FF2B5EF4-FFF2-40B4-BE49-F238E27FC236}">
                <a16:creationId xmlns:a16="http://schemas.microsoft.com/office/drawing/2014/main" id="{8BE65B3A-00B9-E53E-6D44-57F9BFF2D5EE}"/>
              </a:ext>
            </a:extLst>
          </p:cNvPr>
          <p:cNvSpPr/>
          <p:nvPr/>
        </p:nvSpPr>
        <p:spPr>
          <a:xfrm>
            <a:off x="7537130" y="20906824"/>
            <a:ext cx="3652800" cy="3652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6026318-CDD3-4A27-7C1D-38B88ADB5942}"/>
              </a:ext>
            </a:extLst>
          </p:cNvPr>
          <p:cNvSpPr/>
          <p:nvPr/>
        </p:nvSpPr>
        <p:spPr>
          <a:xfrm>
            <a:off x="75408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F4292293-F541-2E41-D039-BE81AB8169AB}"/>
              </a:ext>
            </a:extLst>
          </p:cNvPr>
          <p:cNvGrpSpPr/>
          <p:nvPr/>
        </p:nvGrpSpPr>
        <p:grpSpPr>
          <a:xfrm>
            <a:off x="7890612" y="18488050"/>
            <a:ext cx="2093493" cy="2083866"/>
            <a:chOff x="1386039" y="2391881"/>
            <a:chExt cx="2093493" cy="2083866"/>
          </a:xfrm>
        </p:grpSpPr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70757AD1-154E-B162-7855-3677EADC043B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FE2EC02E-5B95-D0D7-5C2A-195A0BD47542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8DC745B0-15C6-8B12-C500-5F2EBB6CF188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A7948215-1D08-8006-4815-A5EEB7877980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2" name="Rectangle 311">
            <a:extLst>
              <a:ext uri="{FF2B5EF4-FFF2-40B4-BE49-F238E27FC236}">
                <a16:creationId xmlns:a16="http://schemas.microsoft.com/office/drawing/2014/main" id="{5A47637F-E039-4A85-C796-E3272B40A810}"/>
              </a:ext>
            </a:extLst>
          </p:cNvPr>
          <p:cNvSpPr/>
          <p:nvPr/>
        </p:nvSpPr>
        <p:spPr>
          <a:xfrm>
            <a:off x="75396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F21CF492-2783-7BAA-BCAC-58314C5040D6}"/>
              </a:ext>
            </a:extLst>
          </p:cNvPr>
          <p:cNvGrpSpPr/>
          <p:nvPr/>
        </p:nvGrpSpPr>
        <p:grpSpPr>
          <a:xfrm>
            <a:off x="7889351" y="21231446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D5F464C4-1328-5CE8-F524-D13CBB2C06C6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5F561404-6F53-E749-1FA2-0EDBFE4426BD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350A3630-86EC-6F9E-7200-D7D9EA8B1F79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B45083A2-A5B7-2C5A-AFB4-9C17A26A3536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4184E78A-90BC-0DD7-49C3-6E09BBC2AA03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Oval 318">
              <a:extLst>
                <a:ext uri="{FF2B5EF4-FFF2-40B4-BE49-F238E27FC236}">
                  <a16:creationId xmlns:a16="http://schemas.microsoft.com/office/drawing/2014/main" id="{C97AE82E-85C0-E6AC-8C07-DA092DD5ADD9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CEB4AADC-9F4F-4EAE-4CA6-4F2E96CA20D8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3C964AB5-0BA3-138C-4BC2-046DBD4CCD58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D202797B-60F4-A7A7-F507-FAE43D7776D8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932D4A84-E39B-FC0D-4925-036B4BAEB7F2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1D3F0D94-EFAC-108D-8EB7-8F9E164B54D2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738000EB-D1C7-4BFB-7773-D28937E0EB82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72AC961D-F190-9CFA-076B-ABF2EB67982C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AD655F3E-A22C-97F9-C3B1-7985BC154173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BD91A23B-CFC1-A7EE-E240-060E33F61CF6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FE7A974A-831C-C71B-0DDF-5BAC559A4B30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D08A4674-C0F2-3607-1FCE-B3277F23A65D}"/>
                  </a:ext>
                </a:extLst>
              </p:cNvPr>
              <p:cNvSpPr txBox="1"/>
              <p:nvPr/>
            </p:nvSpPr>
            <p:spPr>
              <a:xfrm>
                <a:off x="9019084" y="22429393"/>
                <a:ext cx="1256819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1A6AC2A3-531C-6E6F-5944-C3864A203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084" y="22429393"/>
                <a:ext cx="1256819" cy="5661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4" name="Group 353">
            <a:extLst>
              <a:ext uri="{FF2B5EF4-FFF2-40B4-BE49-F238E27FC236}">
                <a16:creationId xmlns:a16="http://schemas.microsoft.com/office/drawing/2014/main" id="{F1083727-F912-6717-96DD-B6F5EB285F35}"/>
              </a:ext>
            </a:extLst>
          </p:cNvPr>
          <p:cNvGrpSpPr/>
          <p:nvPr/>
        </p:nvGrpSpPr>
        <p:grpSpPr>
          <a:xfrm>
            <a:off x="7565324" y="17239655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5" name="TextBox 354">
                  <a:extLst>
                    <a:ext uri="{FF2B5EF4-FFF2-40B4-BE49-F238E27FC236}">
                      <a16:creationId xmlns:a16="http://schemas.microsoft.com/office/drawing/2014/main" id="{7357679A-7F0D-8FF2-E7F4-05F5BDC7B714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5" name="TextBox 354">
                  <a:extLst>
                    <a:ext uri="{FF2B5EF4-FFF2-40B4-BE49-F238E27FC236}">
                      <a16:creationId xmlns:a16="http://schemas.microsoft.com/office/drawing/2014/main" id="{4C7B5F18-8E3A-BE2D-205A-F3D47BF9C6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29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6" name="TextBox 355">
                  <a:extLst>
                    <a:ext uri="{FF2B5EF4-FFF2-40B4-BE49-F238E27FC236}">
                      <a16:creationId xmlns:a16="http://schemas.microsoft.com/office/drawing/2014/main" id="{3E7E9164-98B5-5024-ECF4-0DF06FC48C62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6" name="TextBox 355">
                  <a:extLst>
                    <a:ext uri="{FF2B5EF4-FFF2-40B4-BE49-F238E27FC236}">
                      <a16:creationId xmlns:a16="http://schemas.microsoft.com/office/drawing/2014/main" id="{FE1CEA2F-90BA-567C-753F-A99191AA7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30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7" name="TextBox 356">
                  <a:extLst>
                    <a:ext uri="{FF2B5EF4-FFF2-40B4-BE49-F238E27FC236}">
                      <a16:creationId xmlns:a16="http://schemas.microsoft.com/office/drawing/2014/main" id="{7D108427-8A4B-5C28-2346-C791062E1DBB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7" name="TextBox 356">
                  <a:extLst>
                    <a:ext uri="{FF2B5EF4-FFF2-40B4-BE49-F238E27FC236}">
                      <a16:creationId xmlns:a16="http://schemas.microsoft.com/office/drawing/2014/main" id="{C1E46F33-7861-74AD-A3C4-BE03279F10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31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8" name="TextBox 357">
                  <a:extLst>
                    <a:ext uri="{FF2B5EF4-FFF2-40B4-BE49-F238E27FC236}">
                      <a16:creationId xmlns:a16="http://schemas.microsoft.com/office/drawing/2014/main" id="{54C3E8CF-D988-E2C2-A90D-B542F333B83E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8" name="TextBox 357">
                  <a:extLst>
                    <a:ext uri="{FF2B5EF4-FFF2-40B4-BE49-F238E27FC236}">
                      <a16:creationId xmlns:a16="http://schemas.microsoft.com/office/drawing/2014/main" id="{C14B58E8-0526-0A14-3389-785E36294A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01A6D77C-92C7-6251-4A97-65E115CD3FFF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1EDAF50F-DDBC-CD90-4C41-18582DC52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3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E113DAB0-3B46-6DBE-2341-9088EFF61CD1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B8453E26-A955-7028-05F5-4DC285576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34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1" name="TextBox 360">
                  <a:extLst>
                    <a:ext uri="{FF2B5EF4-FFF2-40B4-BE49-F238E27FC236}">
                      <a16:creationId xmlns:a16="http://schemas.microsoft.com/office/drawing/2014/main" id="{94DF2F75-69D0-B54B-2518-16DDB96A89AD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1" name="TextBox 360">
                  <a:extLst>
                    <a:ext uri="{FF2B5EF4-FFF2-40B4-BE49-F238E27FC236}">
                      <a16:creationId xmlns:a16="http://schemas.microsoft.com/office/drawing/2014/main" id="{0EA9D819-3E3B-6615-0D3E-1CF72099E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35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27E9EE7D-C0A1-2F40-7AB2-F6468EFE62BE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574B8A02-9E5A-E1AD-88CC-7CB91B2AF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36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E1423BE0-14B8-C9BF-2D44-619F984AA200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A18901E5-6898-9141-6E8A-4A1D607EBE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D60769FC-DE51-35AE-394E-80F43827215F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A990E558-E2D9-5F52-A2B4-C5525A5F6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37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5" name="TextBox 364">
                  <a:extLst>
                    <a:ext uri="{FF2B5EF4-FFF2-40B4-BE49-F238E27FC236}">
                      <a16:creationId xmlns:a16="http://schemas.microsoft.com/office/drawing/2014/main" id="{9ACC311B-B89B-1960-2090-F1FA148DFC6B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5" name="TextBox 364">
                  <a:extLst>
                    <a:ext uri="{FF2B5EF4-FFF2-40B4-BE49-F238E27FC236}">
                      <a16:creationId xmlns:a16="http://schemas.microsoft.com/office/drawing/2014/main" id="{E13CBE15-D2FF-A536-BEC1-6F8FB7AD83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38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87421CC1-FF97-3FA4-1E4E-21022EED961C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8E472EC5-2168-C189-1E72-5BDE40C1C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39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3457B98A-6BB1-2EDF-4E8C-2FBCF66956A6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7326766E-A885-64B8-E87B-C7FF881B7F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40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D9D92FAA-9056-6FC8-EBA3-52A53B1FFB9E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FF2DA618-2CD2-CCDB-1059-6E881977C3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41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9" name="TextBox 368">
                  <a:extLst>
                    <a:ext uri="{FF2B5EF4-FFF2-40B4-BE49-F238E27FC236}">
                      <a16:creationId xmlns:a16="http://schemas.microsoft.com/office/drawing/2014/main" id="{9DF567FC-59F4-D141-A1C3-345470DA3F76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9" name="TextBox 368">
                  <a:extLst>
                    <a:ext uri="{FF2B5EF4-FFF2-40B4-BE49-F238E27FC236}">
                      <a16:creationId xmlns:a16="http://schemas.microsoft.com/office/drawing/2014/main" id="{B0F53832-410D-8633-9C13-FF0E7EEC90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42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057867A4-31EF-47D9-C5B3-4A25DEAC6B51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A0AB570B-7879-ECEE-58CA-934507FBB5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4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1" name="TextBox 370">
                  <a:extLst>
                    <a:ext uri="{FF2B5EF4-FFF2-40B4-BE49-F238E27FC236}">
                      <a16:creationId xmlns:a16="http://schemas.microsoft.com/office/drawing/2014/main" id="{58C1B596-A1D0-6DF3-FCA3-9931BA98A5D5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1" name="TextBox 370">
                  <a:extLst>
                    <a:ext uri="{FF2B5EF4-FFF2-40B4-BE49-F238E27FC236}">
                      <a16:creationId xmlns:a16="http://schemas.microsoft.com/office/drawing/2014/main" id="{969C3F63-EFFF-37C7-8883-822E261D27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44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2" name="TextBox 371">
                  <a:extLst>
                    <a:ext uri="{FF2B5EF4-FFF2-40B4-BE49-F238E27FC236}">
                      <a16:creationId xmlns:a16="http://schemas.microsoft.com/office/drawing/2014/main" id="{B9E1A824-F311-A512-A78E-CAC1D292207B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2" name="TextBox 371">
                  <a:extLst>
                    <a:ext uri="{FF2B5EF4-FFF2-40B4-BE49-F238E27FC236}">
                      <a16:creationId xmlns:a16="http://schemas.microsoft.com/office/drawing/2014/main" id="{23D47391-48D4-2AAF-E3E2-8D738BF48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45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E9D45C8B-6058-E880-1258-52F1D21A75F7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4FACA9D6-6EF6-E549-B36B-77B365CA3D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46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9FC7EAB5-044F-F1B4-E2EC-72DCEF233818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BD41DF49-3BFA-F26D-E97C-3D5E8CABA2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47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0ECFC67F-7F69-B7F5-3917-4F6B8706AE74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001F4137-5495-FDF6-42E6-F6699F68B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75331974-B234-DF16-060C-6CE9E550763E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77B64866-7116-4245-E3FB-AF500959A1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48"/>
                  <a:stretch>
                    <a:fillRect t="-9375" r="-18421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8" name="Rectangle 377">
            <a:extLst>
              <a:ext uri="{FF2B5EF4-FFF2-40B4-BE49-F238E27FC236}">
                <a16:creationId xmlns:a16="http://schemas.microsoft.com/office/drawing/2014/main" id="{2678007B-4AA9-2F39-26A3-8295F226A40C}"/>
              </a:ext>
            </a:extLst>
          </p:cNvPr>
          <p:cNvSpPr/>
          <p:nvPr/>
        </p:nvSpPr>
        <p:spPr>
          <a:xfrm>
            <a:off x="11223527" y="17254751"/>
            <a:ext cx="3652800" cy="3652800"/>
          </a:xfrm>
          <a:prstGeom prst="rect">
            <a:avLst/>
          </a:prstGeom>
          <a:pattFill prst="wdUpDiag">
            <a:fgClr>
              <a:schemeClr val="accent2">
                <a:lumMod val="40000"/>
                <a:lumOff val="60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93A9AFB8-5A46-88A4-DA2D-556E84C8FFA2}"/>
              </a:ext>
            </a:extLst>
          </p:cNvPr>
          <p:cNvSpPr/>
          <p:nvPr/>
        </p:nvSpPr>
        <p:spPr>
          <a:xfrm>
            <a:off x="11227291" y="13579882"/>
            <a:ext cx="3649037" cy="3649037"/>
          </a:xfrm>
          <a:prstGeom prst="rect">
            <a:avLst/>
          </a:prstGeom>
          <a:pattFill prst="wdUpDiag">
            <a:fgClr>
              <a:schemeClr val="accent1">
                <a:lumMod val="20000"/>
                <a:lumOff val="80000"/>
              </a:schemeClr>
            </a:fgClr>
            <a:bgClr>
              <a:schemeClr val="accent4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48BC2CF2-7C55-8242-A767-39C5DF4FBD39}"/>
              </a:ext>
            </a:extLst>
          </p:cNvPr>
          <p:cNvSpPr/>
          <p:nvPr/>
        </p:nvSpPr>
        <p:spPr>
          <a:xfrm>
            <a:off x="11227290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41E1AF4F-9E86-00A6-15E9-7EEF71D96EF6}"/>
              </a:ext>
            </a:extLst>
          </p:cNvPr>
          <p:cNvSpPr/>
          <p:nvPr/>
        </p:nvSpPr>
        <p:spPr>
          <a:xfrm>
            <a:off x="11226029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99" name="Group 398">
            <a:extLst>
              <a:ext uri="{FF2B5EF4-FFF2-40B4-BE49-F238E27FC236}">
                <a16:creationId xmlns:a16="http://schemas.microsoft.com/office/drawing/2014/main" id="{2120B89C-1CF6-C042-68B6-3016902A2C7A}"/>
              </a:ext>
            </a:extLst>
          </p:cNvPr>
          <p:cNvGrpSpPr/>
          <p:nvPr/>
        </p:nvGrpSpPr>
        <p:grpSpPr>
          <a:xfrm>
            <a:off x="11575748" y="17579373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400" name="Oval 399">
              <a:extLst>
                <a:ext uri="{FF2B5EF4-FFF2-40B4-BE49-F238E27FC236}">
                  <a16:creationId xmlns:a16="http://schemas.microsoft.com/office/drawing/2014/main" id="{90C30239-3C49-B114-5794-C4C9BA842E0C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02982E6A-C689-0F8D-AF04-D0B5F6600342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8F22BEE6-2166-383E-F884-F30044F51EB0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Oval 402">
              <a:extLst>
                <a:ext uri="{FF2B5EF4-FFF2-40B4-BE49-F238E27FC236}">
                  <a16:creationId xmlns:a16="http://schemas.microsoft.com/office/drawing/2014/main" id="{708E5FD2-65F5-6243-E753-C7D139C33323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Oval 403">
              <a:extLst>
                <a:ext uri="{FF2B5EF4-FFF2-40B4-BE49-F238E27FC236}">
                  <a16:creationId xmlns:a16="http://schemas.microsoft.com/office/drawing/2014/main" id="{A1EDB184-29CF-A4B0-3A0B-4D877F1C8163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2E5AD25E-8389-BB5B-9362-7543BD672089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Oval 405">
              <a:extLst>
                <a:ext uri="{FF2B5EF4-FFF2-40B4-BE49-F238E27FC236}">
                  <a16:creationId xmlns:a16="http://schemas.microsoft.com/office/drawing/2014/main" id="{7BA45BB0-A6F8-4596-5A98-CB02AF952159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C2361FBA-1EEA-E0DA-A818-2D5323AA07F6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FEBCF2B8-ABFF-3B52-B7B9-DD9B14C27C6C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BF081D85-F5C2-71A1-80C1-35A27D2ADC32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1FC9A615-4BB4-AA8D-0CC8-4CE60A308527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3844B3D6-F106-E8E6-65F3-4436CDC7DBFF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7CB3E74C-C98E-21FA-29B1-55E0810DFB32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BBD7D154-82EA-7FB5-455A-FE51F1763D1A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9B371E92-CF18-A9E4-F3A7-65832AAC7008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Oval 414">
              <a:extLst>
                <a:ext uri="{FF2B5EF4-FFF2-40B4-BE49-F238E27FC236}">
                  <a16:creationId xmlns:a16="http://schemas.microsoft.com/office/drawing/2014/main" id="{0D47343A-4A0D-EF56-D585-B6925797407F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C91AEC98-0FCD-E4EF-3FE3-CF73DD002E90}"/>
                  </a:ext>
                </a:extLst>
              </p:cNvPr>
              <p:cNvSpPr txBox="1"/>
              <p:nvPr/>
            </p:nvSpPr>
            <p:spPr>
              <a:xfrm>
                <a:off x="12410059" y="18758399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9AB5AC9E-5107-E6B4-61B4-BC44746D1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0059" y="18758399"/>
                <a:ext cx="1945341" cy="566181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3" name="TextBox 462">
                <a:extLst>
                  <a:ext uri="{FF2B5EF4-FFF2-40B4-BE49-F238E27FC236}">
                    <a16:creationId xmlns:a16="http://schemas.microsoft.com/office/drawing/2014/main" id="{1C3523BD-2B6E-16A2-35B1-589DE405FD37}"/>
                  </a:ext>
                </a:extLst>
              </p:cNvPr>
              <p:cNvSpPr txBox="1"/>
              <p:nvPr/>
            </p:nvSpPr>
            <p:spPr>
              <a:xfrm>
                <a:off x="12460044" y="15143413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3" name="TextBox 462">
                <a:extLst>
                  <a:ext uri="{FF2B5EF4-FFF2-40B4-BE49-F238E27FC236}">
                    <a16:creationId xmlns:a16="http://schemas.microsoft.com/office/drawing/2014/main" id="{C6C4AADC-34FB-1567-B1F4-C5F746D74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044" y="15143413"/>
                <a:ext cx="1945341" cy="566181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4" name="Group 463">
            <a:extLst>
              <a:ext uri="{FF2B5EF4-FFF2-40B4-BE49-F238E27FC236}">
                <a16:creationId xmlns:a16="http://schemas.microsoft.com/office/drawing/2014/main" id="{69E74F1C-9B21-189D-52BD-1616E667A51D}"/>
              </a:ext>
            </a:extLst>
          </p:cNvPr>
          <p:cNvGrpSpPr/>
          <p:nvPr/>
        </p:nvGrpSpPr>
        <p:grpSpPr>
          <a:xfrm>
            <a:off x="11192886" y="13587606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5" name="TextBox 464">
                  <a:extLst>
                    <a:ext uri="{FF2B5EF4-FFF2-40B4-BE49-F238E27FC236}">
                      <a16:creationId xmlns:a16="http://schemas.microsoft.com/office/drawing/2014/main" id="{EFC9843D-6AD6-2706-4E39-A0AF174EF4A7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5" name="TextBox 464">
                  <a:extLst>
                    <a:ext uri="{FF2B5EF4-FFF2-40B4-BE49-F238E27FC236}">
                      <a16:creationId xmlns:a16="http://schemas.microsoft.com/office/drawing/2014/main" id="{3ACCF180-4784-7A39-2F7B-571234C95E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52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6" name="TextBox 465">
                  <a:extLst>
                    <a:ext uri="{FF2B5EF4-FFF2-40B4-BE49-F238E27FC236}">
                      <a16:creationId xmlns:a16="http://schemas.microsoft.com/office/drawing/2014/main" id="{BF2C7CEB-6658-1CF2-6A49-7C8887ADB718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6" name="TextBox 465">
                  <a:extLst>
                    <a:ext uri="{FF2B5EF4-FFF2-40B4-BE49-F238E27FC236}">
                      <a16:creationId xmlns:a16="http://schemas.microsoft.com/office/drawing/2014/main" id="{78308B60-CC52-EFE9-5809-022DA411A8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53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7" name="TextBox 466">
                  <a:extLst>
                    <a:ext uri="{FF2B5EF4-FFF2-40B4-BE49-F238E27FC236}">
                      <a16:creationId xmlns:a16="http://schemas.microsoft.com/office/drawing/2014/main" id="{FD5B1340-FC9E-0D1A-5E4C-A5B33831AB1F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7" name="TextBox 466">
                  <a:extLst>
                    <a:ext uri="{FF2B5EF4-FFF2-40B4-BE49-F238E27FC236}">
                      <a16:creationId xmlns:a16="http://schemas.microsoft.com/office/drawing/2014/main" id="{C4367E4A-2629-B5CB-9E23-E008BF21F3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54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8" name="TextBox 467">
                  <a:extLst>
                    <a:ext uri="{FF2B5EF4-FFF2-40B4-BE49-F238E27FC236}">
                      <a16:creationId xmlns:a16="http://schemas.microsoft.com/office/drawing/2014/main" id="{40F9728D-489E-8703-1BCD-7D285B0D9019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8" name="TextBox 467">
                  <a:extLst>
                    <a:ext uri="{FF2B5EF4-FFF2-40B4-BE49-F238E27FC236}">
                      <a16:creationId xmlns:a16="http://schemas.microsoft.com/office/drawing/2014/main" id="{BE98AAAD-7C8B-90C0-D703-DB148C6452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55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9" name="TextBox 468">
                  <a:extLst>
                    <a:ext uri="{FF2B5EF4-FFF2-40B4-BE49-F238E27FC236}">
                      <a16:creationId xmlns:a16="http://schemas.microsoft.com/office/drawing/2014/main" id="{EE7A8227-DAD5-27BE-29FC-34D543F6381C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9" name="TextBox 468">
                  <a:extLst>
                    <a:ext uri="{FF2B5EF4-FFF2-40B4-BE49-F238E27FC236}">
                      <a16:creationId xmlns:a16="http://schemas.microsoft.com/office/drawing/2014/main" id="{DA1B9B99-1CD0-E66A-3D6D-E1863CE759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56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0" name="TextBox 469">
                  <a:extLst>
                    <a:ext uri="{FF2B5EF4-FFF2-40B4-BE49-F238E27FC236}">
                      <a16:creationId xmlns:a16="http://schemas.microsoft.com/office/drawing/2014/main" id="{426C0F17-0DFA-4E2B-2F58-B9FFAB5F9CC3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0" name="TextBox 469">
                  <a:extLst>
                    <a:ext uri="{FF2B5EF4-FFF2-40B4-BE49-F238E27FC236}">
                      <a16:creationId xmlns:a16="http://schemas.microsoft.com/office/drawing/2014/main" id="{3BCA218C-0812-2F22-6F34-1E7FB1729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57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" name="TextBox 470">
                  <a:extLst>
                    <a:ext uri="{FF2B5EF4-FFF2-40B4-BE49-F238E27FC236}">
                      <a16:creationId xmlns:a16="http://schemas.microsoft.com/office/drawing/2014/main" id="{75B7D02B-1FF8-F5B1-A374-C3FB3AFD9905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1" name="TextBox 470">
                  <a:extLst>
                    <a:ext uri="{FF2B5EF4-FFF2-40B4-BE49-F238E27FC236}">
                      <a16:creationId xmlns:a16="http://schemas.microsoft.com/office/drawing/2014/main" id="{29B5EF13-4298-20B8-A4DF-A829F3654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58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2" name="TextBox 471">
                  <a:extLst>
                    <a:ext uri="{FF2B5EF4-FFF2-40B4-BE49-F238E27FC236}">
                      <a16:creationId xmlns:a16="http://schemas.microsoft.com/office/drawing/2014/main" id="{D2609CC0-76E2-B880-8334-DB972B6A24D0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2" name="TextBox 471">
                  <a:extLst>
                    <a:ext uri="{FF2B5EF4-FFF2-40B4-BE49-F238E27FC236}">
                      <a16:creationId xmlns:a16="http://schemas.microsoft.com/office/drawing/2014/main" id="{5390B9C6-73E9-D29B-843E-9A8580BBB0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59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3" name="TextBox 472">
                  <a:extLst>
                    <a:ext uri="{FF2B5EF4-FFF2-40B4-BE49-F238E27FC236}">
                      <a16:creationId xmlns:a16="http://schemas.microsoft.com/office/drawing/2014/main" id="{D305A755-C6D0-4E31-536F-A62B9221253E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3" name="TextBox 472">
                  <a:extLst>
                    <a:ext uri="{FF2B5EF4-FFF2-40B4-BE49-F238E27FC236}">
                      <a16:creationId xmlns:a16="http://schemas.microsoft.com/office/drawing/2014/main" id="{A12EDFEB-46DE-C6FD-2AAB-61F6AEEE45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60"/>
                  <a:stretch>
                    <a:fillRect t="-9375" r="-1842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4" name="TextBox 473">
                  <a:extLst>
                    <a:ext uri="{FF2B5EF4-FFF2-40B4-BE49-F238E27FC236}">
                      <a16:creationId xmlns:a16="http://schemas.microsoft.com/office/drawing/2014/main" id="{199B69B9-77FC-D845-7597-842DC0FA6777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4" name="TextBox 473">
                  <a:extLst>
                    <a:ext uri="{FF2B5EF4-FFF2-40B4-BE49-F238E27FC236}">
                      <a16:creationId xmlns:a16="http://schemas.microsoft.com/office/drawing/2014/main" id="{6D86535D-893B-E21D-8BCB-BCEB50A11D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61"/>
                  <a:stretch>
                    <a:fillRect r="-1639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5" name="TextBox 474">
                  <a:extLst>
                    <a:ext uri="{FF2B5EF4-FFF2-40B4-BE49-F238E27FC236}">
                      <a16:creationId xmlns:a16="http://schemas.microsoft.com/office/drawing/2014/main" id="{1973F15D-97B5-DF97-99E6-DBA9B70D45BD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5" name="TextBox 474">
                  <a:extLst>
                    <a:ext uri="{FF2B5EF4-FFF2-40B4-BE49-F238E27FC236}">
                      <a16:creationId xmlns:a16="http://schemas.microsoft.com/office/drawing/2014/main" id="{8800BFAA-B43E-05BB-D907-6A3E999A92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62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6" name="TextBox 475">
                  <a:extLst>
                    <a:ext uri="{FF2B5EF4-FFF2-40B4-BE49-F238E27FC236}">
                      <a16:creationId xmlns:a16="http://schemas.microsoft.com/office/drawing/2014/main" id="{917C9059-E6F0-FC67-A9E0-1BB436FBADAE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6" name="TextBox 475">
                  <a:extLst>
                    <a:ext uri="{FF2B5EF4-FFF2-40B4-BE49-F238E27FC236}">
                      <a16:creationId xmlns:a16="http://schemas.microsoft.com/office/drawing/2014/main" id="{5EC960B6-EE52-F492-1F48-8DF396D769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63"/>
                  <a:stretch>
                    <a:fillRect l="-24242" r="-6061" b="-17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7" name="TextBox 476">
                  <a:extLst>
                    <a:ext uri="{FF2B5EF4-FFF2-40B4-BE49-F238E27FC236}">
                      <a16:creationId xmlns:a16="http://schemas.microsoft.com/office/drawing/2014/main" id="{752F9180-BA56-5077-4308-7B0685F2470F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7" name="TextBox 476">
                  <a:extLst>
                    <a:ext uri="{FF2B5EF4-FFF2-40B4-BE49-F238E27FC236}">
                      <a16:creationId xmlns:a16="http://schemas.microsoft.com/office/drawing/2014/main" id="{FFA42CBA-ACE3-13DF-2BC1-52F3D65DF7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64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8" name="TextBox 477">
                  <a:extLst>
                    <a:ext uri="{FF2B5EF4-FFF2-40B4-BE49-F238E27FC236}">
                      <a16:creationId xmlns:a16="http://schemas.microsoft.com/office/drawing/2014/main" id="{36932744-5C07-105D-AE64-917688B69FAA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8" name="TextBox 477">
                  <a:extLst>
                    <a:ext uri="{FF2B5EF4-FFF2-40B4-BE49-F238E27FC236}">
                      <a16:creationId xmlns:a16="http://schemas.microsoft.com/office/drawing/2014/main" id="{7A3F1E40-7BFA-F07C-CC7C-10732B3DC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65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9" name="TextBox 478">
                  <a:extLst>
                    <a:ext uri="{FF2B5EF4-FFF2-40B4-BE49-F238E27FC236}">
                      <a16:creationId xmlns:a16="http://schemas.microsoft.com/office/drawing/2014/main" id="{C651FA32-4AF2-AEAE-F3DE-C29155F2A36B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9" name="TextBox 478">
                  <a:extLst>
                    <a:ext uri="{FF2B5EF4-FFF2-40B4-BE49-F238E27FC236}">
                      <a16:creationId xmlns:a16="http://schemas.microsoft.com/office/drawing/2014/main" id="{3916D9DF-7E3F-868F-57D2-8251EA016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66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0" name="TextBox 479">
                  <a:extLst>
                    <a:ext uri="{FF2B5EF4-FFF2-40B4-BE49-F238E27FC236}">
                      <a16:creationId xmlns:a16="http://schemas.microsoft.com/office/drawing/2014/main" id="{AB169857-D5F6-085B-9507-5A57BDE7CB6B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0" name="TextBox 479">
                  <a:extLst>
                    <a:ext uri="{FF2B5EF4-FFF2-40B4-BE49-F238E27FC236}">
                      <a16:creationId xmlns:a16="http://schemas.microsoft.com/office/drawing/2014/main" id="{25C014C9-DE14-217F-24C7-6A33B6E5BE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67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" name="TextBox 480">
                  <a:extLst>
                    <a:ext uri="{FF2B5EF4-FFF2-40B4-BE49-F238E27FC236}">
                      <a16:creationId xmlns:a16="http://schemas.microsoft.com/office/drawing/2014/main" id="{5E2E685A-2C1E-0ABC-8B28-FA43AA0A8A48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1" name="TextBox 480">
                  <a:extLst>
                    <a:ext uri="{FF2B5EF4-FFF2-40B4-BE49-F238E27FC236}">
                      <a16:creationId xmlns:a16="http://schemas.microsoft.com/office/drawing/2014/main" id="{A294FC08-59E0-4A18-FA93-4F550211FA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68"/>
                  <a:stretch>
                    <a:fillRect r="-156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2" name="TextBox 481">
                  <a:extLst>
                    <a:ext uri="{FF2B5EF4-FFF2-40B4-BE49-F238E27FC236}">
                      <a16:creationId xmlns:a16="http://schemas.microsoft.com/office/drawing/2014/main" id="{0EBD90BA-4D3B-16C2-E9EE-240840B74073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2" name="TextBox 481">
                  <a:extLst>
                    <a:ext uri="{FF2B5EF4-FFF2-40B4-BE49-F238E27FC236}">
                      <a16:creationId xmlns:a16="http://schemas.microsoft.com/office/drawing/2014/main" id="{3804D29D-CC83-DB66-94FB-A8C2A77379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69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3" name="TextBox 482">
                  <a:extLst>
                    <a:ext uri="{FF2B5EF4-FFF2-40B4-BE49-F238E27FC236}">
                      <a16:creationId xmlns:a16="http://schemas.microsoft.com/office/drawing/2014/main" id="{A70200AA-FC24-C51A-C2F1-FEFAE99C87CC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3" name="TextBox 482">
                  <a:extLst>
                    <a:ext uri="{FF2B5EF4-FFF2-40B4-BE49-F238E27FC236}">
                      <a16:creationId xmlns:a16="http://schemas.microsoft.com/office/drawing/2014/main" id="{49CE24F0-EF90-D7F5-CC7B-117F6AD73C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7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4" name="TextBox 483">
                  <a:extLst>
                    <a:ext uri="{FF2B5EF4-FFF2-40B4-BE49-F238E27FC236}">
                      <a16:creationId xmlns:a16="http://schemas.microsoft.com/office/drawing/2014/main" id="{0F199132-96CB-90AD-6B3E-AE879FFC51C1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4" name="TextBox 483">
                  <a:extLst>
                    <a:ext uri="{FF2B5EF4-FFF2-40B4-BE49-F238E27FC236}">
                      <a16:creationId xmlns:a16="http://schemas.microsoft.com/office/drawing/2014/main" id="{2B5DB69F-0FAF-6B00-F1D2-363322C3C5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71"/>
                  <a:stretch>
                    <a:fillRect r="-1205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5" name="TextBox 484">
                  <a:extLst>
                    <a:ext uri="{FF2B5EF4-FFF2-40B4-BE49-F238E27FC236}">
                      <a16:creationId xmlns:a16="http://schemas.microsoft.com/office/drawing/2014/main" id="{F31D7E06-EAB7-1FCB-6257-294CFB020992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5" name="TextBox 484">
                  <a:extLst>
                    <a:ext uri="{FF2B5EF4-FFF2-40B4-BE49-F238E27FC236}">
                      <a16:creationId xmlns:a16="http://schemas.microsoft.com/office/drawing/2014/main" id="{889928E8-E1A5-9478-5FA9-18BD6EE2CF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72"/>
                  <a:stretch>
                    <a:fillRect t="-9091" r="-18421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6" name="TextBox 485">
                  <a:extLst>
                    <a:ext uri="{FF2B5EF4-FFF2-40B4-BE49-F238E27FC236}">
                      <a16:creationId xmlns:a16="http://schemas.microsoft.com/office/drawing/2014/main" id="{0EEB4614-946A-020D-8CB4-6F108AF30816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6" name="TextBox 485">
                  <a:extLst>
                    <a:ext uri="{FF2B5EF4-FFF2-40B4-BE49-F238E27FC236}">
                      <a16:creationId xmlns:a16="http://schemas.microsoft.com/office/drawing/2014/main" id="{21C6A062-5701-E5F3-1F6D-F983AB3A8E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73"/>
                  <a:stretch>
                    <a:fillRect t="-6061" r="-2051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21F68530-DEC2-2DE6-8B05-EE5EA25D1586}"/>
              </a:ext>
            </a:extLst>
          </p:cNvPr>
          <p:cNvGrpSpPr/>
          <p:nvPr/>
        </p:nvGrpSpPr>
        <p:grpSpPr>
          <a:xfrm>
            <a:off x="11217967" y="17247563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8" name="TextBox 487">
                  <a:extLst>
                    <a:ext uri="{FF2B5EF4-FFF2-40B4-BE49-F238E27FC236}">
                      <a16:creationId xmlns:a16="http://schemas.microsoft.com/office/drawing/2014/main" id="{C9E8C0BF-2524-A7BC-682B-C8772A6BE42F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8" name="TextBox 487">
                  <a:extLst>
                    <a:ext uri="{FF2B5EF4-FFF2-40B4-BE49-F238E27FC236}">
                      <a16:creationId xmlns:a16="http://schemas.microsoft.com/office/drawing/2014/main" id="{4B6AC79F-5F14-EA80-E9AB-992EE4F66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74"/>
                  <a:stretch>
                    <a:fillRect r="-2326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9" name="TextBox 488">
                  <a:extLst>
                    <a:ext uri="{FF2B5EF4-FFF2-40B4-BE49-F238E27FC236}">
                      <a16:creationId xmlns:a16="http://schemas.microsoft.com/office/drawing/2014/main" id="{E883C5C6-3D35-AF44-A3CB-6DBAF17062A4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9" name="TextBox 488">
                  <a:extLst>
                    <a:ext uri="{FF2B5EF4-FFF2-40B4-BE49-F238E27FC236}">
                      <a16:creationId xmlns:a16="http://schemas.microsoft.com/office/drawing/2014/main" id="{064EEE4F-A8AD-B2A2-7B3E-540D1E580B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75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0" name="TextBox 489">
                  <a:extLst>
                    <a:ext uri="{FF2B5EF4-FFF2-40B4-BE49-F238E27FC236}">
                      <a16:creationId xmlns:a16="http://schemas.microsoft.com/office/drawing/2014/main" id="{7A0E3A51-486B-ADB9-7A68-0BF16B3EB357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0" name="TextBox 489">
                  <a:extLst>
                    <a:ext uri="{FF2B5EF4-FFF2-40B4-BE49-F238E27FC236}">
                      <a16:creationId xmlns:a16="http://schemas.microsoft.com/office/drawing/2014/main" id="{90C0C75B-E177-17F9-328D-443E0CCE2C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76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1" name="TextBox 490">
                  <a:extLst>
                    <a:ext uri="{FF2B5EF4-FFF2-40B4-BE49-F238E27FC236}">
                      <a16:creationId xmlns:a16="http://schemas.microsoft.com/office/drawing/2014/main" id="{0672DBEF-00CC-5CCB-CB6E-1963E802761C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1" name="TextBox 490">
                  <a:extLst>
                    <a:ext uri="{FF2B5EF4-FFF2-40B4-BE49-F238E27FC236}">
                      <a16:creationId xmlns:a16="http://schemas.microsoft.com/office/drawing/2014/main" id="{72F38B5D-CFC1-3CFB-7520-CDFE1CE10B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77"/>
                  <a:stretch>
                    <a:fillRect t="-9375" r="-1842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2" name="TextBox 491">
                  <a:extLst>
                    <a:ext uri="{FF2B5EF4-FFF2-40B4-BE49-F238E27FC236}">
                      <a16:creationId xmlns:a16="http://schemas.microsoft.com/office/drawing/2014/main" id="{350FEF75-044B-F1C9-CA4E-6F9F3B08C28D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2" name="TextBox 491">
                  <a:extLst>
                    <a:ext uri="{FF2B5EF4-FFF2-40B4-BE49-F238E27FC236}">
                      <a16:creationId xmlns:a16="http://schemas.microsoft.com/office/drawing/2014/main" id="{0E2FFAFE-90D4-38B6-B398-D2337DA971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78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3" name="TextBox 492">
                  <a:extLst>
                    <a:ext uri="{FF2B5EF4-FFF2-40B4-BE49-F238E27FC236}">
                      <a16:creationId xmlns:a16="http://schemas.microsoft.com/office/drawing/2014/main" id="{6F80A811-2070-FEF4-D12D-ACCE9F124E22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3" name="TextBox 492">
                  <a:extLst>
                    <a:ext uri="{FF2B5EF4-FFF2-40B4-BE49-F238E27FC236}">
                      <a16:creationId xmlns:a16="http://schemas.microsoft.com/office/drawing/2014/main" id="{B425DB72-8BB4-DC04-7FF4-FA7B12A261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79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4" name="TextBox 493">
                  <a:extLst>
                    <a:ext uri="{FF2B5EF4-FFF2-40B4-BE49-F238E27FC236}">
                      <a16:creationId xmlns:a16="http://schemas.microsoft.com/office/drawing/2014/main" id="{52DD98FD-49E1-0C0C-84B0-D21C0ACA1075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4" name="TextBox 493">
                  <a:extLst>
                    <a:ext uri="{FF2B5EF4-FFF2-40B4-BE49-F238E27FC236}">
                      <a16:creationId xmlns:a16="http://schemas.microsoft.com/office/drawing/2014/main" id="{3E36A5F5-E80F-9770-BF3D-3A5777FCF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80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5" name="TextBox 494">
                  <a:extLst>
                    <a:ext uri="{FF2B5EF4-FFF2-40B4-BE49-F238E27FC236}">
                      <a16:creationId xmlns:a16="http://schemas.microsoft.com/office/drawing/2014/main" id="{984BE667-2F6D-06F9-8558-275F11A91A7F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5" name="TextBox 494">
                  <a:extLst>
                    <a:ext uri="{FF2B5EF4-FFF2-40B4-BE49-F238E27FC236}">
                      <a16:creationId xmlns:a16="http://schemas.microsoft.com/office/drawing/2014/main" id="{0C428B92-DC02-D741-849D-AD37DF1C96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81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6" name="TextBox 495">
                  <a:extLst>
                    <a:ext uri="{FF2B5EF4-FFF2-40B4-BE49-F238E27FC236}">
                      <a16:creationId xmlns:a16="http://schemas.microsoft.com/office/drawing/2014/main" id="{547FE248-3236-ADB8-80B7-81C6E7D1AF4C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6" name="TextBox 495">
                  <a:extLst>
                    <a:ext uri="{FF2B5EF4-FFF2-40B4-BE49-F238E27FC236}">
                      <a16:creationId xmlns:a16="http://schemas.microsoft.com/office/drawing/2014/main" id="{081DCBE7-2F13-A5FD-A10A-1EC12E270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82"/>
                  <a:stretch>
                    <a:fillRect t="-9375" r="-1842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7" name="TextBox 496">
                  <a:extLst>
                    <a:ext uri="{FF2B5EF4-FFF2-40B4-BE49-F238E27FC236}">
                      <a16:creationId xmlns:a16="http://schemas.microsoft.com/office/drawing/2014/main" id="{3EF4A53C-FF53-04C0-1CFA-37B90C802CD6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7" name="TextBox 496">
                  <a:extLst>
                    <a:ext uri="{FF2B5EF4-FFF2-40B4-BE49-F238E27FC236}">
                      <a16:creationId xmlns:a16="http://schemas.microsoft.com/office/drawing/2014/main" id="{08ECD251-210D-F236-412C-3A27398A6D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83"/>
                  <a:stretch>
                    <a:fillRect r="-1639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8" name="TextBox 497">
                  <a:extLst>
                    <a:ext uri="{FF2B5EF4-FFF2-40B4-BE49-F238E27FC236}">
                      <a16:creationId xmlns:a16="http://schemas.microsoft.com/office/drawing/2014/main" id="{EF704D36-0E64-AABE-4A36-127E3D227161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8" name="TextBox 497">
                  <a:extLst>
                    <a:ext uri="{FF2B5EF4-FFF2-40B4-BE49-F238E27FC236}">
                      <a16:creationId xmlns:a16="http://schemas.microsoft.com/office/drawing/2014/main" id="{1C0ED99A-D747-6D4D-CF6D-9D6D564691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63"/>
                  <a:stretch>
                    <a:fillRect l="-25000" r="-9375" b="-17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TextBox 498">
                  <a:extLst>
                    <a:ext uri="{FF2B5EF4-FFF2-40B4-BE49-F238E27FC236}">
                      <a16:creationId xmlns:a16="http://schemas.microsoft.com/office/drawing/2014/main" id="{1EA67F7F-5EAD-6901-3DC3-680FDC576CA5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9" name="TextBox 498">
                  <a:extLst>
                    <a:ext uri="{FF2B5EF4-FFF2-40B4-BE49-F238E27FC236}">
                      <a16:creationId xmlns:a16="http://schemas.microsoft.com/office/drawing/2014/main" id="{5F5C26D2-6C50-0DDA-2F5E-9EFE2401E2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84"/>
                  <a:stretch>
                    <a:fillRect l="-24242" r="-6061"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0" name="TextBox 499">
                  <a:extLst>
                    <a:ext uri="{FF2B5EF4-FFF2-40B4-BE49-F238E27FC236}">
                      <a16:creationId xmlns:a16="http://schemas.microsoft.com/office/drawing/2014/main" id="{24C2E75F-8C2D-0210-AF2A-8C5A34E289D5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0" name="TextBox 499">
                  <a:extLst>
                    <a:ext uri="{FF2B5EF4-FFF2-40B4-BE49-F238E27FC236}">
                      <a16:creationId xmlns:a16="http://schemas.microsoft.com/office/drawing/2014/main" id="{D73541EC-E073-6BB3-A083-FBB83C91B4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85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1" name="TextBox 500">
                  <a:extLst>
                    <a:ext uri="{FF2B5EF4-FFF2-40B4-BE49-F238E27FC236}">
                      <a16:creationId xmlns:a16="http://schemas.microsoft.com/office/drawing/2014/main" id="{3AEF0C83-D3D5-30DB-3736-6C5A0F944B2B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1" name="TextBox 500">
                  <a:extLst>
                    <a:ext uri="{FF2B5EF4-FFF2-40B4-BE49-F238E27FC236}">
                      <a16:creationId xmlns:a16="http://schemas.microsoft.com/office/drawing/2014/main" id="{20E465A6-F07A-90FB-DCFB-B17DF2A27D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86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2" name="TextBox 501">
                  <a:extLst>
                    <a:ext uri="{FF2B5EF4-FFF2-40B4-BE49-F238E27FC236}">
                      <a16:creationId xmlns:a16="http://schemas.microsoft.com/office/drawing/2014/main" id="{5FCBA97F-0F73-4A94-3A4B-951C2669A369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2" name="TextBox 501">
                  <a:extLst>
                    <a:ext uri="{FF2B5EF4-FFF2-40B4-BE49-F238E27FC236}">
                      <a16:creationId xmlns:a16="http://schemas.microsoft.com/office/drawing/2014/main" id="{77044F71-901E-0583-E259-B174A9CBBD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87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3" name="TextBox 502">
                  <a:extLst>
                    <a:ext uri="{FF2B5EF4-FFF2-40B4-BE49-F238E27FC236}">
                      <a16:creationId xmlns:a16="http://schemas.microsoft.com/office/drawing/2014/main" id="{2C5090A2-AE05-FB8F-CE4B-7EF63FD36216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3" name="TextBox 502">
                  <a:extLst>
                    <a:ext uri="{FF2B5EF4-FFF2-40B4-BE49-F238E27FC236}">
                      <a16:creationId xmlns:a16="http://schemas.microsoft.com/office/drawing/2014/main" id="{403D159A-1CCF-443D-6472-4CE9EA4BBD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88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4" name="TextBox 503">
                  <a:extLst>
                    <a:ext uri="{FF2B5EF4-FFF2-40B4-BE49-F238E27FC236}">
                      <a16:creationId xmlns:a16="http://schemas.microsoft.com/office/drawing/2014/main" id="{615B5A55-23DD-C4CB-98BE-17561BDEB38B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4" name="TextBox 503">
                  <a:extLst>
                    <a:ext uri="{FF2B5EF4-FFF2-40B4-BE49-F238E27FC236}">
                      <a16:creationId xmlns:a16="http://schemas.microsoft.com/office/drawing/2014/main" id="{C31B0C06-0AB5-C0A6-9E16-8149490359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89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5" name="TextBox 504">
                  <a:extLst>
                    <a:ext uri="{FF2B5EF4-FFF2-40B4-BE49-F238E27FC236}">
                      <a16:creationId xmlns:a16="http://schemas.microsoft.com/office/drawing/2014/main" id="{4571FFC2-7258-71E1-2DB2-A2CB8B316159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5" name="TextBox 504">
                  <a:extLst>
                    <a:ext uri="{FF2B5EF4-FFF2-40B4-BE49-F238E27FC236}">
                      <a16:creationId xmlns:a16="http://schemas.microsoft.com/office/drawing/2014/main" id="{5329EB51-068E-7F87-93B8-CBFC744D77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90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6" name="TextBox 505">
                  <a:extLst>
                    <a:ext uri="{FF2B5EF4-FFF2-40B4-BE49-F238E27FC236}">
                      <a16:creationId xmlns:a16="http://schemas.microsoft.com/office/drawing/2014/main" id="{9EB831EE-85A3-D85B-5C5C-67D57B62D238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6" name="TextBox 505">
                  <a:extLst>
                    <a:ext uri="{FF2B5EF4-FFF2-40B4-BE49-F238E27FC236}">
                      <a16:creationId xmlns:a16="http://schemas.microsoft.com/office/drawing/2014/main" id="{7DDC6AF7-9C65-B6CE-59A1-717288F5B4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91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7" name="TextBox 506">
                  <a:extLst>
                    <a:ext uri="{FF2B5EF4-FFF2-40B4-BE49-F238E27FC236}">
                      <a16:creationId xmlns:a16="http://schemas.microsoft.com/office/drawing/2014/main" id="{477ADA63-9EC1-38E3-0632-BE4F50488E23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7" name="TextBox 506">
                  <a:extLst>
                    <a:ext uri="{FF2B5EF4-FFF2-40B4-BE49-F238E27FC236}">
                      <a16:creationId xmlns:a16="http://schemas.microsoft.com/office/drawing/2014/main" id="{E05BF1F0-7036-9FCC-AFF0-05684A0C9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92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8147CC7-573F-63F1-C269-71762F32D46B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E46C7013-28C9-F90C-94A9-21C422FF63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93"/>
                  <a:stretch>
                    <a:fillRect t="-6061" r="-18421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7E1F2324-B4DA-9F14-8A59-15DFECD2D8C0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DBE163F5-8F6D-AE10-AA87-355096EF63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55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5C65A738-FD5C-850E-1EFC-CEBE8AD0BBD2}"/>
              </a:ext>
            </a:extLst>
          </p:cNvPr>
          <p:cNvGrpSpPr/>
          <p:nvPr/>
        </p:nvGrpSpPr>
        <p:grpSpPr>
          <a:xfrm>
            <a:off x="7562909" y="20887061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619AA0B4-C454-F5BD-85AE-0D9206C26768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7E910A06-F17E-8E41-BAB2-01841F8279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94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70FDDBBD-CBBF-8FCE-28B8-4A239B93C847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D6692CAA-BC86-51B4-EA7C-8967CB4BEE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95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32BE9435-4D13-1A77-1B70-C20E15F3309F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B5848C27-071C-1E53-9908-6C310FC127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96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EE069BFF-9B60-C4AB-166F-DDD554E7226F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7BF072AE-DF3A-90C1-AE75-C11ACA5EE3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97"/>
                  <a:stretch>
                    <a:fillRect t="-606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EA37A109-BD4F-24A6-064A-6823EE707CFA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82248FC-D8D8-06CB-6338-A2404C30ED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98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F6F60343-DD0A-3B32-72A0-AFFE117AD32B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B7A1D332-09DA-FD17-4EE4-C255D711FE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99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7" name="TextBox 516">
                  <a:extLst>
                    <a:ext uri="{FF2B5EF4-FFF2-40B4-BE49-F238E27FC236}">
                      <a16:creationId xmlns:a16="http://schemas.microsoft.com/office/drawing/2014/main" id="{BA2E85A8-8090-1142-E2A3-E02CB44CAE72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7" name="TextBox 516">
                  <a:extLst>
                    <a:ext uri="{FF2B5EF4-FFF2-40B4-BE49-F238E27FC236}">
                      <a16:creationId xmlns:a16="http://schemas.microsoft.com/office/drawing/2014/main" id="{FF0362CF-8DCA-3A99-9BBF-EE3A3B61EB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100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8" name="TextBox 517">
                  <a:extLst>
                    <a:ext uri="{FF2B5EF4-FFF2-40B4-BE49-F238E27FC236}">
                      <a16:creationId xmlns:a16="http://schemas.microsoft.com/office/drawing/2014/main" id="{80B25916-3F8D-5DCC-4DFB-F109D28CC87C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8" name="TextBox 517">
                  <a:extLst>
                    <a:ext uri="{FF2B5EF4-FFF2-40B4-BE49-F238E27FC236}">
                      <a16:creationId xmlns:a16="http://schemas.microsoft.com/office/drawing/2014/main" id="{F2CB3E78-C74A-9C88-75CB-839B912B1E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101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9" name="TextBox 518">
                  <a:extLst>
                    <a:ext uri="{FF2B5EF4-FFF2-40B4-BE49-F238E27FC236}">
                      <a16:creationId xmlns:a16="http://schemas.microsoft.com/office/drawing/2014/main" id="{1BD03030-4D5F-77CF-43D2-7AA09303881B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9" name="TextBox 518">
                  <a:extLst>
                    <a:ext uri="{FF2B5EF4-FFF2-40B4-BE49-F238E27FC236}">
                      <a16:creationId xmlns:a16="http://schemas.microsoft.com/office/drawing/2014/main" id="{50C675F9-B587-FE22-0F79-03A634A3FA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102"/>
                  <a:stretch>
                    <a:fillRect t="-909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0" name="TextBox 519">
                  <a:extLst>
                    <a:ext uri="{FF2B5EF4-FFF2-40B4-BE49-F238E27FC236}">
                      <a16:creationId xmlns:a16="http://schemas.microsoft.com/office/drawing/2014/main" id="{E90B36E4-32C3-D58A-05EA-0111AED12E55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0" name="TextBox 519">
                  <a:extLst>
                    <a:ext uri="{FF2B5EF4-FFF2-40B4-BE49-F238E27FC236}">
                      <a16:creationId xmlns:a16="http://schemas.microsoft.com/office/drawing/2014/main" id="{8795D13C-8A9C-42B2-B373-E065283A97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10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1" name="TextBox 520">
                  <a:extLst>
                    <a:ext uri="{FF2B5EF4-FFF2-40B4-BE49-F238E27FC236}">
                      <a16:creationId xmlns:a16="http://schemas.microsoft.com/office/drawing/2014/main" id="{D5D5AF85-375C-EA59-F078-31CCCEE513F1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1" name="TextBox 520">
                  <a:extLst>
                    <a:ext uri="{FF2B5EF4-FFF2-40B4-BE49-F238E27FC236}">
                      <a16:creationId xmlns:a16="http://schemas.microsoft.com/office/drawing/2014/main" id="{F8AD97A3-278B-6FD6-7454-BF31036C18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62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" name="TextBox 521">
                  <a:extLst>
                    <a:ext uri="{FF2B5EF4-FFF2-40B4-BE49-F238E27FC236}">
                      <a16:creationId xmlns:a16="http://schemas.microsoft.com/office/drawing/2014/main" id="{8364AFE8-0BE1-578E-6128-DBFCC95C2BA0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2" name="TextBox 521">
                  <a:extLst>
                    <a:ext uri="{FF2B5EF4-FFF2-40B4-BE49-F238E27FC236}">
                      <a16:creationId xmlns:a16="http://schemas.microsoft.com/office/drawing/2014/main" id="{4AAC5C66-E370-9C37-20E6-48DB66D1B8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63"/>
                  <a:stretch>
                    <a:fillRect l="-25000" r="-9375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3" name="TextBox 522">
                  <a:extLst>
                    <a:ext uri="{FF2B5EF4-FFF2-40B4-BE49-F238E27FC236}">
                      <a16:creationId xmlns:a16="http://schemas.microsoft.com/office/drawing/2014/main" id="{4F435C5A-9239-1E6B-9BB3-7C10A20B6803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3" name="TextBox 522">
                  <a:extLst>
                    <a:ext uri="{FF2B5EF4-FFF2-40B4-BE49-F238E27FC236}">
                      <a16:creationId xmlns:a16="http://schemas.microsoft.com/office/drawing/2014/main" id="{DB02F49C-7D9B-9889-6E0B-5ED4C8B6B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104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4" name="TextBox 523">
                  <a:extLst>
                    <a:ext uri="{FF2B5EF4-FFF2-40B4-BE49-F238E27FC236}">
                      <a16:creationId xmlns:a16="http://schemas.microsoft.com/office/drawing/2014/main" id="{AAB2EC9A-DCA0-285B-FBBE-F453D2E8EA51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4" name="TextBox 523">
                  <a:extLst>
                    <a:ext uri="{FF2B5EF4-FFF2-40B4-BE49-F238E27FC236}">
                      <a16:creationId xmlns:a16="http://schemas.microsoft.com/office/drawing/2014/main" id="{3A696E0A-4E24-9140-CDBF-DF9FF0DA96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105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5" name="TextBox 524">
                  <a:extLst>
                    <a:ext uri="{FF2B5EF4-FFF2-40B4-BE49-F238E27FC236}">
                      <a16:creationId xmlns:a16="http://schemas.microsoft.com/office/drawing/2014/main" id="{BAA418F5-D5DD-C743-AB70-FD89C72143E8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5" name="TextBox 524">
                  <a:extLst>
                    <a:ext uri="{FF2B5EF4-FFF2-40B4-BE49-F238E27FC236}">
                      <a16:creationId xmlns:a16="http://schemas.microsoft.com/office/drawing/2014/main" id="{51B4C755-F052-F00F-27BD-A0E2AB6D4B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106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6" name="TextBox 525">
                  <a:extLst>
                    <a:ext uri="{FF2B5EF4-FFF2-40B4-BE49-F238E27FC236}">
                      <a16:creationId xmlns:a16="http://schemas.microsoft.com/office/drawing/2014/main" id="{4D534242-0A64-C713-68A7-2CB45FFCEC14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6" name="TextBox 525">
                  <a:extLst>
                    <a:ext uri="{FF2B5EF4-FFF2-40B4-BE49-F238E27FC236}">
                      <a16:creationId xmlns:a16="http://schemas.microsoft.com/office/drawing/2014/main" id="{1C762992-BD9C-4F1B-541A-A85747FE23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107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7" name="TextBox 526">
                  <a:extLst>
                    <a:ext uri="{FF2B5EF4-FFF2-40B4-BE49-F238E27FC236}">
                      <a16:creationId xmlns:a16="http://schemas.microsoft.com/office/drawing/2014/main" id="{E39F3355-34F0-677D-2593-D644EF9E7069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7" name="TextBox 526">
                  <a:extLst>
                    <a:ext uri="{FF2B5EF4-FFF2-40B4-BE49-F238E27FC236}">
                      <a16:creationId xmlns:a16="http://schemas.microsoft.com/office/drawing/2014/main" id="{62816C68-7E61-8B06-6079-5F890E3B27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108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8" name="TextBox 527">
                  <a:extLst>
                    <a:ext uri="{FF2B5EF4-FFF2-40B4-BE49-F238E27FC236}">
                      <a16:creationId xmlns:a16="http://schemas.microsoft.com/office/drawing/2014/main" id="{E260DC8F-B452-0451-6E59-75C5E0F2DA9A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8" name="TextBox 527">
                  <a:extLst>
                    <a:ext uri="{FF2B5EF4-FFF2-40B4-BE49-F238E27FC236}">
                      <a16:creationId xmlns:a16="http://schemas.microsoft.com/office/drawing/2014/main" id="{CBE98000-FB06-7062-E43A-C72348707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109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9" name="TextBox 528">
                  <a:extLst>
                    <a:ext uri="{FF2B5EF4-FFF2-40B4-BE49-F238E27FC236}">
                      <a16:creationId xmlns:a16="http://schemas.microsoft.com/office/drawing/2014/main" id="{9CBAA7BB-1098-63FB-7B18-4E09A7CD305D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9" name="TextBox 528">
                  <a:extLst>
                    <a:ext uri="{FF2B5EF4-FFF2-40B4-BE49-F238E27FC236}">
                      <a16:creationId xmlns:a16="http://schemas.microsoft.com/office/drawing/2014/main" id="{C7D55979-F34C-42E7-A9AB-B6E899AEB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110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0" name="TextBox 529">
                  <a:extLst>
                    <a:ext uri="{FF2B5EF4-FFF2-40B4-BE49-F238E27FC236}">
                      <a16:creationId xmlns:a16="http://schemas.microsoft.com/office/drawing/2014/main" id="{636918E2-74FF-B225-567C-5AE4008F373B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0" name="TextBox 529">
                  <a:extLst>
                    <a:ext uri="{FF2B5EF4-FFF2-40B4-BE49-F238E27FC236}">
                      <a16:creationId xmlns:a16="http://schemas.microsoft.com/office/drawing/2014/main" id="{7A2B8D3A-D9C9-10C0-7B79-CA4EB4895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111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1" name="TextBox 530">
                  <a:extLst>
                    <a:ext uri="{FF2B5EF4-FFF2-40B4-BE49-F238E27FC236}">
                      <a16:creationId xmlns:a16="http://schemas.microsoft.com/office/drawing/2014/main" id="{0481AD42-C183-AD54-D090-79F64F1FF928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1" name="TextBox 530">
                  <a:extLst>
                    <a:ext uri="{FF2B5EF4-FFF2-40B4-BE49-F238E27FC236}">
                      <a16:creationId xmlns:a16="http://schemas.microsoft.com/office/drawing/2014/main" id="{A1FCFDA2-5DA2-F0F8-5A65-5EC960D620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09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2" name="TextBox 531">
                  <a:extLst>
                    <a:ext uri="{FF2B5EF4-FFF2-40B4-BE49-F238E27FC236}">
                      <a16:creationId xmlns:a16="http://schemas.microsoft.com/office/drawing/2014/main" id="{03A30EC1-1AAF-D8CC-CB8A-1362D6E86308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2" name="TextBox 531">
                  <a:extLst>
                    <a:ext uri="{FF2B5EF4-FFF2-40B4-BE49-F238E27FC236}">
                      <a16:creationId xmlns:a16="http://schemas.microsoft.com/office/drawing/2014/main" id="{64EA9789-918E-7D3A-FB26-8C4B16515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112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3" name="Group 532">
            <a:extLst>
              <a:ext uri="{FF2B5EF4-FFF2-40B4-BE49-F238E27FC236}">
                <a16:creationId xmlns:a16="http://schemas.microsoft.com/office/drawing/2014/main" id="{8178B50F-3A14-9D52-F7C0-D26666227118}"/>
              </a:ext>
            </a:extLst>
          </p:cNvPr>
          <p:cNvGrpSpPr/>
          <p:nvPr/>
        </p:nvGrpSpPr>
        <p:grpSpPr>
          <a:xfrm>
            <a:off x="3834127" y="20894949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4" name="TextBox 533">
                  <a:extLst>
                    <a:ext uri="{FF2B5EF4-FFF2-40B4-BE49-F238E27FC236}">
                      <a16:creationId xmlns:a16="http://schemas.microsoft.com/office/drawing/2014/main" id="{37A4082A-67D3-A7C4-25BD-100D08198111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4" name="TextBox 533">
                  <a:extLst>
                    <a:ext uri="{FF2B5EF4-FFF2-40B4-BE49-F238E27FC236}">
                      <a16:creationId xmlns:a16="http://schemas.microsoft.com/office/drawing/2014/main" id="{0D9E1E0B-B51C-48E2-C72F-A16039A7DC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113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5" name="TextBox 534">
                  <a:extLst>
                    <a:ext uri="{FF2B5EF4-FFF2-40B4-BE49-F238E27FC236}">
                      <a16:creationId xmlns:a16="http://schemas.microsoft.com/office/drawing/2014/main" id="{BEC38C9F-D31C-E1DF-8E5D-A8078D8528A9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5" name="TextBox 534">
                  <a:extLst>
                    <a:ext uri="{FF2B5EF4-FFF2-40B4-BE49-F238E27FC236}">
                      <a16:creationId xmlns:a16="http://schemas.microsoft.com/office/drawing/2014/main" id="{A34C586D-DBCB-105E-04F7-7B00AB78F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114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6" name="TextBox 535">
                  <a:extLst>
                    <a:ext uri="{FF2B5EF4-FFF2-40B4-BE49-F238E27FC236}">
                      <a16:creationId xmlns:a16="http://schemas.microsoft.com/office/drawing/2014/main" id="{27368AEE-B1AD-25C6-60E8-8FCB97276EA0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6" name="TextBox 535">
                  <a:extLst>
                    <a:ext uri="{FF2B5EF4-FFF2-40B4-BE49-F238E27FC236}">
                      <a16:creationId xmlns:a16="http://schemas.microsoft.com/office/drawing/2014/main" id="{63B4C528-17EE-E6D4-69A5-7DC0AEF4F4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115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7" name="TextBox 536">
                  <a:extLst>
                    <a:ext uri="{FF2B5EF4-FFF2-40B4-BE49-F238E27FC236}">
                      <a16:creationId xmlns:a16="http://schemas.microsoft.com/office/drawing/2014/main" id="{C069472F-BB46-3C1F-3B08-A7BDC29177B0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7" name="TextBox 536">
                  <a:extLst>
                    <a:ext uri="{FF2B5EF4-FFF2-40B4-BE49-F238E27FC236}">
                      <a16:creationId xmlns:a16="http://schemas.microsoft.com/office/drawing/2014/main" id="{7184A6A4-EAB9-97F2-77AB-0E74DEA278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8" name="TextBox 537">
                  <a:extLst>
                    <a:ext uri="{FF2B5EF4-FFF2-40B4-BE49-F238E27FC236}">
                      <a16:creationId xmlns:a16="http://schemas.microsoft.com/office/drawing/2014/main" id="{510E693E-FBDA-B937-4EA4-8FEF4CCB7BD4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8" name="TextBox 537">
                  <a:extLst>
                    <a:ext uri="{FF2B5EF4-FFF2-40B4-BE49-F238E27FC236}">
                      <a16:creationId xmlns:a16="http://schemas.microsoft.com/office/drawing/2014/main" id="{2032C2F5-7C1C-B3BA-7535-AA6D98A0C8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11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9" name="TextBox 538">
                  <a:extLst>
                    <a:ext uri="{FF2B5EF4-FFF2-40B4-BE49-F238E27FC236}">
                      <a16:creationId xmlns:a16="http://schemas.microsoft.com/office/drawing/2014/main" id="{4020E789-2365-8158-7202-2849E9C0C49F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9" name="TextBox 538">
                  <a:extLst>
                    <a:ext uri="{FF2B5EF4-FFF2-40B4-BE49-F238E27FC236}">
                      <a16:creationId xmlns:a16="http://schemas.microsoft.com/office/drawing/2014/main" id="{6F4B74DB-294F-B690-5FEF-80606B5157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117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0" name="TextBox 539">
                  <a:extLst>
                    <a:ext uri="{FF2B5EF4-FFF2-40B4-BE49-F238E27FC236}">
                      <a16:creationId xmlns:a16="http://schemas.microsoft.com/office/drawing/2014/main" id="{85FE750F-708B-DDF7-F6B6-6C587D9BD30C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0" name="TextBox 539">
                  <a:extLst>
                    <a:ext uri="{FF2B5EF4-FFF2-40B4-BE49-F238E27FC236}">
                      <a16:creationId xmlns:a16="http://schemas.microsoft.com/office/drawing/2014/main" id="{97EA9D03-2BCD-6984-2AE2-9211EE85D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118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1" name="TextBox 540">
                  <a:extLst>
                    <a:ext uri="{FF2B5EF4-FFF2-40B4-BE49-F238E27FC236}">
                      <a16:creationId xmlns:a16="http://schemas.microsoft.com/office/drawing/2014/main" id="{D3D866B9-1A63-FF2A-2F60-951DFE1483CD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1" name="TextBox 540">
                  <a:extLst>
                    <a:ext uri="{FF2B5EF4-FFF2-40B4-BE49-F238E27FC236}">
                      <a16:creationId xmlns:a16="http://schemas.microsoft.com/office/drawing/2014/main" id="{7BFF123A-EAF1-2FF4-E5C4-F46D9402DC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119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" name="TextBox 541">
                  <a:extLst>
                    <a:ext uri="{FF2B5EF4-FFF2-40B4-BE49-F238E27FC236}">
                      <a16:creationId xmlns:a16="http://schemas.microsoft.com/office/drawing/2014/main" id="{C2EEF7A3-0B4F-A588-FC10-24F4590E63B7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2" name="TextBox 541">
                  <a:extLst>
                    <a:ext uri="{FF2B5EF4-FFF2-40B4-BE49-F238E27FC236}">
                      <a16:creationId xmlns:a16="http://schemas.microsoft.com/office/drawing/2014/main" id="{8C7B3422-FD7E-268C-95D2-FF91CF45BE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120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3" name="TextBox 542">
                  <a:extLst>
                    <a:ext uri="{FF2B5EF4-FFF2-40B4-BE49-F238E27FC236}">
                      <a16:creationId xmlns:a16="http://schemas.microsoft.com/office/drawing/2014/main" id="{2D3CF4DC-0E79-F8A8-2858-D75991F39839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3" name="TextBox 542">
                  <a:extLst>
                    <a:ext uri="{FF2B5EF4-FFF2-40B4-BE49-F238E27FC236}">
                      <a16:creationId xmlns:a16="http://schemas.microsoft.com/office/drawing/2014/main" id="{13FB9AD7-4978-21E6-72BA-B816026FC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121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4" name="TextBox 543">
                  <a:extLst>
                    <a:ext uri="{FF2B5EF4-FFF2-40B4-BE49-F238E27FC236}">
                      <a16:creationId xmlns:a16="http://schemas.microsoft.com/office/drawing/2014/main" id="{CAFA4DCB-A426-B31C-2ED0-7BA3049ED5A8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4" name="TextBox 543">
                  <a:extLst>
                    <a:ext uri="{FF2B5EF4-FFF2-40B4-BE49-F238E27FC236}">
                      <a16:creationId xmlns:a16="http://schemas.microsoft.com/office/drawing/2014/main" id="{B4762D25-C4AF-09B9-1A37-D84229C0D4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122"/>
                  <a:stretch>
                    <a:fillRect l="-28125" r="-9375" b="-205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5" name="TextBox 544">
                  <a:extLst>
                    <a:ext uri="{FF2B5EF4-FFF2-40B4-BE49-F238E27FC236}">
                      <a16:creationId xmlns:a16="http://schemas.microsoft.com/office/drawing/2014/main" id="{0A47E294-52DE-A5E9-7AB9-405D1CA4B1AD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5" name="TextBox 544">
                  <a:extLst>
                    <a:ext uri="{FF2B5EF4-FFF2-40B4-BE49-F238E27FC236}">
                      <a16:creationId xmlns:a16="http://schemas.microsoft.com/office/drawing/2014/main" id="{25A4E2CA-205A-6568-D6FE-F1F8C941B6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123"/>
                  <a:stretch>
                    <a:fillRect l="-28125" r="-9375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6" name="TextBox 545">
                  <a:extLst>
                    <a:ext uri="{FF2B5EF4-FFF2-40B4-BE49-F238E27FC236}">
                      <a16:creationId xmlns:a16="http://schemas.microsoft.com/office/drawing/2014/main" id="{26A63869-E19F-E4ED-D365-98D6F07D0561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6" name="TextBox 545">
                  <a:extLst>
                    <a:ext uri="{FF2B5EF4-FFF2-40B4-BE49-F238E27FC236}">
                      <a16:creationId xmlns:a16="http://schemas.microsoft.com/office/drawing/2014/main" id="{86B68A0B-CEBE-223F-7CD7-BD4A37A18F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124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7" name="TextBox 546">
                  <a:extLst>
                    <a:ext uri="{FF2B5EF4-FFF2-40B4-BE49-F238E27FC236}">
                      <a16:creationId xmlns:a16="http://schemas.microsoft.com/office/drawing/2014/main" id="{7D2F1E3C-42AE-6AF2-5B11-D4F5606799F9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7" name="TextBox 546">
                  <a:extLst>
                    <a:ext uri="{FF2B5EF4-FFF2-40B4-BE49-F238E27FC236}">
                      <a16:creationId xmlns:a16="http://schemas.microsoft.com/office/drawing/2014/main" id="{1037DD44-6CF5-26C9-4E54-6B2898BCBC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125"/>
                  <a:stretch>
                    <a:fillRect r="-1587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8" name="TextBox 547">
                  <a:extLst>
                    <a:ext uri="{FF2B5EF4-FFF2-40B4-BE49-F238E27FC236}">
                      <a16:creationId xmlns:a16="http://schemas.microsoft.com/office/drawing/2014/main" id="{F13C2B11-E1F6-AC9E-7300-E3DBA31033BB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8" name="TextBox 547">
                  <a:extLst>
                    <a:ext uri="{FF2B5EF4-FFF2-40B4-BE49-F238E27FC236}">
                      <a16:creationId xmlns:a16="http://schemas.microsoft.com/office/drawing/2014/main" id="{7573F6E5-6E49-28E7-FB4A-AD00D75320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126"/>
                  <a:stretch>
                    <a:fillRect r="-1205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9" name="TextBox 548">
                  <a:extLst>
                    <a:ext uri="{FF2B5EF4-FFF2-40B4-BE49-F238E27FC236}">
                      <a16:creationId xmlns:a16="http://schemas.microsoft.com/office/drawing/2014/main" id="{D143124E-108A-5F55-C7CD-CE833A1E0A96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9" name="TextBox 548">
                  <a:extLst>
                    <a:ext uri="{FF2B5EF4-FFF2-40B4-BE49-F238E27FC236}">
                      <a16:creationId xmlns:a16="http://schemas.microsoft.com/office/drawing/2014/main" id="{3A936AAA-C397-4130-7B22-CCC869B14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127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0" name="TextBox 549">
                  <a:extLst>
                    <a:ext uri="{FF2B5EF4-FFF2-40B4-BE49-F238E27FC236}">
                      <a16:creationId xmlns:a16="http://schemas.microsoft.com/office/drawing/2014/main" id="{DDD45EDB-2828-D819-E0B5-B689FAD4DB29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0" name="TextBox 549">
                  <a:extLst>
                    <a:ext uri="{FF2B5EF4-FFF2-40B4-BE49-F238E27FC236}">
                      <a16:creationId xmlns:a16="http://schemas.microsoft.com/office/drawing/2014/main" id="{7399A42A-710D-639E-2E8B-EBE606DD73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128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1" name="TextBox 550">
                  <a:extLst>
                    <a:ext uri="{FF2B5EF4-FFF2-40B4-BE49-F238E27FC236}">
                      <a16:creationId xmlns:a16="http://schemas.microsoft.com/office/drawing/2014/main" id="{8BE4792B-EE5E-5303-45DE-6A9F80501EBB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1" name="TextBox 550">
                  <a:extLst>
                    <a:ext uri="{FF2B5EF4-FFF2-40B4-BE49-F238E27FC236}">
                      <a16:creationId xmlns:a16="http://schemas.microsoft.com/office/drawing/2014/main" id="{DEDA82A5-DC9B-C659-27E2-CBFF0A21B0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129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2" name="TextBox 551">
                  <a:extLst>
                    <a:ext uri="{FF2B5EF4-FFF2-40B4-BE49-F238E27FC236}">
                      <a16:creationId xmlns:a16="http://schemas.microsoft.com/office/drawing/2014/main" id="{8FF661D8-8405-9930-F46B-7137ACC4C989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2" name="TextBox 551">
                  <a:extLst>
                    <a:ext uri="{FF2B5EF4-FFF2-40B4-BE49-F238E27FC236}">
                      <a16:creationId xmlns:a16="http://schemas.microsoft.com/office/drawing/2014/main" id="{88C065B8-F175-E207-1126-5CB952C974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130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3" name="TextBox 552">
                  <a:extLst>
                    <a:ext uri="{FF2B5EF4-FFF2-40B4-BE49-F238E27FC236}">
                      <a16:creationId xmlns:a16="http://schemas.microsoft.com/office/drawing/2014/main" id="{C5BB2B54-0841-4F09-3D11-C0C58C9AAD47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3" name="TextBox 552">
                  <a:extLst>
                    <a:ext uri="{FF2B5EF4-FFF2-40B4-BE49-F238E27FC236}">
                      <a16:creationId xmlns:a16="http://schemas.microsoft.com/office/drawing/2014/main" id="{378E6804-9A6D-3370-D82F-BB559221D7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131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4" name="TextBox 553">
                  <a:extLst>
                    <a:ext uri="{FF2B5EF4-FFF2-40B4-BE49-F238E27FC236}">
                      <a16:creationId xmlns:a16="http://schemas.microsoft.com/office/drawing/2014/main" id="{2AB04318-41BA-CC4E-7CB5-4E0D2F214882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4" name="TextBox 553">
                  <a:extLst>
                    <a:ext uri="{FF2B5EF4-FFF2-40B4-BE49-F238E27FC236}">
                      <a16:creationId xmlns:a16="http://schemas.microsoft.com/office/drawing/2014/main" id="{C0100580-1390-4638-14E6-D91F4C96E9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120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5" name="TextBox 554">
                  <a:extLst>
                    <a:ext uri="{FF2B5EF4-FFF2-40B4-BE49-F238E27FC236}">
                      <a16:creationId xmlns:a16="http://schemas.microsoft.com/office/drawing/2014/main" id="{9FCFE184-60F6-F32D-7051-64CBACC8202C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5" name="TextBox 554">
                  <a:extLst>
                    <a:ext uri="{FF2B5EF4-FFF2-40B4-BE49-F238E27FC236}">
                      <a16:creationId xmlns:a16="http://schemas.microsoft.com/office/drawing/2014/main" id="{4B88CE47-E39F-D877-2733-1C67D3C15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B4CDD492-48DE-A2B2-6974-4D48B35AEEA5}"/>
              </a:ext>
            </a:extLst>
          </p:cNvPr>
          <p:cNvGrpSpPr/>
          <p:nvPr/>
        </p:nvGrpSpPr>
        <p:grpSpPr>
          <a:xfrm>
            <a:off x="3850734" y="24535319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7" name="TextBox 556">
                  <a:extLst>
                    <a:ext uri="{FF2B5EF4-FFF2-40B4-BE49-F238E27FC236}">
                      <a16:creationId xmlns:a16="http://schemas.microsoft.com/office/drawing/2014/main" id="{07920C27-BE2F-2D9A-5729-BB57DF19A5B3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7" name="TextBox 556">
                  <a:extLst>
                    <a:ext uri="{FF2B5EF4-FFF2-40B4-BE49-F238E27FC236}">
                      <a16:creationId xmlns:a16="http://schemas.microsoft.com/office/drawing/2014/main" id="{4AB4F9C6-2F5F-B0AC-E1A2-4F2B6E4AFC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132"/>
                  <a:stretch>
                    <a:fillRect r="-238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8" name="TextBox 557">
                  <a:extLst>
                    <a:ext uri="{FF2B5EF4-FFF2-40B4-BE49-F238E27FC236}">
                      <a16:creationId xmlns:a16="http://schemas.microsoft.com/office/drawing/2014/main" id="{0D4D59FC-F66D-AF51-E34F-ACDA8A99F071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8" name="TextBox 557">
                  <a:extLst>
                    <a:ext uri="{FF2B5EF4-FFF2-40B4-BE49-F238E27FC236}">
                      <a16:creationId xmlns:a16="http://schemas.microsoft.com/office/drawing/2014/main" id="{C4C3AF77-BA6E-564A-CDCD-87A5C31BEE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133"/>
                  <a:stretch>
                    <a:fillRect r="-2326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9" name="TextBox 558">
                  <a:extLst>
                    <a:ext uri="{FF2B5EF4-FFF2-40B4-BE49-F238E27FC236}">
                      <a16:creationId xmlns:a16="http://schemas.microsoft.com/office/drawing/2014/main" id="{1BFE74EB-E655-2834-68AF-A9D961FC8ED1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9" name="TextBox 558">
                  <a:extLst>
                    <a:ext uri="{FF2B5EF4-FFF2-40B4-BE49-F238E27FC236}">
                      <a16:creationId xmlns:a16="http://schemas.microsoft.com/office/drawing/2014/main" id="{BD40D369-CF99-AE08-BA28-DA6141CD57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134"/>
                  <a:stretch>
                    <a:fillRect r="-161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0" name="TextBox 559">
                  <a:extLst>
                    <a:ext uri="{FF2B5EF4-FFF2-40B4-BE49-F238E27FC236}">
                      <a16:creationId xmlns:a16="http://schemas.microsoft.com/office/drawing/2014/main" id="{3E40CA03-84F6-6B83-BEFB-DCC1EC536CF1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0" name="TextBox 559">
                  <a:extLst>
                    <a:ext uri="{FF2B5EF4-FFF2-40B4-BE49-F238E27FC236}">
                      <a16:creationId xmlns:a16="http://schemas.microsoft.com/office/drawing/2014/main" id="{BF26BF49-2155-2EBB-25F4-5D8968EA45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135"/>
                  <a:stretch>
                    <a:fillRect t="-6061" r="-17949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1" name="TextBox 560">
                  <a:extLst>
                    <a:ext uri="{FF2B5EF4-FFF2-40B4-BE49-F238E27FC236}">
                      <a16:creationId xmlns:a16="http://schemas.microsoft.com/office/drawing/2014/main" id="{8D1176C9-DCFA-C7CF-109B-5DFE48A52B17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1" name="TextBox 560">
                  <a:extLst>
                    <a:ext uri="{FF2B5EF4-FFF2-40B4-BE49-F238E27FC236}">
                      <a16:creationId xmlns:a16="http://schemas.microsoft.com/office/drawing/2014/main" id="{2CF0F1E0-5340-AA09-02D7-D2CF860A36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136"/>
                  <a:stretch>
                    <a:fillRect r="-161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2" name="TextBox 561">
                  <a:extLst>
                    <a:ext uri="{FF2B5EF4-FFF2-40B4-BE49-F238E27FC236}">
                      <a16:creationId xmlns:a16="http://schemas.microsoft.com/office/drawing/2014/main" id="{FFDA44EC-616C-F086-7E8B-BE587C37577E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2" name="TextBox 561">
                  <a:extLst>
                    <a:ext uri="{FF2B5EF4-FFF2-40B4-BE49-F238E27FC236}">
                      <a16:creationId xmlns:a16="http://schemas.microsoft.com/office/drawing/2014/main" id="{4B12CDD3-6562-A307-7D2E-2854AE758E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137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3" name="TextBox 562">
                  <a:extLst>
                    <a:ext uri="{FF2B5EF4-FFF2-40B4-BE49-F238E27FC236}">
                      <a16:creationId xmlns:a16="http://schemas.microsoft.com/office/drawing/2014/main" id="{C4C0F27B-9FEC-AA13-2398-A04264DC4A18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3" name="TextBox 562">
                  <a:extLst>
                    <a:ext uri="{FF2B5EF4-FFF2-40B4-BE49-F238E27FC236}">
                      <a16:creationId xmlns:a16="http://schemas.microsoft.com/office/drawing/2014/main" id="{F284C84A-9B79-C0F1-5A14-D14EC200FF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138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4" name="TextBox 563">
                  <a:extLst>
                    <a:ext uri="{FF2B5EF4-FFF2-40B4-BE49-F238E27FC236}">
                      <a16:creationId xmlns:a16="http://schemas.microsoft.com/office/drawing/2014/main" id="{26801996-4D93-336E-6B40-B846BAFE5538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4" name="TextBox 563">
                  <a:extLst>
                    <a:ext uri="{FF2B5EF4-FFF2-40B4-BE49-F238E27FC236}">
                      <a16:creationId xmlns:a16="http://schemas.microsoft.com/office/drawing/2014/main" id="{F7E2DB7C-8DBC-72FC-7DEB-7626FEBA35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139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5" name="TextBox 564">
                  <a:extLst>
                    <a:ext uri="{FF2B5EF4-FFF2-40B4-BE49-F238E27FC236}">
                      <a16:creationId xmlns:a16="http://schemas.microsoft.com/office/drawing/2014/main" id="{B5BFAE86-5948-ABAF-5E37-C9D18EDAD91B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5" name="TextBox 564">
                  <a:extLst>
                    <a:ext uri="{FF2B5EF4-FFF2-40B4-BE49-F238E27FC236}">
                      <a16:creationId xmlns:a16="http://schemas.microsoft.com/office/drawing/2014/main" id="{445AE5BE-5E0C-AB24-A638-E3DCA12109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135"/>
                  <a:stretch>
                    <a:fillRect t="-6061" r="-17949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6" name="TextBox 565">
                  <a:extLst>
                    <a:ext uri="{FF2B5EF4-FFF2-40B4-BE49-F238E27FC236}">
                      <a16:creationId xmlns:a16="http://schemas.microsoft.com/office/drawing/2014/main" id="{985B5603-A2B0-89BE-55D2-1A085255C77A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6" name="TextBox 565">
                  <a:extLst>
                    <a:ext uri="{FF2B5EF4-FFF2-40B4-BE49-F238E27FC236}">
                      <a16:creationId xmlns:a16="http://schemas.microsoft.com/office/drawing/2014/main" id="{CA71F40E-53A5-C34C-9DC4-E71839CB1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140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7" name="TextBox 566">
                  <a:extLst>
                    <a:ext uri="{FF2B5EF4-FFF2-40B4-BE49-F238E27FC236}">
                      <a16:creationId xmlns:a16="http://schemas.microsoft.com/office/drawing/2014/main" id="{2CE31F1A-765C-DE39-A358-BF3D9B150685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7" name="TextBox 566">
                  <a:extLst>
                    <a:ext uri="{FF2B5EF4-FFF2-40B4-BE49-F238E27FC236}">
                      <a16:creationId xmlns:a16="http://schemas.microsoft.com/office/drawing/2014/main" id="{D39808BC-3A2D-3441-6A25-9A00D77229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141"/>
                  <a:stretch>
                    <a:fillRect l="-28125" r="-9375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8" name="TextBox 567">
                  <a:extLst>
                    <a:ext uri="{FF2B5EF4-FFF2-40B4-BE49-F238E27FC236}">
                      <a16:creationId xmlns:a16="http://schemas.microsoft.com/office/drawing/2014/main" id="{A4596189-D712-CF7A-46FE-3FEDA8194073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8" name="TextBox 567">
                  <a:extLst>
                    <a:ext uri="{FF2B5EF4-FFF2-40B4-BE49-F238E27FC236}">
                      <a16:creationId xmlns:a16="http://schemas.microsoft.com/office/drawing/2014/main" id="{272AEE05-0F7C-E9BC-B300-34A37AF03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142"/>
                  <a:stretch>
                    <a:fillRect l="-28125" r="-9375" b="-205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9" name="TextBox 568">
                  <a:extLst>
                    <a:ext uri="{FF2B5EF4-FFF2-40B4-BE49-F238E27FC236}">
                      <a16:creationId xmlns:a16="http://schemas.microsoft.com/office/drawing/2014/main" id="{A7C89CD3-537B-506A-277C-26675AA772F6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9" name="TextBox 568">
                  <a:extLst>
                    <a:ext uri="{FF2B5EF4-FFF2-40B4-BE49-F238E27FC236}">
                      <a16:creationId xmlns:a16="http://schemas.microsoft.com/office/drawing/2014/main" id="{D2018DBA-B9A8-C33D-769D-6272212DBE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143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0" name="TextBox 569">
                  <a:extLst>
                    <a:ext uri="{FF2B5EF4-FFF2-40B4-BE49-F238E27FC236}">
                      <a16:creationId xmlns:a16="http://schemas.microsoft.com/office/drawing/2014/main" id="{74E6A30A-E319-D2B8-BCAC-AC3B7B3517AD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0" name="TextBox 569">
                  <a:extLst>
                    <a:ext uri="{FF2B5EF4-FFF2-40B4-BE49-F238E27FC236}">
                      <a16:creationId xmlns:a16="http://schemas.microsoft.com/office/drawing/2014/main" id="{B4C98270-981F-5CFA-F178-64725F72D5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144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1" name="TextBox 570">
                  <a:extLst>
                    <a:ext uri="{FF2B5EF4-FFF2-40B4-BE49-F238E27FC236}">
                      <a16:creationId xmlns:a16="http://schemas.microsoft.com/office/drawing/2014/main" id="{4EC1A1D2-C55D-0416-4810-3C898E194864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1" name="TextBox 570">
                  <a:extLst>
                    <a:ext uri="{FF2B5EF4-FFF2-40B4-BE49-F238E27FC236}">
                      <a16:creationId xmlns:a16="http://schemas.microsoft.com/office/drawing/2014/main" id="{11CC0B74-C30F-36B5-4C39-94CA3D9AF3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145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2" name="TextBox 571">
                  <a:extLst>
                    <a:ext uri="{FF2B5EF4-FFF2-40B4-BE49-F238E27FC236}">
                      <a16:creationId xmlns:a16="http://schemas.microsoft.com/office/drawing/2014/main" id="{735FEFC8-DCB6-E736-2666-D34872E3F5CD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2" name="TextBox 571">
                  <a:extLst>
                    <a:ext uri="{FF2B5EF4-FFF2-40B4-BE49-F238E27FC236}">
                      <a16:creationId xmlns:a16="http://schemas.microsoft.com/office/drawing/2014/main" id="{4C440466-1386-8370-FC7F-F8ADED5909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146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3" name="TextBox 572">
                  <a:extLst>
                    <a:ext uri="{FF2B5EF4-FFF2-40B4-BE49-F238E27FC236}">
                      <a16:creationId xmlns:a16="http://schemas.microsoft.com/office/drawing/2014/main" id="{2756928A-2BAA-7BB3-E595-1B2ABAB274E3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3" name="TextBox 572">
                  <a:extLst>
                    <a:ext uri="{FF2B5EF4-FFF2-40B4-BE49-F238E27FC236}">
                      <a16:creationId xmlns:a16="http://schemas.microsoft.com/office/drawing/2014/main" id="{CDE0ADBB-AC4D-20BD-379A-4B8CE3A4E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147"/>
                  <a:stretch>
                    <a:fillRect r="-156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4" name="TextBox 573">
                  <a:extLst>
                    <a:ext uri="{FF2B5EF4-FFF2-40B4-BE49-F238E27FC236}">
                      <a16:creationId xmlns:a16="http://schemas.microsoft.com/office/drawing/2014/main" id="{BAA7DC9A-9ED1-D743-0E54-8DCA16CCF976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4" name="TextBox 573">
                  <a:extLst>
                    <a:ext uri="{FF2B5EF4-FFF2-40B4-BE49-F238E27FC236}">
                      <a16:creationId xmlns:a16="http://schemas.microsoft.com/office/drawing/2014/main" id="{6A29FAE2-6621-8A87-F2F5-60FF9BAA3E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148"/>
                  <a:stretch>
                    <a:fillRect r="-1587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5" name="TextBox 574">
                  <a:extLst>
                    <a:ext uri="{FF2B5EF4-FFF2-40B4-BE49-F238E27FC236}">
                      <a16:creationId xmlns:a16="http://schemas.microsoft.com/office/drawing/2014/main" id="{917493F2-0570-F4FE-D767-4FFD915C8C17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5" name="TextBox 574">
                  <a:extLst>
                    <a:ext uri="{FF2B5EF4-FFF2-40B4-BE49-F238E27FC236}">
                      <a16:creationId xmlns:a16="http://schemas.microsoft.com/office/drawing/2014/main" id="{3513CAEF-1B42-3124-9947-5606E37061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149"/>
                  <a:stretch>
                    <a:fillRect r="-1205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6" name="TextBox 575">
                  <a:extLst>
                    <a:ext uri="{FF2B5EF4-FFF2-40B4-BE49-F238E27FC236}">
                      <a16:creationId xmlns:a16="http://schemas.microsoft.com/office/drawing/2014/main" id="{FF935C78-52AE-C718-6F69-D7F291E1AD77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6" name="TextBox 575">
                  <a:extLst>
                    <a:ext uri="{FF2B5EF4-FFF2-40B4-BE49-F238E27FC236}">
                      <a16:creationId xmlns:a16="http://schemas.microsoft.com/office/drawing/2014/main" id="{BBC2A947-5F7F-A516-AC83-568F5DE6F1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15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7" name="TextBox 576">
                  <a:extLst>
                    <a:ext uri="{FF2B5EF4-FFF2-40B4-BE49-F238E27FC236}">
                      <a16:creationId xmlns:a16="http://schemas.microsoft.com/office/drawing/2014/main" id="{B2902298-5EBC-6ADC-4257-D347077A7754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7" name="TextBox 576">
                  <a:extLst>
                    <a:ext uri="{FF2B5EF4-FFF2-40B4-BE49-F238E27FC236}">
                      <a16:creationId xmlns:a16="http://schemas.microsoft.com/office/drawing/2014/main" id="{9E079F74-5BF7-ACFD-8888-953E7E9564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151"/>
                  <a:stretch>
                    <a:fillRect t="-9091" r="-17949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8" name="TextBox 577">
                  <a:extLst>
                    <a:ext uri="{FF2B5EF4-FFF2-40B4-BE49-F238E27FC236}">
                      <a16:creationId xmlns:a16="http://schemas.microsoft.com/office/drawing/2014/main" id="{89E14F52-6510-6726-6C45-AD270A688ECC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8" name="TextBox 577">
                  <a:extLst>
                    <a:ext uri="{FF2B5EF4-FFF2-40B4-BE49-F238E27FC236}">
                      <a16:creationId xmlns:a16="http://schemas.microsoft.com/office/drawing/2014/main" id="{20E4713E-1DE9-F6DB-EF97-81539B2FD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135"/>
                  <a:stretch>
                    <a:fillRect t="-606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FE035A5C-40BE-A444-8539-CB51B4AE8BF3}"/>
              </a:ext>
            </a:extLst>
          </p:cNvPr>
          <p:cNvSpPr/>
          <p:nvPr/>
        </p:nvSpPr>
        <p:spPr>
          <a:xfrm>
            <a:off x="14869379" y="13577237"/>
            <a:ext cx="3652800" cy="3652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25789F-11D6-9695-83CC-EE01F5151450}"/>
              </a:ext>
            </a:extLst>
          </p:cNvPr>
          <p:cNvSpPr/>
          <p:nvPr/>
        </p:nvSpPr>
        <p:spPr>
          <a:xfrm>
            <a:off x="148731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B9A48DD-9ADD-8D89-9E2B-14825C8E8A8D}"/>
              </a:ext>
            </a:extLst>
          </p:cNvPr>
          <p:cNvGrpSpPr/>
          <p:nvPr/>
        </p:nvGrpSpPr>
        <p:grpSpPr>
          <a:xfrm>
            <a:off x="15222861" y="10246469"/>
            <a:ext cx="3027141" cy="2995860"/>
            <a:chOff x="1386039" y="1479887"/>
            <a:chExt cx="3027141" cy="299586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EBF4F17-7FE2-1BC1-FB1C-FE77D820D5FD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0886A76-4A5B-1933-B346-06FB1D151608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6D6259-59DE-D1D9-1A7C-17DFBF04B804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98C2001-D2FD-B870-038F-E2C5C8DAB1BB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4820856-069F-A4AE-807B-C7E03CE6C354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D909FE3-7A61-257B-124F-B9E162839D93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E8F1216-EA6A-1116-10A5-F6D8048279D7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53AF2C-9F5B-936F-611D-3A1373EFCF95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FDA484F-5C16-DEE8-14BA-65FACEAFAEB8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FB0C199-37E9-AB34-8186-9CF3C8107440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F831F5C-ECC3-8642-A5C7-DF5EA7D1666F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B2B95CF-7799-0A82-0FC5-0543DD07882B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E9CF940-0951-7BBB-D686-EB9418F1F368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EB44018-F5DD-B99E-AD7D-1C0E04FEB208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4471201-21FE-0B01-7D45-D7E14B307FBB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18AE47D-69BE-3000-1BFE-669D2D779826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35AFD243-22B2-FAEA-C719-E236DEC80BC1}"/>
              </a:ext>
            </a:extLst>
          </p:cNvPr>
          <p:cNvSpPr/>
          <p:nvPr/>
        </p:nvSpPr>
        <p:spPr>
          <a:xfrm>
            <a:off x="148718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7C0146F-6741-0C0F-4CA8-73B8772D8467}"/>
              </a:ext>
            </a:extLst>
          </p:cNvPr>
          <p:cNvGrpSpPr/>
          <p:nvPr/>
        </p:nvGrpSpPr>
        <p:grpSpPr>
          <a:xfrm>
            <a:off x="15221600" y="13901859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CCEF66A-325D-E955-1F1F-7A1866ED05CF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3716915-A06A-C1B2-777B-53A0CF1A89E4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5D78029F-EB16-2E0D-99C5-0B21247BDD87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7181319D-ECB1-3984-A1E1-3789D1B8AF8C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0" name="Oval 449">
              <a:extLst>
                <a:ext uri="{FF2B5EF4-FFF2-40B4-BE49-F238E27FC236}">
                  <a16:creationId xmlns:a16="http://schemas.microsoft.com/office/drawing/2014/main" id="{8297697E-2070-61D4-9FC1-9D827A4A4FD1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72925712-212D-03D0-76C9-DFAF35305ECD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2" name="Oval 451">
              <a:extLst>
                <a:ext uri="{FF2B5EF4-FFF2-40B4-BE49-F238E27FC236}">
                  <a16:creationId xmlns:a16="http://schemas.microsoft.com/office/drawing/2014/main" id="{1D3613E9-8398-9AFE-AA13-36C6685ECF10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3" name="Oval 452">
              <a:extLst>
                <a:ext uri="{FF2B5EF4-FFF2-40B4-BE49-F238E27FC236}">
                  <a16:creationId xmlns:a16="http://schemas.microsoft.com/office/drawing/2014/main" id="{3A48F671-6D2A-B211-C0A8-95D1B7619926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4" name="Oval 453">
              <a:extLst>
                <a:ext uri="{FF2B5EF4-FFF2-40B4-BE49-F238E27FC236}">
                  <a16:creationId xmlns:a16="http://schemas.microsoft.com/office/drawing/2014/main" id="{9DB5D3D2-6A79-C051-F233-E78891160F03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5" name="Oval 454">
              <a:extLst>
                <a:ext uri="{FF2B5EF4-FFF2-40B4-BE49-F238E27FC236}">
                  <a16:creationId xmlns:a16="http://schemas.microsoft.com/office/drawing/2014/main" id="{280A8C03-C5AC-8005-1F96-2789925E9799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6" name="Oval 455">
              <a:extLst>
                <a:ext uri="{FF2B5EF4-FFF2-40B4-BE49-F238E27FC236}">
                  <a16:creationId xmlns:a16="http://schemas.microsoft.com/office/drawing/2014/main" id="{CD7EEA83-5A18-8B9D-FCD0-DF4C11FC8E3B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EFE216B6-EEE7-B493-9B73-46FD7E061EAE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8" name="Oval 457">
              <a:extLst>
                <a:ext uri="{FF2B5EF4-FFF2-40B4-BE49-F238E27FC236}">
                  <a16:creationId xmlns:a16="http://schemas.microsoft.com/office/drawing/2014/main" id="{18C9C9B8-44C6-72F4-D0BA-10C879DD4EA0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9" name="Oval 458">
              <a:extLst>
                <a:ext uri="{FF2B5EF4-FFF2-40B4-BE49-F238E27FC236}">
                  <a16:creationId xmlns:a16="http://schemas.microsoft.com/office/drawing/2014/main" id="{27A264F4-D55A-5958-107D-28C53BD85A12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0" name="Oval 459">
              <a:extLst>
                <a:ext uri="{FF2B5EF4-FFF2-40B4-BE49-F238E27FC236}">
                  <a16:creationId xmlns:a16="http://schemas.microsoft.com/office/drawing/2014/main" id="{0706AE71-7278-CB3E-4C1F-7D4CBBD45247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Oval 460">
              <a:extLst>
                <a:ext uri="{FF2B5EF4-FFF2-40B4-BE49-F238E27FC236}">
                  <a16:creationId xmlns:a16="http://schemas.microsoft.com/office/drawing/2014/main" id="{C1D3821F-B9E0-34A6-911E-23D4B03EC2D7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2" name="TextBox 461">
                <a:extLst>
                  <a:ext uri="{FF2B5EF4-FFF2-40B4-BE49-F238E27FC236}">
                    <a16:creationId xmlns:a16="http://schemas.microsoft.com/office/drawing/2014/main" id="{27E5F6DE-4333-4CD4-A0F6-BE631C7F1564}"/>
                  </a:ext>
                </a:extLst>
              </p:cNvPr>
              <p:cNvSpPr txBox="1"/>
              <p:nvPr/>
            </p:nvSpPr>
            <p:spPr>
              <a:xfrm>
                <a:off x="16351333" y="15099806"/>
                <a:ext cx="1256819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2" name="TextBox 461">
                <a:extLst>
                  <a:ext uri="{FF2B5EF4-FFF2-40B4-BE49-F238E27FC236}">
                    <a16:creationId xmlns:a16="http://schemas.microsoft.com/office/drawing/2014/main" id="{6B631D77-A8CC-CF96-DA34-09924ED07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1333" y="15099806"/>
                <a:ext cx="1256819" cy="566181"/>
              </a:xfrm>
              <a:prstGeom prst="rect">
                <a:avLst/>
              </a:prstGeom>
              <a:blipFill>
                <a:blip r:embed="rId1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B631CFF4-3B6F-59F4-4200-ED60DD138FA4}"/>
              </a:ext>
            </a:extLst>
          </p:cNvPr>
          <p:cNvGrpSpPr/>
          <p:nvPr/>
        </p:nvGrpSpPr>
        <p:grpSpPr>
          <a:xfrm>
            <a:off x="14897573" y="9910068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058C9186-1BB5-0296-46DF-A5D8D1B735D3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5" name="TextBox 354">
                  <a:extLst>
                    <a:ext uri="{FF2B5EF4-FFF2-40B4-BE49-F238E27FC236}">
                      <a16:creationId xmlns:a16="http://schemas.microsoft.com/office/drawing/2014/main" id="{4C7B5F18-8E3A-BE2D-205A-F3D47BF9C6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29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51F16A4F-E53A-42BD-0D96-3F5B199515BA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6" name="TextBox 355">
                  <a:extLst>
                    <a:ext uri="{FF2B5EF4-FFF2-40B4-BE49-F238E27FC236}">
                      <a16:creationId xmlns:a16="http://schemas.microsoft.com/office/drawing/2014/main" id="{FE1CEA2F-90BA-567C-753F-A99191AA7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30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555AFFC-095F-06C6-E974-557FA8BE15C0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7" name="TextBox 356">
                  <a:extLst>
                    <a:ext uri="{FF2B5EF4-FFF2-40B4-BE49-F238E27FC236}">
                      <a16:creationId xmlns:a16="http://schemas.microsoft.com/office/drawing/2014/main" id="{C1E46F33-7861-74AD-A3C4-BE03279F10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31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D7287A7E-6011-FF99-70EB-D1AC4C029DE7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8" name="TextBox 357">
                  <a:extLst>
                    <a:ext uri="{FF2B5EF4-FFF2-40B4-BE49-F238E27FC236}">
                      <a16:creationId xmlns:a16="http://schemas.microsoft.com/office/drawing/2014/main" id="{C14B58E8-0526-0A14-3389-785E36294A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FD060DCB-9BF5-B745-2778-F7006B54194C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1EDAF50F-DDBC-CD90-4C41-18582DC52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3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E3A5E8A6-2C02-3807-7E3E-3206217087F6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B8453E26-A955-7028-05F5-4DC285576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34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6165155E-A6A0-9A00-9D7F-F538E4B5A7F5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1" name="TextBox 360">
                  <a:extLst>
                    <a:ext uri="{FF2B5EF4-FFF2-40B4-BE49-F238E27FC236}">
                      <a16:creationId xmlns:a16="http://schemas.microsoft.com/office/drawing/2014/main" id="{0EA9D819-3E3B-6615-0D3E-1CF72099E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35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7A3281D9-1910-4FB9-09DE-B2A0F028DBD9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574B8A02-9E5A-E1AD-88CC-7CB91B2AF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36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0A847C25-9BFF-F819-C628-34B378B0FC31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A18901E5-6898-9141-6E8A-4A1D607EBE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4CA4447F-EEC9-2F68-FBD9-67F84ADCDF66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A990E558-E2D9-5F52-A2B4-C5525A5F6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37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3820D148-227E-0CE9-C247-24D0C03B9EE2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5" name="TextBox 364">
                  <a:extLst>
                    <a:ext uri="{FF2B5EF4-FFF2-40B4-BE49-F238E27FC236}">
                      <a16:creationId xmlns:a16="http://schemas.microsoft.com/office/drawing/2014/main" id="{E13CBE15-D2FF-A536-BEC1-6F8FB7AD83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38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57AFB550-C1D4-26B5-BDF1-8F6E5B298DA8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8E472EC5-2168-C189-1E72-5BDE40C1C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39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D0E58401-B6B5-15ED-6848-C4E459462878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7326766E-A885-64B8-E87B-C7FF881B7F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40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B3FB6B7C-7FCA-EF1B-74F6-76DDCEFA197D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FF2DA618-2CD2-CCDB-1059-6E881977C3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41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2E48EB33-7C0C-61DA-7AD9-134F4AAF0CB3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9" name="TextBox 368">
                  <a:extLst>
                    <a:ext uri="{FF2B5EF4-FFF2-40B4-BE49-F238E27FC236}">
                      <a16:creationId xmlns:a16="http://schemas.microsoft.com/office/drawing/2014/main" id="{B0F53832-410D-8633-9C13-FF0E7EEC90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42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ECA40025-8730-2FF9-148B-4B7A84B0AB0A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A0AB570B-7879-ECEE-58CA-934507FBB5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4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10FB0B44-CFE9-FB19-2CB2-47032E220602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1" name="TextBox 370">
                  <a:extLst>
                    <a:ext uri="{FF2B5EF4-FFF2-40B4-BE49-F238E27FC236}">
                      <a16:creationId xmlns:a16="http://schemas.microsoft.com/office/drawing/2014/main" id="{969C3F63-EFFF-37C7-8883-822E261D27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44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C26336C0-B35C-B095-706E-7DAA4D9818FC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2" name="TextBox 371">
                  <a:extLst>
                    <a:ext uri="{FF2B5EF4-FFF2-40B4-BE49-F238E27FC236}">
                      <a16:creationId xmlns:a16="http://schemas.microsoft.com/office/drawing/2014/main" id="{23D47391-48D4-2AAF-E3E2-8D738BF48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45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850DC599-AE9F-DDA3-A9CD-8BFC43447212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4FACA9D6-6EF6-E549-B36B-77B365CA3D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46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4D6F3E3E-9370-7B26-2D8A-D01AE0B1887E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BD41DF49-3BFA-F26D-E97C-3D5E8CABA2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47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AD4CA7F6-4584-5A10-CF4B-210235693138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001F4137-5495-FDF6-42E6-F6699F68B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9860FCD5-4846-C173-A131-35AFA35A7CE0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77B64866-7116-4245-E3FB-AF500959A1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48"/>
                  <a:stretch>
                    <a:fillRect t="-9375" r="-18421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9AD3C3CE-3661-C224-3234-AD76C3A0E525}"/>
              </a:ext>
            </a:extLst>
          </p:cNvPr>
          <p:cNvGrpSpPr/>
          <p:nvPr/>
        </p:nvGrpSpPr>
        <p:grpSpPr>
          <a:xfrm>
            <a:off x="14895158" y="13557474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1D1F02CC-4A6E-7D97-6AB8-5C76AE9B0068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7E910A06-F17E-8E41-BAB2-01841F8279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94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19F6850F-D59E-3E46-E246-6D02F8289F35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D6692CAA-BC86-51B4-EA7C-8967CB4BEE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95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DEEC7BAF-0A1E-F5F3-7CFE-DE13B3399AEC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B5848C27-071C-1E53-9908-6C310FC127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96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F0D46540-8993-6C46-64A2-911FCE9A3B89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7BF072AE-DF3A-90C1-AE75-C11ACA5EE3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97"/>
                  <a:stretch>
                    <a:fillRect t="-606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325947B2-9329-74C4-9083-0220ED7F05A1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82248FC-D8D8-06CB-6338-A2404C30ED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98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C4A3D83D-41E8-95FE-F212-B7639F8AA1BB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B7A1D332-09DA-FD17-4EE4-C255D711FE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99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902752DA-50D6-DC93-1032-D6DCF7D9A198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7" name="TextBox 516">
                  <a:extLst>
                    <a:ext uri="{FF2B5EF4-FFF2-40B4-BE49-F238E27FC236}">
                      <a16:creationId xmlns:a16="http://schemas.microsoft.com/office/drawing/2014/main" id="{FF0362CF-8DCA-3A99-9BBF-EE3A3B61EB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100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AC2908DF-857F-3BDA-A301-3102265EEE81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8" name="TextBox 517">
                  <a:extLst>
                    <a:ext uri="{FF2B5EF4-FFF2-40B4-BE49-F238E27FC236}">
                      <a16:creationId xmlns:a16="http://schemas.microsoft.com/office/drawing/2014/main" id="{F2CB3E78-C74A-9C88-75CB-839B912B1E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101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1C85BB3B-7ADE-CD45-7F6A-6EE124C4A07F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9" name="TextBox 518">
                  <a:extLst>
                    <a:ext uri="{FF2B5EF4-FFF2-40B4-BE49-F238E27FC236}">
                      <a16:creationId xmlns:a16="http://schemas.microsoft.com/office/drawing/2014/main" id="{50C675F9-B587-FE22-0F79-03A634A3FA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102"/>
                  <a:stretch>
                    <a:fillRect t="-909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64BB4F94-500B-C80A-1BC7-C2CD89B6E4DE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0" name="TextBox 519">
                  <a:extLst>
                    <a:ext uri="{FF2B5EF4-FFF2-40B4-BE49-F238E27FC236}">
                      <a16:creationId xmlns:a16="http://schemas.microsoft.com/office/drawing/2014/main" id="{8795D13C-8A9C-42B2-B373-E065283A97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10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3CF91AD8-47A7-17D0-6D25-0A6DCB0C8D40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1" name="TextBox 520">
                  <a:extLst>
                    <a:ext uri="{FF2B5EF4-FFF2-40B4-BE49-F238E27FC236}">
                      <a16:creationId xmlns:a16="http://schemas.microsoft.com/office/drawing/2014/main" id="{F8AD97A3-278B-6FD6-7454-BF31036C18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62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2C06E803-7D79-6927-F0C5-B80F4E3704BB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2" name="TextBox 521">
                  <a:extLst>
                    <a:ext uri="{FF2B5EF4-FFF2-40B4-BE49-F238E27FC236}">
                      <a16:creationId xmlns:a16="http://schemas.microsoft.com/office/drawing/2014/main" id="{4AAC5C66-E370-9C37-20E6-48DB66D1B8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63"/>
                  <a:stretch>
                    <a:fillRect l="-25000" r="-9375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54198B5D-48C2-280F-3F16-F0E8384F2331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3" name="TextBox 522">
                  <a:extLst>
                    <a:ext uri="{FF2B5EF4-FFF2-40B4-BE49-F238E27FC236}">
                      <a16:creationId xmlns:a16="http://schemas.microsoft.com/office/drawing/2014/main" id="{DB02F49C-7D9B-9889-6E0B-5ED4C8B6B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104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0" name="TextBox 579">
                  <a:extLst>
                    <a:ext uri="{FF2B5EF4-FFF2-40B4-BE49-F238E27FC236}">
                      <a16:creationId xmlns:a16="http://schemas.microsoft.com/office/drawing/2014/main" id="{C4394555-609C-E0CC-FFEC-2A83A6C80A27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4" name="TextBox 523">
                  <a:extLst>
                    <a:ext uri="{FF2B5EF4-FFF2-40B4-BE49-F238E27FC236}">
                      <a16:creationId xmlns:a16="http://schemas.microsoft.com/office/drawing/2014/main" id="{3A696E0A-4E24-9140-CDBF-DF9FF0DA96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105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1" name="TextBox 580">
                  <a:extLst>
                    <a:ext uri="{FF2B5EF4-FFF2-40B4-BE49-F238E27FC236}">
                      <a16:creationId xmlns:a16="http://schemas.microsoft.com/office/drawing/2014/main" id="{CBACEB90-11EE-2969-0E93-1A9F46F26F8A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5" name="TextBox 524">
                  <a:extLst>
                    <a:ext uri="{FF2B5EF4-FFF2-40B4-BE49-F238E27FC236}">
                      <a16:creationId xmlns:a16="http://schemas.microsoft.com/office/drawing/2014/main" id="{51B4C755-F052-F00F-27BD-A0E2AB6D4B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106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2" name="TextBox 581">
                  <a:extLst>
                    <a:ext uri="{FF2B5EF4-FFF2-40B4-BE49-F238E27FC236}">
                      <a16:creationId xmlns:a16="http://schemas.microsoft.com/office/drawing/2014/main" id="{19C480AE-9453-A634-6558-343902E902D5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6" name="TextBox 525">
                  <a:extLst>
                    <a:ext uri="{FF2B5EF4-FFF2-40B4-BE49-F238E27FC236}">
                      <a16:creationId xmlns:a16="http://schemas.microsoft.com/office/drawing/2014/main" id="{1C762992-BD9C-4F1B-541A-A85747FE23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107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3" name="TextBox 582">
                  <a:extLst>
                    <a:ext uri="{FF2B5EF4-FFF2-40B4-BE49-F238E27FC236}">
                      <a16:creationId xmlns:a16="http://schemas.microsoft.com/office/drawing/2014/main" id="{23D45982-BFA2-7826-3980-A61FD288A601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7" name="TextBox 526">
                  <a:extLst>
                    <a:ext uri="{FF2B5EF4-FFF2-40B4-BE49-F238E27FC236}">
                      <a16:creationId xmlns:a16="http://schemas.microsoft.com/office/drawing/2014/main" id="{62816C68-7E61-8B06-6079-5F890E3B27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108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4" name="TextBox 583">
                  <a:extLst>
                    <a:ext uri="{FF2B5EF4-FFF2-40B4-BE49-F238E27FC236}">
                      <a16:creationId xmlns:a16="http://schemas.microsoft.com/office/drawing/2014/main" id="{3A14728A-B480-26B2-038B-55A81A805CA1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8" name="TextBox 527">
                  <a:extLst>
                    <a:ext uri="{FF2B5EF4-FFF2-40B4-BE49-F238E27FC236}">
                      <a16:creationId xmlns:a16="http://schemas.microsoft.com/office/drawing/2014/main" id="{CBE98000-FB06-7062-E43A-C72348707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109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5" name="TextBox 584">
                  <a:extLst>
                    <a:ext uri="{FF2B5EF4-FFF2-40B4-BE49-F238E27FC236}">
                      <a16:creationId xmlns:a16="http://schemas.microsoft.com/office/drawing/2014/main" id="{82DF87A7-0B84-DD0A-2B3C-EF14AA29ACD3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9" name="TextBox 528">
                  <a:extLst>
                    <a:ext uri="{FF2B5EF4-FFF2-40B4-BE49-F238E27FC236}">
                      <a16:creationId xmlns:a16="http://schemas.microsoft.com/office/drawing/2014/main" id="{C7D55979-F34C-42E7-A9AB-B6E899AEB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110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6" name="TextBox 585">
                  <a:extLst>
                    <a:ext uri="{FF2B5EF4-FFF2-40B4-BE49-F238E27FC236}">
                      <a16:creationId xmlns:a16="http://schemas.microsoft.com/office/drawing/2014/main" id="{D67EB7EA-DA6C-E168-F4EC-3ED1F816D36E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0" name="TextBox 529">
                  <a:extLst>
                    <a:ext uri="{FF2B5EF4-FFF2-40B4-BE49-F238E27FC236}">
                      <a16:creationId xmlns:a16="http://schemas.microsoft.com/office/drawing/2014/main" id="{7A2B8D3A-D9C9-10C0-7B79-CA4EB4895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111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7" name="TextBox 586">
                  <a:extLst>
                    <a:ext uri="{FF2B5EF4-FFF2-40B4-BE49-F238E27FC236}">
                      <a16:creationId xmlns:a16="http://schemas.microsoft.com/office/drawing/2014/main" id="{D6D0E848-FFC5-5A39-4979-D933B76077BC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1" name="TextBox 530">
                  <a:extLst>
                    <a:ext uri="{FF2B5EF4-FFF2-40B4-BE49-F238E27FC236}">
                      <a16:creationId xmlns:a16="http://schemas.microsoft.com/office/drawing/2014/main" id="{A1FCFDA2-5DA2-F0F8-5A65-5EC960D620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09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8" name="TextBox 587">
                  <a:extLst>
                    <a:ext uri="{FF2B5EF4-FFF2-40B4-BE49-F238E27FC236}">
                      <a16:creationId xmlns:a16="http://schemas.microsoft.com/office/drawing/2014/main" id="{8B0BA2E2-0FAE-4013-60D9-D8CAAC6517E2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2" name="TextBox 531">
                  <a:extLst>
                    <a:ext uri="{FF2B5EF4-FFF2-40B4-BE49-F238E27FC236}">
                      <a16:creationId xmlns:a16="http://schemas.microsoft.com/office/drawing/2014/main" id="{64EA9789-918E-7D3A-FB26-8C4B16515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112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E61EBA61-153F-6CC0-3B05-5566A228A0FF}"/>
                  </a:ext>
                </a:extLst>
              </p:cNvPr>
              <p:cNvSpPr txBox="1"/>
              <p:nvPr/>
            </p:nvSpPr>
            <p:spPr>
              <a:xfrm>
                <a:off x="14713338" y="24073655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DCA86E15-2F8F-65D1-15A3-28A00CF2D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3338" y="24073655"/>
                <a:ext cx="2782236" cy="584775"/>
              </a:xfrm>
              <a:prstGeom prst="rect">
                <a:avLst/>
              </a:prstGeom>
              <a:blipFill>
                <a:blip r:embed="rId153"/>
                <a:stretch>
                  <a:fillRect t="-12766" r="-6364" b="-34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0" name="Rectangle 589">
            <a:extLst>
              <a:ext uri="{FF2B5EF4-FFF2-40B4-BE49-F238E27FC236}">
                <a16:creationId xmlns:a16="http://schemas.microsoft.com/office/drawing/2014/main" id="{4A83A614-EE5C-0BF3-703E-13F953999AC4}"/>
              </a:ext>
            </a:extLst>
          </p:cNvPr>
          <p:cNvSpPr/>
          <p:nvPr/>
        </p:nvSpPr>
        <p:spPr>
          <a:xfrm>
            <a:off x="18582002" y="6253463"/>
            <a:ext cx="3649037" cy="36490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1" name="TextBox 590">
                <a:extLst>
                  <a:ext uri="{FF2B5EF4-FFF2-40B4-BE49-F238E27FC236}">
                    <a16:creationId xmlns:a16="http://schemas.microsoft.com/office/drawing/2014/main" id="{39244FE6-F109-31E6-53F3-C8885F4AD508}"/>
                  </a:ext>
                </a:extLst>
              </p:cNvPr>
              <p:cNvSpPr txBox="1"/>
              <p:nvPr/>
            </p:nvSpPr>
            <p:spPr>
              <a:xfrm>
                <a:off x="19814755" y="7816994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1" name="TextBox 590">
                <a:extLst>
                  <a:ext uri="{FF2B5EF4-FFF2-40B4-BE49-F238E27FC236}">
                    <a16:creationId xmlns:a16="http://schemas.microsoft.com/office/drawing/2014/main" id="{8CE4F483-E890-A825-0DB7-CE15B3264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4755" y="7816994"/>
                <a:ext cx="1945341" cy="566181"/>
              </a:xfrm>
              <a:prstGeom prst="rect">
                <a:avLst/>
              </a:prstGeom>
              <a:blipFill>
                <a:blip r:embed="rId1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2" name="Rectangle 591">
            <a:extLst>
              <a:ext uri="{FF2B5EF4-FFF2-40B4-BE49-F238E27FC236}">
                <a16:creationId xmlns:a16="http://schemas.microsoft.com/office/drawing/2014/main" id="{B7661DE0-2D0E-271C-1407-34F3CCE6EEE4}"/>
              </a:ext>
            </a:extLst>
          </p:cNvPr>
          <p:cNvSpPr/>
          <p:nvPr/>
        </p:nvSpPr>
        <p:spPr>
          <a:xfrm>
            <a:off x="18578238" y="9928332"/>
            <a:ext cx="3652800" cy="3652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E62767EC-73C9-FAEE-AD7A-22E2AC2DD454}"/>
              </a:ext>
            </a:extLst>
          </p:cNvPr>
          <p:cNvSpPr/>
          <p:nvPr/>
        </p:nvSpPr>
        <p:spPr>
          <a:xfrm>
            <a:off x="18582001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94" name="Group 593">
            <a:extLst>
              <a:ext uri="{FF2B5EF4-FFF2-40B4-BE49-F238E27FC236}">
                <a16:creationId xmlns:a16="http://schemas.microsoft.com/office/drawing/2014/main" id="{5F3EE599-2DE4-2E6B-E284-8C284AD208F3}"/>
              </a:ext>
            </a:extLst>
          </p:cNvPr>
          <p:cNvGrpSpPr/>
          <p:nvPr/>
        </p:nvGrpSpPr>
        <p:grpSpPr>
          <a:xfrm>
            <a:off x="18931720" y="6597564"/>
            <a:ext cx="3027141" cy="2995860"/>
            <a:chOff x="1386039" y="1479887"/>
            <a:chExt cx="3027141" cy="2995860"/>
          </a:xfrm>
        </p:grpSpPr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42BB4E66-7DC8-A27C-4E75-967047848510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6" name="Oval 595">
              <a:extLst>
                <a:ext uri="{FF2B5EF4-FFF2-40B4-BE49-F238E27FC236}">
                  <a16:creationId xmlns:a16="http://schemas.microsoft.com/office/drawing/2014/main" id="{4EAC2E07-F3A6-1D5B-37E4-5437162640AC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7" name="Oval 596">
              <a:extLst>
                <a:ext uri="{FF2B5EF4-FFF2-40B4-BE49-F238E27FC236}">
                  <a16:creationId xmlns:a16="http://schemas.microsoft.com/office/drawing/2014/main" id="{D7B49131-2C1B-32CA-0285-F1CC925106B9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8" name="Oval 597">
              <a:extLst>
                <a:ext uri="{FF2B5EF4-FFF2-40B4-BE49-F238E27FC236}">
                  <a16:creationId xmlns:a16="http://schemas.microsoft.com/office/drawing/2014/main" id="{F2F9FAF3-B1F1-FD5C-E33A-9B62140DCF7C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9" name="Oval 598">
              <a:extLst>
                <a:ext uri="{FF2B5EF4-FFF2-40B4-BE49-F238E27FC236}">
                  <a16:creationId xmlns:a16="http://schemas.microsoft.com/office/drawing/2014/main" id="{5A98437B-DFA8-E86D-05AC-A96A85FE1775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0" name="Oval 599">
              <a:extLst>
                <a:ext uri="{FF2B5EF4-FFF2-40B4-BE49-F238E27FC236}">
                  <a16:creationId xmlns:a16="http://schemas.microsoft.com/office/drawing/2014/main" id="{A38C12DF-67EF-E1B8-B483-EF6867A3A5E6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1" name="Oval 600">
              <a:extLst>
                <a:ext uri="{FF2B5EF4-FFF2-40B4-BE49-F238E27FC236}">
                  <a16:creationId xmlns:a16="http://schemas.microsoft.com/office/drawing/2014/main" id="{7331CFF8-9EC3-C8DC-72A4-407CA8369917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2" name="Oval 601">
              <a:extLst>
                <a:ext uri="{FF2B5EF4-FFF2-40B4-BE49-F238E27FC236}">
                  <a16:creationId xmlns:a16="http://schemas.microsoft.com/office/drawing/2014/main" id="{0AA15F5E-B4B4-EA76-AEFA-655FD79F9DAA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A896012C-5A30-515E-1EAB-4A2DD792038A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4" name="Oval 603">
              <a:extLst>
                <a:ext uri="{FF2B5EF4-FFF2-40B4-BE49-F238E27FC236}">
                  <a16:creationId xmlns:a16="http://schemas.microsoft.com/office/drawing/2014/main" id="{C35459DB-191C-00B0-3E6F-D71926D2AF90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5" name="Oval 604">
              <a:extLst>
                <a:ext uri="{FF2B5EF4-FFF2-40B4-BE49-F238E27FC236}">
                  <a16:creationId xmlns:a16="http://schemas.microsoft.com/office/drawing/2014/main" id="{1EBC9E2B-EFC2-D206-6035-E90B0C545132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6" name="Oval 605">
              <a:extLst>
                <a:ext uri="{FF2B5EF4-FFF2-40B4-BE49-F238E27FC236}">
                  <a16:creationId xmlns:a16="http://schemas.microsoft.com/office/drawing/2014/main" id="{5729ACD2-4F34-E231-C4C0-61BEB6917F39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7" name="Oval 606">
              <a:extLst>
                <a:ext uri="{FF2B5EF4-FFF2-40B4-BE49-F238E27FC236}">
                  <a16:creationId xmlns:a16="http://schemas.microsoft.com/office/drawing/2014/main" id="{956F7DAA-7A3F-119F-5452-CCCA5BF5528E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8" name="Oval 607">
              <a:extLst>
                <a:ext uri="{FF2B5EF4-FFF2-40B4-BE49-F238E27FC236}">
                  <a16:creationId xmlns:a16="http://schemas.microsoft.com/office/drawing/2014/main" id="{7A8EA06B-12AB-CD26-1960-DA8DF78D1896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9" name="Oval 608">
              <a:extLst>
                <a:ext uri="{FF2B5EF4-FFF2-40B4-BE49-F238E27FC236}">
                  <a16:creationId xmlns:a16="http://schemas.microsoft.com/office/drawing/2014/main" id="{85618767-5EFA-AA5C-9D71-547D6539D9CE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0" name="Oval 609">
              <a:extLst>
                <a:ext uri="{FF2B5EF4-FFF2-40B4-BE49-F238E27FC236}">
                  <a16:creationId xmlns:a16="http://schemas.microsoft.com/office/drawing/2014/main" id="{C73A8BBE-A621-DCAF-5559-4E984A1A2633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1" name="Rectangle 610">
            <a:extLst>
              <a:ext uri="{FF2B5EF4-FFF2-40B4-BE49-F238E27FC236}">
                <a16:creationId xmlns:a16="http://schemas.microsoft.com/office/drawing/2014/main" id="{7FAD17FF-7A27-5D87-84CA-FE6E07B7565B}"/>
              </a:ext>
            </a:extLst>
          </p:cNvPr>
          <p:cNvSpPr/>
          <p:nvPr/>
        </p:nvSpPr>
        <p:spPr>
          <a:xfrm>
            <a:off x="18580740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12" name="Group 611">
            <a:extLst>
              <a:ext uri="{FF2B5EF4-FFF2-40B4-BE49-F238E27FC236}">
                <a16:creationId xmlns:a16="http://schemas.microsoft.com/office/drawing/2014/main" id="{6FAB975B-B4B5-E4DD-6F15-4FD1BA0073C3}"/>
              </a:ext>
            </a:extLst>
          </p:cNvPr>
          <p:cNvGrpSpPr/>
          <p:nvPr/>
        </p:nvGrpSpPr>
        <p:grpSpPr>
          <a:xfrm>
            <a:off x="18930459" y="10252954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613" name="Oval 612">
              <a:extLst>
                <a:ext uri="{FF2B5EF4-FFF2-40B4-BE49-F238E27FC236}">
                  <a16:creationId xmlns:a16="http://schemas.microsoft.com/office/drawing/2014/main" id="{BA0FF9C7-183A-D087-A2D6-465D6CD76A92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4" name="Oval 613">
              <a:extLst>
                <a:ext uri="{FF2B5EF4-FFF2-40B4-BE49-F238E27FC236}">
                  <a16:creationId xmlns:a16="http://schemas.microsoft.com/office/drawing/2014/main" id="{1D72AFB4-A202-AFE5-8584-0B296B84A7E5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5" name="Oval 614">
              <a:extLst>
                <a:ext uri="{FF2B5EF4-FFF2-40B4-BE49-F238E27FC236}">
                  <a16:creationId xmlns:a16="http://schemas.microsoft.com/office/drawing/2014/main" id="{F1B42A76-E825-472C-E613-76A968062B6D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" name="Oval 615">
              <a:extLst>
                <a:ext uri="{FF2B5EF4-FFF2-40B4-BE49-F238E27FC236}">
                  <a16:creationId xmlns:a16="http://schemas.microsoft.com/office/drawing/2014/main" id="{4CAF2951-5010-D2D4-ACD7-EB87F741C73E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E90420CB-AEFB-F39E-DFE6-56B6E91B3EE5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8" name="Oval 617">
              <a:extLst>
                <a:ext uri="{FF2B5EF4-FFF2-40B4-BE49-F238E27FC236}">
                  <a16:creationId xmlns:a16="http://schemas.microsoft.com/office/drawing/2014/main" id="{B44D954E-1A81-6739-F648-411E8319FD36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9" name="Oval 618">
              <a:extLst>
                <a:ext uri="{FF2B5EF4-FFF2-40B4-BE49-F238E27FC236}">
                  <a16:creationId xmlns:a16="http://schemas.microsoft.com/office/drawing/2014/main" id="{215A7FF1-C8FA-49BA-B06F-F2AD40CB53BC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0" name="Oval 619">
              <a:extLst>
                <a:ext uri="{FF2B5EF4-FFF2-40B4-BE49-F238E27FC236}">
                  <a16:creationId xmlns:a16="http://schemas.microsoft.com/office/drawing/2014/main" id="{C25CACF8-529A-C49A-A4DF-DA3A6997AA11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1" name="Oval 620">
              <a:extLst>
                <a:ext uri="{FF2B5EF4-FFF2-40B4-BE49-F238E27FC236}">
                  <a16:creationId xmlns:a16="http://schemas.microsoft.com/office/drawing/2014/main" id="{D44C087C-8A4F-2D69-A86F-C8AED48A021D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2" name="Oval 621">
              <a:extLst>
                <a:ext uri="{FF2B5EF4-FFF2-40B4-BE49-F238E27FC236}">
                  <a16:creationId xmlns:a16="http://schemas.microsoft.com/office/drawing/2014/main" id="{ED193647-B6E5-9A03-333A-7B7A489C81E5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3" name="Oval 622">
              <a:extLst>
                <a:ext uri="{FF2B5EF4-FFF2-40B4-BE49-F238E27FC236}">
                  <a16:creationId xmlns:a16="http://schemas.microsoft.com/office/drawing/2014/main" id="{F970CA8D-B936-41A7-E131-07286D23661D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4" name="Oval 623">
              <a:extLst>
                <a:ext uri="{FF2B5EF4-FFF2-40B4-BE49-F238E27FC236}">
                  <a16:creationId xmlns:a16="http://schemas.microsoft.com/office/drawing/2014/main" id="{02C131B8-95F8-A2CB-A950-4AFFD24B3C31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7C35CCA3-7451-06E1-854A-77151FFA70F6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6" name="Oval 625">
              <a:extLst>
                <a:ext uri="{FF2B5EF4-FFF2-40B4-BE49-F238E27FC236}">
                  <a16:creationId xmlns:a16="http://schemas.microsoft.com/office/drawing/2014/main" id="{6F5295DA-184F-A24E-320B-61DE9D930521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7" name="Oval 626">
              <a:extLst>
                <a:ext uri="{FF2B5EF4-FFF2-40B4-BE49-F238E27FC236}">
                  <a16:creationId xmlns:a16="http://schemas.microsoft.com/office/drawing/2014/main" id="{F082D4F3-E9B0-89CE-E82F-4BDF66EE89A5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8" name="Oval 627">
              <a:extLst>
                <a:ext uri="{FF2B5EF4-FFF2-40B4-BE49-F238E27FC236}">
                  <a16:creationId xmlns:a16="http://schemas.microsoft.com/office/drawing/2014/main" id="{A62C32B3-ACD2-C177-AB51-755B3640B834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EBC890FC-E724-C510-D33E-672A13957E5C}"/>
                  </a:ext>
                </a:extLst>
              </p:cNvPr>
              <p:cNvSpPr txBox="1"/>
              <p:nvPr/>
            </p:nvSpPr>
            <p:spPr>
              <a:xfrm>
                <a:off x="20060192" y="11450901"/>
                <a:ext cx="1256819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514058FD-1C46-B045-1E9F-6ADC8A25B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0192" y="11450901"/>
                <a:ext cx="1256819" cy="566181"/>
              </a:xfrm>
              <a:prstGeom prst="rect">
                <a:avLst/>
              </a:prstGeom>
              <a:blipFill>
                <a:blip r:embed="rId1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0" name="Group 629">
            <a:extLst>
              <a:ext uri="{FF2B5EF4-FFF2-40B4-BE49-F238E27FC236}">
                <a16:creationId xmlns:a16="http://schemas.microsoft.com/office/drawing/2014/main" id="{2268B68C-0B0E-73E9-5F24-6337B6293133}"/>
              </a:ext>
            </a:extLst>
          </p:cNvPr>
          <p:cNvGrpSpPr/>
          <p:nvPr/>
        </p:nvGrpSpPr>
        <p:grpSpPr>
          <a:xfrm>
            <a:off x="18606432" y="6261163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1" name="TextBox 630">
                  <a:extLst>
                    <a:ext uri="{FF2B5EF4-FFF2-40B4-BE49-F238E27FC236}">
                      <a16:creationId xmlns:a16="http://schemas.microsoft.com/office/drawing/2014/main" id="{B72E818D-E4AE-89E2-E85E-B99753A68776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5" name="TextBox 354">
                  <a:extLst>
                    <a:ext uri="{FF2B5EF4-FFF2-40B4-BE49-F238E27FC236}">
                      <a16:creationId xmlns:a16="http://schemas.microsoft.com/office/drawing/2014/main" id="{4C7B5F18-8E3A-BE2D-205A-F3D47BF9C6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29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2" name="TextBox 631">
                  <a:extLst>
                    <a:ext uri="{FF2B5EF4-FFF2-40B4-BE49-F238E27FC236}">
                      <a16:creationId xmlns:a16="http://schemas.microsoft.com/office/drawing/2014/main" id="{91B21247-01B3-AFF9-53A6-CFADE567A6E5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6" name="TextBox 355">
                  <a:extLst>
                    <a:ext uri="{FF2B5EF4-FFF2-40B4-BE49-F238E27FC236}">
                      <a16:creationId xmlns:a16="http://schemas.microsoft.com/office/drawing/2014/main" id="{FE1CEA2F-90BA-567C-753F-A99191AA7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30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3" name="TextBox 632">
                  <a:extLst>
                    <a:ext uri="{FF2B5EF4-FFF2-40B4-BE49-F238E27FC236}">
                      <a16:creationId xmlns:a16="http://schemas.microsoft.com/office/drawing/2014/main" id="{92322319-E030-7162-A794-55C5956B91C4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7" name="TextBox 356">
                  <a:extLst>
                    <a:ext uri="{FF2B5EF4-FFF2-40B4-BE49-F238E27FC236}">
                      <a16:creationId xmlns:a16="http://schemas.microsoft.com/office/drawing/2014/main" id="{C1E46F33-7861-74AD-A3C4-BE03279F10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31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4" name="TextBox 633">
                  <a:extLst>
                    <a:ext uri="{FF2B5EF4-FFF2-40B4-BE49-F238E27FC236}">
                      <a16:creationId xmlns:a16="http://schemas.microsoft.com/office/drawing/2014/main" id="{E438374B-29B0-F48C-B946-A051F597B965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8" name="TextBox 357">
                  <a:extLst>
                    <a:ext uri="{FF2B5EF4-FFF2-40B4-BE49-F238E27FC236}">
                      <a16:creationId xmlns:a16="http://schemas.microsoft.com/office/drawing/2014/main" id="{C14B58E8-0526-0A14-3389-785E36294A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5" name="TextBox 634">
                  <a:extLst>
                    <a:ext uri="{FF2B5EF4-FFF2-40B4-BE49-F238E27FC236}">
                      <a16:creationId xmlns:a16="http://schemas.microsoft.com/office/drawing/2014/main" id="{CB3CAEF7-9304-0273-9981-AE81984A407F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1EDAF50F-DDBC-CD90-4C41-18582DC52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3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6" name="TextBox 635">
                  <a:extLst>
                    <a:ext uri="{FF2B5EF4-FFF2-40B4-BE49-F238E27FC236}">
                      <a16:creationId xmlns:a16="http://schemas.microsoft.com/office/drawing/2014/main" id="{1271E499-34C8-0020-508C-109D7E46E11C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B8453E26-A955-7028-05F5-4DC285576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34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7" name="TextBox 636">
                  <a:extLst>
                    <a:ext uri="{FF2B5EF4-FFF2-40B4-BE49-F238E27FC236}">
                      <a16:creationId xmlns:a16="http://schemas.microsoft.com/office/drawing/2014/main" id="{2327CBD3-3445-B236-74BB-A3B1E187D19E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1" name="TextBox 360">
                  <a:extLst>
                    <a:ext uri="{FF2B5EF4-FFF2-40B4-BE49-F238E27FC236}">
                      <a16:creationId xmlns:a16="http://schemas.microsoft.com/office/drawing/2014/main" id="{0EA9D819-3E3B-6615-0D3E-1CF72099E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35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8" name="TextBox 637">
                  <a:extLst>
                    <a:ext uri="{FF2B5EF4-FFF2-40B4-BE49-F238E27FC236}">
                      <a16:creationId xmlns:a16="http://schemas.microsoft.com/office/drawing/2014/main" id="{B46EF829-D190-133A-BB20-0D4392048744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574B8A02-9E5A-E1AD-88CC-7CB91B2AF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36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9" name="TextBox 638">
                  <a:extLst>
                    <a:ext uri="{FF2B5EF4-FFF2-40B4-BE49-F238E27FC236}">
                      <a16:creationId xmlns:a16="http://schemas.microsoft.com/office/drawing/2014/main" id="{9DB0B45A-057D-D44E-3EF3-C7BED3C32ED6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A18901E5-6898-9141-6E8A-4A1D607EBE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BA2FB506-B0FA-B702-A7D5-C510ADAAF815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A990E558-E2D9-5F52-A2B4-C5525A5F6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37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E8FF1B64-5FEE-EAF9-1CAE-D29EB8ABCE02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5" name="TextBox 364">
                  <a:extLst>
                    <a:ext uri="{FF2B5EF4-FFF2-40B4-BE49-F238E27FC236}">
                      <a16:creationId xmlns:a16="http://schemas.microsoft.com/office/drawing/2014/main" id="{E13CBE15-D2FF-A536-BEC1-6F8FB7AD83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38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B681C7F8-B2E5-2E45-E560-7E85355DB89D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8E472EC5-2168-C189-1E72-5BDE40C1C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39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3" name="TextBox 262">
                  <a:extLst>
                    <a:ext uri="{FF2B5EF4-FFF2-40B4-BE49-F238E27FC236}">
                      <a16:creationId xmlns:a16="http://schemas.microsoft.com/office/drawing/2014/main" id="{70984DD6-821A-16A8-75D4-70DD456A7BE4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7326766E-A885-64B8-E87B-C7FF881B7F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40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E5DF4695-D23C-3AC0-1EF5-6F6C42994B58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FF2DA618-2CD2-CCDB-1059-6E881977C3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41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5B0E947D-D39F-2938-2B55-3E87EBECC5DD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9" name="TextBox 368">
                  <a:extLst>
                    <a:ext uri="{FF2B5EF4-FFF2-40B4-BE49-F238E27FC236}">
                      <a16:creationId xmlns:a16="http://schemas.microsoft.com/office/drawing/2014/main" id="{B0F53832-410D-8633-9C13-FF0E7EEC90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42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70D603EC-49A4-50B8-CDDA-0EF469875978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A0AB570B-7879-ECEE-58CA-934507FBB5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4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TextBox 266">
                  <a:extLst>
                    <a:ext uri="{FF2B5EF4-FFF2-40B4-BE49-F238E27FC236}">
                      <a16:creationId xmlns:a16="http://schemas.microsoft.com/office/drawing/2014/main" id="{4C1E9CD6-65BB-277E-D3E9-601FB432F5DF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1" name="TextBox 370">
                  <a:extLst>
                    <a:ext uri="{FF2B5EF4-FFF2-40B4-BE49-F238E27FC236}">
                      <a16:creationId xmlns:a16="http://schemas.microsoft.com/office/drawing/2014/main" id="{969C3F63-EFFF-37C7-8883-822E261D27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44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F1B5551B-FADF-C7D6-3659-6DBCD0FA6544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2" name="TextBox 371">
                  <a:extLst>
                    <a:ext uri="{FF2B5EF4-FFF2-40B4-BE49-F238E27FC236}">
                      <a16:creationId xmlns:a16="http://schemas.microsoft.com/office/drawing/2014/main" id="{23D47391-48D4-2AAF-E3E2-8D738BF48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45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TextBox 268">
                  <a:extLst>
                    <a:ext uri="{FF2B5EF4-FFF2-40B4-BE49-F238E27FC236}">
                      <a16:creationId xmlns:a16="http://schemas.microsoft.com/office/drawing/2014/main" id="{4871CCAF-F389-951A-4C94-114427B4B2B5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4FACA9D6-6EF6-E549-B36B-77B365CA3D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46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5808C33F-47B3-67DA-C74C-832EEBB9CA56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BD41DF49-3BFA-F26D-E97C-3D5E8CABA2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47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CE2AAC44-99EC-7DCE-D14A-19FC93456DC2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001F4137-5495-FDF6-42E6-F6699F68B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78A4ECA6-14DC-7178-FDC5-F9A82855ABC7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77B64866-7116-4245-E3FB-AF500959A1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48"/>
                  <a:stretch>
                    <a:fillRect t="-9375" r="-18421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D7150712-114E-3619-45EC-AB55470AFC50}"/>
              </a:ext>
            </a:extLst>
          </p:cNvPr>
          <p:cNvGrpSpPr/>
          <p:nvPr/>
        </p:nvGrpSpPr>
        <p:grpSpPr>
          <a:xfrm>
            <a:off x="18604017" y="9908569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FB185BFC-D895-2CA8-60CE-CC6295361DD4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7E910A06-F17E-8E41-BAB2-01841F8279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94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5" name="TextBox 274">
                  <a:extLst>
                    <a:ext uri="{FF2B5EF4-FFF2-40B4-BE49-F238E27FC236}">
                      <a16:creationId xmlns:a16="http://schemas.microsoft.com/office/drawing/2014/main" id="{A39748C0-59B2-F59D-F6EA-91F545DE7426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D6692CAA-BC86-51B4-EA7C-8967CB4BEE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95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" name="TextBox 275">
                  <a:extLst>
                    <a:ext uri="{FF2B5EF4-FFF2-40B4-BE49-F238E27FC236}">
                      <a16:creationId xmlns:a16="http://schemas.microsoft.com/office/drawing/2014/main" id="{217D4BE0-4C26-545B-9FE6-22BCE6458AD3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B5848C27-071C-1E53-9908-6C310FC127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96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id="{407746F6-F24E-3D33-AF2C-15B16429C3FC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7BF072AE-DF3A-90C1-AE75-C11ACA5EE3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97"/>
                  <a:stretch>
                    <a:fillRect t="-606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8" name="TextBox 277">
                  <a:extLst>
                    <a:ext uri="{FF2B5EF4-FFF2-40B4-BE49-F238E27FC236}">
                      <a16:creationId xmlns:a16="http://schemas.microsoft.com/office/drawing/2014/main" id="{326A8D5B-D2A0-FDD7-F2A0-91C7FF956AB3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82248FC-D8D8-06CB-6338-A2404C30ED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98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9" name="TextBox 278">
                  <a:extLst>
                    <a:ext uri="{FF2B5EF4-FFF2-40B4-BE49-F238E27FC236}">
                      <a16:creationId xmlns:a16="http://schemas.microsoft.com/office/drawing/2014/main" id="{C8A47392-D770-5CEC-9B82-98DFC7EE6937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B7A1D332-09DA-FD17-4EE4-C255D711FE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99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0" name="TextBox 279">
                  <a:extLst>
                    <a:ext uri="{FF2B5EF4-FFF2-40B4-BE49-F238E27FC236}">
                      <a16:creationId xmlns:a16="http://schemas.microsoft.com/office/drawing/2014/main" id="{9FE55567-20AD-32F8-698A-23B4EFD716CF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7" name="TextBox 516">
                  <a:extLst>
                    <a:ext uri="{FF2B5EF4-FFF2-40B4-BE49-F238E27FC236}">
                      <a16:creationId xmlns:a16="http://schemas.microsoft.com/office/drawing/2014/main" id="{FF0362CF-8DCA-3A99-9BBF-EE3A3B61EB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100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1" name="TextBox 280">
                  <a:extLst>
                    <a:ext uri="{FF2B5EF4-FFF2-40B4-BE49-F238E27FC236}">
                      <a16:creationId xmlns:a16="http://schemas.microsoft.com/office/drawing/2014/main" id="{A92336D0-AA53-8F6C-A9E2-168853F62CD7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8" name="TextBox 517">
                  <a:extLst>
                    <a:ext uri="{FF2B5EF4-FFF2-40B4-BE49-F238E27FC236}">
                      <a16:creationId xmlns:a16="http://schemas.microsoft.com/office/drawing/2014/main" id="{F2CB3E78-C74A-9C88-75CB-839B912B1E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101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2" name="TextBox 281">
                  <a:extLst>
                    <a:ext uri="{FF2B5EF4-FFF2-40B4-BE49-F238E27FC236}">
                      <a16:creationId xmlns:a16="http://schemas.microsoft.com/office/drawing/2014/main" id="{E6BB0DD1-3AEF-12CC-3936-852941F17409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9" name="TextBox 518">
                  <a:extLst>
                    <a:ext uri="{FF2B5EF4-FFF2-40B4-BE49-F238E27FC236}">
                      <a16:creationId xmlns:a16="http://schemas.microsoft.com/office/drawing/2014/main" id="{50C675F9-B587-FE22-0F79-03A634A3FA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102"/>
                  <a:stretch>
                    <a:fillRect t="-909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id="{ECF5D51A-9F8A-B247-CA57-FFF74AC06061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0" name="TextBox 519">
                  <a:extLst>
                    <a:ext uri="{FF2B5EF4-FFF2-40B4-BE49-F238E27FC236}">
                      <a16:creationId xmlns:a16="http://schemas.microsoft.com/office/drawing/2014/main" id="{8795D13C-8A9C-42B2-B373-E065283A97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10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4" name="TextBox 283">
                  <a:extLst>
                    <a:ext uri="{FF2B5EF4-FFF2-40B4-BE49-F238E27FC236}">
                      <a16:creationId xmlns:a16="http://schemas.microsoft.com/office/drawing/2014/main" id="{C929E449-EE58-F1C0-0E18-26CB0D564CAD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1" name="TextBox 520">
                  <a:extLst>
                    <a:ext uri="{FF2B5EF4-FFF2-40B4-BE49-F238E27FC236}">
                      <a16:creationId xmlns:a16="http://schemas.microsoft.com/office/drawing/2014/main" id="{F8AD97A3-278B-6FD6-7454-BF31036C18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62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5" name="TextBox 284">
                  <a:extLst>
                    <a:ext uri="{FF2B5EF4-FFF2-40B4-BE49-F238E27FC236}">
                      <a16:creationId xmlns:a16="http://schemas.microsoft.com/office/drawing/2014/main" id="{FC82B2FC-BE0E-A499-1714-5CB95E0D32C6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2" name="TextBox 521">
                  <a:extLst>
                    <a:ext uri="{FF2B5EF4-FFF2-40B4-BE49-F238E27FC236}">
                      <a16:creationId xmlns:a16="http://schemas.microsoft.com/office/drawing/2014/main" id="{4AAC5C66-E370-9C37-20E6-48DB66D1B8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63"/>
                  <a:stretch>
                    <a:fillRect l="-25000" r="-9375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" name="TextBox 285">
                  <a:extLst>
                    <a:ext uri="{FF2B5EF4-FFF2-40B4-BE49-F238E27FC236}">
                      <a16:creationId xmlns:a16="http://schemas.microsoft.com/office/drawing/2014/main" id="{A14C692B-2454-FCBC-D0C9-32CCB840FDAF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3" name="TextBox 522">
                  <a:extLst>
                    <a:ext uri="{FF2B5EF4-FFF2-40B4-BE49-F238E27FC236}">
                      <a16:creationId xmlns:a16="http://schemas.microsoft.com/office/drawing/2014/main" id="{DB02F49C-7D9B-9889-6E0B-5ED4C8B6B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104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7" name="TextBox 286">
                  <a:extLst>
                    <a:ext uri="{FF2B5EF4-FFF2-40B4-BE49-F238E27FC236}">
                      <a16:creationId xmlns:a16="http://schemas.microsoft.com/office/drawing/2014/main" id="{0B374168-A8A3-4095-881D-28656A69B92B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4" name="TextBox 523">
                  <a:extLst>
                    <a:ext uri="{FF2B5EF4-FFF2-40B4-BE49-F238E27FC236}">
                      <a16:creationId xmlns:a16="http://schemas.microsoft.com/office/drawing/2014/main" id="{3A696E0A-4E24-9140-CDBF-DF9FF0DA96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105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id="{B3D186FA-1B4F-83DF-43DB-21F713332150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5" name="TextBox 524">
                  <a:extLst>
                    <a:ext uri="{FF2B5EF4-FFF2-40B4-BE49-F238E27FC236}">
                      <a16:creationId xmlns:a16="http://schemas.microsoft.com/office/drawing/2014/main" id="{51B4C755-F052-F00F-27BD-A0E2AB6D4B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106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9" name="TextBox 288">
                  <a:extLst>
                    <a:ext uri="{FF2B5EF4-FFF2-40B4-BE49-F238E27FC236}">
                      <a16:creationId xmlns:a16="http://schemas.microsoft.com/office/drawing/2014/main" id="{16C9E1E0-814A-628C-0955-9FA6550A2346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6" name="TextBox 525">
                  <a:extLst>
                    <a:ext uri="{FF2B5EF4-FFF2-40B4-BE49-F238E27FC236}">
                      <a16:creationId xmlns:a16="http://schemas.microsoft.com/office/drawing/2014/main" id="{1C762992-BD9C-4F1B-541A-A85747FE23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107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0" name="TextBox 289">
                  <a:extLst>
                    <a:ext uri="{FF2B5EF4-FFF2-40B4-BE49-F238E27FC236}">
                      <a16:creationId xmlns:a16="http://schemas.microsoft.com/office/drawing/2014/main" id="{F578A7CB-0900-5012-D831-6E9E3DC89855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7" name="TextBox 526">
                  <a:extLst>
                    <a:ext uri="{FF2B5EF4-FFF2-40B4-BE49-F238E27FC236}">
                      <a16:creationId xmlns:a16="http://schemas.microsoft.com/office/drawing/2014/main" id="{62816C68-7E61-8B06-6079-5F890E3B27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108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1" name="TextBox 330">
                  <a:extLst>
                    <a:ext uri="{FF2B5EF4-FFF2-40B4-BE49-F238E27FC236}">
                      <a16:creationId xmlns:a16="http://schemas.microsoft.com/office/drawing/2014/main" id="{AE65D536-5826-DF28-2043-B10C4DBC1F6C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8" name="TextBox 527">
                  <a:extLst>
                    <a:ext uri="{FF2B5EF4-FFF2-40B4-BE49-F238E27FC236}">
                      <a16:creationId xmlns:a16="http://schemas.microsoft.com/office/drawing/2014/main" id="{CBE98000-FB06-7062-E43A-C72348707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109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2" name="TextBox 331">
                  <a:extLst>
                    <a:ext uri="{FF2B5EF4-FFF2-40B4-BE49-F238E27FC236}">
                      <a16:creationId xmlns:a16="http://schemas.microsoft.com/office/drawing/2014/main" id="{523B6650-A862-6B3F-B25C-E7A5604712F8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9" name="TextBox 528">
                  <a:extLst>
                    <a:ext uri="{FF2B5EF4-FFF2-40B4-BE49-F238E27FC236}">
                      <a16:creationId xmlns:a16="http://schemas.microsoft.com/office/drawing/2014/main" id="{C7D55979-F34C-42E7-A9AB-B6E899AEB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110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3" name="TextBox 332">
                  <a:extLst>
                    <a:ext uri="{FF2B5EF4-FFF2-40B4-BE49-F238E27FC236}">
                      <a16:creationId xmlns:a16="http://schemas.microsoft.com/office/drawing/2014/main" id="{22C21F54-A16F-B83C-BB97-F43F04D5F2D6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0" name="TextBox 529">
                  <a:extLst>
                    <a:ext uri="{FF2B5EF4-FFF2-40B4-BE49-F238E27FC236}">
                      <a16:creationId xmlns:a16="http://schemas.microsoft.com/office/drawing/2014/main" id="{7A2B8D3A-D9C9-10C0-7B79-CA4EB4895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111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4" name="TextBox 333">
                  <a:extLst>
                    <a:ext uri="{FF2B5EF4-FFF2-40B4-BE49-F238E27FC236}">
                      <a16:creationId xmlns:a16="http://schemas.microsoft.com/office/drawing/2014/main" id="{4C8CBB0E-A316-6C8E-4ADA-00F38D95F796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1" name="TextBox 530">
                  <a:extLst>
                    <a:ext uri="{FF2B5EF4-FFF2-40B4-BE49-F238E27FC236}">
                      <a16:creationId xmlns:a16="http://schemas.microsoft.com/office/drawing/2014/main" id="{A1FCFDA2-5DA2-F0F8-5A65-5EC960D620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09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5" name="TextBox 334">
                  <a:extLst>
                    <a:ext uri="{FF2B5EF4-FFF2-40B4-BE49-F238E27FC236}">
                      <a16:creationId xmlns:a16="http://schemas.microsoft.com/office/drawing/2014/main" id="{0F9772BD-E06D-E60D-66B1-8C09E607307E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2" name="TextBox 531">
                  <a:extLst>
                    <a:ext uri="{FF2B5EF4-FFF2-40B4-BE49-F238E27FC236}">
                      <a16:creationId xmlns:a16="http://schemas.microsoft.com/office/drawing/2014/main" id="{64EA9789-918E-7D3A-FB26-8C4B16515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112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DD8491A5-11D2-06CD-2555-6E1694DA8137}"/>
                  </a:ext>
                </a:extLst>
              </p:cNvPr>
              <p:cNvSpPr txBox="1"/>
              <p:nvPr/>
            </p:nvSpPr>
            <p:spPr>
              <a:xfrm>
                <a:off x="6459532" y="13607094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041C940A-1EB5-D5FD-BE80-A09AAF561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532" y="13607094"/>
                <a:ext cx="1970539" cy="461665"/>
              </a:xfrm>
              <a:prstGeom prst="rect">
                <a:avLst/>
              </a:prstGeom>
              <a:blipFill>
                <a:blip r:embed="rId156"/>
                <a:stretch>
                  <a:fillRect t="-10811" r="-5769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F0BDECE2-037A-3ED5-00D3-E85125851E55}"/>
                  </a:ext>
                </a:extLst>
              </p:cNvPr>
              <p:cNvSpPr txBox="1"/>
              <p:nvPr/>
            </p:nvSpPr>
            <p:spPr>
              <a:xfrm>
                <a:off x="38507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049BA0E1-8DB6-DF6E-E30A-30E98608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33" y="28240846"/>
                <a:ext cx="2708626" cy="461665"/>
              </a:xfrm>
              <a:prstGeom prst="rect">
                <a:avLst/>
              </a:prstGeom>
              <a:blipFill>
                <a:blip r:embed="rId157"/>
                <a:stretch>
                  <a:fillRect t="-8108" r="-2336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72023173-3AD6-A1C9-3101-FEA0C7528398}"/>
                  </a:ext>
                </a:extLst>
              </p:cNvPr>
              <p:cNvSpPr txBox="1"/>
              <p:nvPr/>
            </p:nvSpPr>
            <p:spPr>
              <a:xfrm>
                <a:off x="76544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DD2F935E-C535-0402-247C-037310DAE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451" y="24602562"/>
                <a:ext cx="3585405" cy="461665"/>
              </a:xfrm>
              <a:prstGeom prst="rect">
                <a:avLst/>
              </a:prstGeom>
              <a:blipFill>
                <a:blip r:embed="rId158"/>
                <a:stretch>
                  <a:fillRect t="-10811" r="-1761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21D87319-4312-5449-9096-2864D76E2A75}"/>
                  </a:ext>
                </a:extLst>
              </p:cNvPr>
              <p:cNvSpPr txBox="1"/>
              <p:nvPr/>
            </p:nvSpPr>
            <p:spPr>
              <a:xfrm>
                <a:off x="112944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9756C438-2678-8B22-FCEE-2803EEEBA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4435" y="20953692"/>
                <a:ext cx="3512949" cy="461665"/>
              </a:xfrm>
              <a:prstGeom prst="rect">
                <a:avLst/>
              </a:prstGeom>
              <a:blipFill>
                <a:blip r:embed="rId159"/>
                <a:stretch>
                  <a:fillRect t="-10526" r="-3249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AACFE3F6-9C65-0C73-2AC6-485FB6ACEF2D}"/>
                  </a:ext>
                </a:extLst>
              </p:cNvPr>
              <p:cNvSpPr txBox="1"/>
              <p:nvPr/>
            </p:nvSpPr>
            <p:spPr>
              <a:xfrm>
                <a:off x="148345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FDEE58A1-EE8B-7EF4-FF69-BC00B5743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4543" y="17253689"/>
                <a:ext cx="3276666" cy="461665"/>
              </a:xfrm>
              <a:prstGeom prst="rect">
                <a:avLst/>
              </a:prstGeom>
              <a:blipFill>
                <a:blip r:embed="rId160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0AC9797B-59BB-CBEE-21E9-1149F542C5FA}"/>
                  </a:ext>
                </a:extLst>
              </p:cNvPr>
              <p:cNvSpPr txBox="1"/>
              <p:nvPr/>
            </p:nvSpPr>
            <p:spPr>
              <a:xfrm>
                <a:off x="185184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33DBAC7C-70CC-ACB4-EFAE-9B4C16343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8416" y="13696311"/>
                <a:ext cx="3351367" cy="461665"/>
              </a:xfrm>
              <a:prstGeom prst="rect">
                <a:avLst/>
              </a:prstGeom>
              <a:blipFill>
                <a:blip r:embed="rId161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FB186CB4-37E0-F9ED-CF64-71A7FEE627D5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9D6BCD13-1D4D-18BD-B203-410ECDD3EBD3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B4E2857D-60B3-10FD-2D3B-3B49A10E9B54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CBA350AF-D854-ED36-4F2E-331A4AA1BFCE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C2DC0094-D1A7-A55C-C4F4-822B57F2F3AC}"/>
                  </a:ext>
                </a:extLst>
              </p:cNvPr>
              <p:cNvSpPr txBox="1"/>
              <p:nvPr/>
            </p:nvSpPr>
            <p:spPr>
              <a:xfrm>
                <a:off x="90190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6C0D2D12-4513-D34B-C4D8-0C5CE48D1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0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t="-10811" r="-5263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6AE15727-A47B-019A-0152-4757274237C3}"/>
                  </a:ext>
                </a:extLst>
              </p:cNvPr>
              <p:cNvSpPr txBox="1"/>
              <p:nvPr/>
            </p:nvSpPr>
            <p:spPr>
              <a:xfrm>
                <a:off x="119046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6723AF8C-6708-4E2C-2CC4-537BF92B7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46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t="-13514" r="-2620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2F3F3EC8-DB02-6A82-C485-8E2A28B59EA8}"/>
                  </a:ext>
                </a:extLst>
              </p:cNvPr>
              <p:cNvSpPr txBox="1"/>
              <p:nvPr/>
            </p:nvSpPr>
            <p:spPr>
              <a:xfrm>
                <a:off x="153412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55C159CB-1F5F-72EF-81A4-0E37BFACF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12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t="-10526" r="-4310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05C1CDBF-C865-B898-DCF2-C84898B15328}"/>
                  </a:ext>
                </a:extLst>
              </p:cNvPr>
              <p:cNvSpPr txBox="1"/>
              <p:nvPr/>
            </p:nvSpPr>
            <p:spPr>
              <a:xfrm>
                <a:off x="43765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0854E64A-E260-1B28-2044-52E633C9A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65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t="-10811" r="-2429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B348FC37-A8B8-B96E-98DC-1E8B33E07787}"/>
                  </a:ext>
                </a:extLst>
              </p:cNvPr>
              <p:cNvSpPr txBox="1"/>
              <p:nvPr/>
            </p:nvSpPr>
            <p:spPr>
              <a:xfrm>
                <a:off x="7931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DF1E87E7-4AEA-BF20-EBB7-FA9AD6D2C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1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t="-10811" r="-3734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A14B5B6A-1687-0338-E475-9896E494B20F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1EBBA8CF-96F3-27D7-F0D2-3D7863E344C7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FE1FA43B-22BA-1730-4721-4C00D1B804DE}"/>
              </a:ext>
            </a:extLst>
          </p:cNvPr>
          <p:cNvGrpSpPr/>
          <p:nvPr/>
        </p:nvGrpSpPr>
        <p:grpSpPr>
          <a:xfrm>
            <a:off x="11588583" y="14880776"/>
            <a:ext cx="2093493" cy="2083866"/>
            <a:chOff x="1386039" y="2391881"/>
            <a:chExt cx="2093493" cy="2083866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C4036569-BE75-7F2A-E899-8F5AC200465E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524C0C6F-14EE-DBFD-9FCF-5285EF9BA4D2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82708208-9D44-7C3D-5210-00111F4DF833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E23A2330-BC8C-C3F2-7D97-CD0C202D8D3B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7A45445-86A4-5898-03E3-A799D36102D8}"/>
              </a:ext>
            </a:extLst>
          </p:cNvPr>
          <p:cNvCxnSpPr>
            <a:cxnSpLocks/>
            <a:stCxn id="367" idx="3"/>
          </p:cNvCxnSpPr>
          <p:nvPr/>
        </p:nvCxnSpPr>
        <p:spPr>
          <a:xfrm>
            <a:off x="8361760" y="18339017"/>
            <a:ext cx="8383" cy="1375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3561D4C-09AD-6C26-D631-96BB7465A639}"/>
              </a:ext>
            </a:extLst>
          </p:cNvPr>
          <p:cNvCxnSpPr>
            <a:cxnSpLocks/>
          </p:cNvCxnSpPr>
          <p:nvPr/>
        </p:nvCxnSpPr>
        <p:spPr>
          <a:xfrm flipH="1">
            <a:off x="6856203" y="19716686"/>
            <a:ext cx="1445360" cy="1725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AB851A2-CE12-9C9D-0EBD-4C3A08930C75}"/>
              </a:ext>
            </a:extLst>
          </p:cNvPr>
          <p:cNvCxnSpPr>
            <a:cxnSpLocks/>
          </p:cNvCxnSpPr>
          <p:nvPr/>
        </p:nvCxnSpPr>
        <p:spPr>
          <a:xfrm flipH="1" flipV="1">
            <a:off x="5227906" y="21397257"/>
            <a:ext cx="1608520" cy="4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6AB9D013-5F6F-4E49-B1FA-FC3AE32BD0BE}"/>
              </a:ext>
            </a:extLst>
          </p:cNvPr>
          <p:cNvCxnSpPr>
            <a:cxnSpLocks/>
          </p:cNvCxnSpPr>
          <p:nvPr/>
        </p:nvCxnSpPr>
        <p:spPr>
          <a:xfrm flipH="1" flipV="1">
            <a:off x="4683227" y="20996524"/>
            <a:ext cx="522719" cy="407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CC338D47-AAE9-5CF9-CFDC-8269AA1D48A7}"/>
              </a:ext>
            </a:extLst>
          </p:cNvPr>
          <p:cNvCxnSpPr>
            <a:cxnSpLocks/>
          </p:cNvCxnSpPr>
          <p:nvPr/>
        </p:nvCxnSpPr>
        <p:spPr>
          <a:xfrm flipV="1">
            <a:off x="4683227" y="17715354"/>
            <a:ext cx="3179414" cy="32811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995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14648-D2BA-EE83-5252-0D5D6D7E8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2DDC97-E726-4C34-EF4D-EB1905ACB0DD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166405B-2C2C-87BD-ECB0-3CF8133962A2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F931449-8DBF-0CCC-31FA-1A9FAA6EFF78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0DCD84A8-AD5C-F595-E589-46543097E6EF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42AD8D87-75CF-B4D4-D792-7291ED219A35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8AB83452-0EFB-C94C-492B-6DDEBF059334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896CDD-654E-D35A-1F68-743A5880BF07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C300866-7F61-38A0-A207-70D7854C3FFA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97140902-5988-7AA9-847F-E13C0A44C328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782925C7-A6C1-A8A7-1338-190C79630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19262463-A769-74FC-50B5-EE8608AB9586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770B4A20-42CC-6AFF-6329-0E8D553A477A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7EB523D8-FF6B-D6D1-2B20-6B11C71B81B2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92BBF046-435C-650B-6701-8C28D3933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8F4E1185-994D-3A99-6A4A-89CA0A5E5C4E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018F90BC-87C7-FFD5-A849-76592F7F9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B0DF9EEA-3916-2E44-F989-87EB6AA5E251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7A619AB4-D4AA-08CE-488A-3479C219C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64E35BDD-DF9E-93C5-0C38-CC01BDDE8F17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5F062D16-11B3-CF83-BE77-C686E6C32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C462053B-B3FC-74FA-7690-BFD12DD94D40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88CAC486-3ED7-2DBE-EEA2-FCA5FBD13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A98C1855-CBF7-40B6-5607-84DBDCA154DC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8B59CE95-8CA3-7434-63A7-3011078BE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B1563F5F-D951-250E-1AB1-985E63CFFF4A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9C2AE668-6481-3495-69D5-49740A9F3518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4E9905E-2B34-FA90-EEF6-B2163E8F55B7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167A0409-AC3D-E586-B17C-F93CB504DB38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2938340F-6DD2-75A9-AD32-1AAF6AA9CB73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E8A70003-EB35-52DE-4855-8439CE7AE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33983B88-FD2A-D8DF-7404-139735E6CF03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1BF19B26-4949-4F18-AF27-DB0878AF5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A81D3B97-CB04-F162-CB21-2E8390E9A8E8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2D450568-0B26-9FC3-69A9-C30596252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2C25635F-912E-8093-198F-9956D3B5E51C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5C635717-D2CD-69A0-0822-C9A7B8DDA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A5F1834E-BA39-E2E6-E977-E4DBA21BFD96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745D441A-BC9E-784B-8C65-B3B29F5F9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96DD735D-47FC-9FE7-B5BD-38E8315F5AA7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70D51D3F-7583-67CE-2D17-BDFBD8A4A409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8AFE8D5-6B34-16D1-D880-68B1E00145E0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E0D2C2E-EB32-B24F-11F2-AD3BF78D0415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F31F6C04-BD32-715D-1B96-72B0124926B0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42C39A8-99AE-00CB-4E0B-BD8C781439B3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35EAB6A-036B-A278-BDBC-50F6B9AC4611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9056666-85F8-4BEA-F0E6-B3AD074E3E08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AD668E6-00E7-743E-25DD-DB13746DEDA0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9D73309-E29B-7E36-150A-DCD4ECB61E91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943F0C6-AD38-36F2-C97B-F665396F40AE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1B366FB-B0A1-3D8B-B14D-BDEB9FBB64C7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5BD9E41-D840-3201-1E6A-6F630B110EA6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CA7BF4A-4AB3-40DA-381D-2FC82269F8AE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AD5E8AA2-25C0-B325-C652-4CCE90829768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20D86196-5F91-1AAE-9C93-F7C01762A0F3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8A2857D-BAFA-63FB-AC4B-BEF927E192DD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F9F3718-356D-17F4-0D82-67506F917386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EC6F17D3-D2AF-D91D-90AD-BBE02BDC8B37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F949141D-58EB-35EE-2864-253CF6D6877B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AD4ACE56-2F6B-13F6-8966-2B3F84490E09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F265DB9B-3225-8942-2264-BEE899502710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D4B3F211-7996-1808-2D60-11916FDAFD4F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8186C88B-04BF-51B8-0723-8FB7FCCE23AA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013B7BBB-978D-92A2-9828-8E28835712E2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2D350865-0BB6-248B-1522-CBF5D6E61D40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C043A87A-0798-440A-C74D-483C1A482CA8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C72EE5DF-4051-6451-1217-B8C5A723B149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4F71C281-0C68-04F9-F035-6144EB2FC1B0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13019B64-C9AC-AEFC-D3EF-88E788414268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AAEC699F-8F7C-040F-39BE-7FEF21720844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67055242-E6DC-0032-8C08-C95609A0AA04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92404912-A991-F97F-E2E3-740CA9DE4D5A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DC72C0B7-8C55-B961-9E16-E0C1D2CE311C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68AEAD5E-8DCF-CDA3-4D55-21285C27E892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2FBE077B-81D1-B578-606B-CAE4794CC371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364A61E9-E819-9E28-6787-D7B7BC927357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76033EF4-0287-E0FC-A6A2-FD1B157CFD6F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4D057C7F-5317-D55A-B031-E43FB2D540FB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BD878DDD-E945-BD8F-E607-A959A9512BAF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C1B30684-F3E6-DA5F-20B7-94B1D5B36606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47416775-3553-B716-2FE8-3CE8247CA299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8848C943-44C5-570B-BF25-425D7305B81B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F5992834-1AF7-9FE9-9390-B42ACB0ECB2A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A96E11D2-F6E6-2B9F-199A-56AB53263D1F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AA030AAF-1D00-A70A-DC04-A264000B8675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02D5E10C-40F7-AB9D-FA36-3723E32161FB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59FB5C96-8879-D90D-59BC-694AFA3F313D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5CEC866B-8146-125A-D7B3-A3AA16BDECEE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882FF3C3-6C84-8165-4988-5BE5B2085B7D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1AF788C9-29F3-B235-580E-876B61A75922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526DA34-F264-418A-D79A-15DE1C348C61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3FB403E-8A69-5062-C954-76202C6DF9DA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1BB87D89-84EC-1C4F-0D8B-AA9D479F74FC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7CF9C91E-CDD9-3A16-93E2-435FBC281E0C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F2149E4C-D417-DAC4-9878-BC220B786AD7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86CAE562-8820-7E2E-3187-C317093308D9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315E2C94-28B8-012F-71A4-7287F7EBAABB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58C83073-3401-6BE4-6C35-952BDEE1919D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7FE50597-33C5-21C3-8574-D22253099B93}"/>
              </a:ext>
            </a:extLst>
          </p:cNvPr>
          <p:cNvSpPr txBox="1"/>
          <p:nvPr/>
        </p:nvSpPr>
        <p:spPr>
          <a:xfrm>
            <a:off x="4114800" y="10881360"/>
            <a:ext cx="128592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/>
              <a:t>x1</a:t>
            </a:r>
          </a:p>
        </p:txBody>
      </p:sp>
    </p:spTree>
    <p:extLst>
      <p:ext uri="{BB962C8B-B14F-4D97-AF65-F5344CB8AC3E}">
        <p14:creationId xmlns:p14="http://schemas.microsoft.com/office/powerpoint/2010/main" val="3753985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B55A1-85DB-F1A8-58D2-26DCF2355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10B5E93-0EED-07CB-64F0-E139538035DD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63855DD-90E1-F965-C0D1-8D98EF6AFBE7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64DF2907-B643-C057-1874-9C1F91223260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F52EF294-A8CC-72B8-0544-B180B24C1E4A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CDAD0E7A-225D-57EE-A996-B5990CBCE408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D1BD203B-F1A6-FA91-3560-934A206BF33B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7B77C0-589B-22DB-2B8B-5723FDD744A9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4B7D725-7AE0-5DBA-646C-F331FE1DE0DE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782925C7-A6C1-A8A7-1338-190C79630176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782925C7-A6C1-A8A7-1338-190C79630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96CED50A-AA6C-BDF1-81E9-B8C719E3778E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A6E9B736-5A47-6EA0-50A8-7AB0D1441DEB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92BBF046-435C-650B-6701-8C28D393326F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92BBF046-435C-650B-6701-8C28D3933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018F90BC-87C7-FFD5-A849-76592F7F96FF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018F90BC-87C7-FFD5-A849-76592F7F9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7A619AB4-D4AA-08CE-488A-3479C219C199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7A619AB4-D4AA-08CE-488A-3479C219C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5F062D16-11B3-CF83-BE77-C686E6C32C17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5F062D16-11B3-CF83-BE77-C686E6C32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88CAC486-3ED7-2DBE-EEA2-FCA5FBD13F0C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88CAC486-3ED7-2DBE-EEA2-FCA5FBD13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8B59CE95-8CA3-7434-63A7-3011078BE037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8B59CE95-8CA3-7434-63A7-3011078BE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886D6D29-0B1D-A4AF-7CAE-1BC3B596876D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F095288C-E435-5636-73B3-2183219694FF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83793FFF-129A-23C6-947E-7A252FEE4C28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7F93074C-22F2-8F33-E165-2E9455220B3C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E8A70003-EB35-52DE-4855-8439CE7AE8B5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E8A70003-EB35-52DE-4855-8439CE7AE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1BF19B26-4949-4F18-AF27-DB0878AF510C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1BF19B26-4949-4F18-AF27-DB0878AF5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2D450568-0B26-9FC3-69A9-C30596252725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2D450568-0B26-9FC3-69A9-C30596252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5C635717-D2CD-69A0-0822-C9A7B8DDA25A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5C635717-D2CD-69A0-0822-C9A7B8DDA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745D441A-BC9E-784B-8C65-B3B29F5F9EB6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745D441A-BC9E-784B-8C65-B3B29F5F9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2E3898A-C1E6-6A1C-F2A1-8123CC2AEA85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27FC22B-A5DE-705E-7453-5E2DD3A61484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D109DA2-3312-D7B5-B9F7-0B6B1A637F62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3EEF5C0-4876-B493-CB4B-298223EB0ECE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1E6D497-BC0C-F769-2DB3-8CBE99B577EB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AEC3CA3-9EF9-92EC-E1A6-96FA9A07B7E8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18BC2EE-D5B8-0F0F-C924-8CE60654571F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10FB615-BD26-B487-CC0F-95F278455063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6D97D49-2664-EB1A-5442-CFD584F975E3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2E119EC-81D8-8FFD-A0AA-405A1AD60E9F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4948CC4-2A59-3D64-2643-D0C486858742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7940B12-AE1E-6541-DE27-AE8F6A2CE1DF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AB692D4-A069-5BE6-688E-7823382D535D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E1C1E78-3591-A69C-B775-BA4FD00FD111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E410046C-D951-F33E-B60A-CB6A01AD5D51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2719B70D-F94C-EC63-A381-9B2DBDCF96E4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F1A9DD19-AAB0-1DA1-0896-46E82FF9CFF6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AA2207DD-96FB-7E5D-CEA7-D0B675BA4EEC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0A1C5E56-702F-8F04-2E15-299DBC550669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2FB959B7-7A7C-2D48-7BB0-988A3D7C7F62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E70EBBFE-5FF6-3CB7-D75F-09DECFA5FCDE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A2470FF0-1DAD-6C98-9BD1-62361E276F97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702D3E5B-2F9D-3CC6-7DB8-C7488F81A566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D6546684-B572-9694-2A23-6663FC658936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DC6DF93B-FC57-4CED-BDEB-45E92A12F947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F0B8AB2B-8D5D-A322-277A-4BEE7C297DB1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9C8EBBE7-9BE6-C5EA-D454-AFBD62DBF560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6D1713D3-E9C1-9756-4409-E1D0CB326B50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24DD78DB-52C5-1B58-43D8-3AF73BB80DE1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FD7431B0-F398-AB52-8160-DDECB75196E6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7A01C1ED-E033-C542-2C2C-B0E134881D7C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C4D9275B-616F-0783-211D-CBCBD172FF82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EA7CAF6F-DED8-4DE0-CD3B-9160E341C286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73CBB719-935A-14ED-09B7-6F4D66319B0E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4E20F62C-56CB-EF2F-1A1B-05D511C48AAC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27090C76-AF0A-1FF4-F9DD-7A80A20A0C66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A59A45EA-6BFD-A626-60B4-293FD67A0C77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E00DC6F5-A229-4224-BB16-95E4E954EE02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E3779E81-7E82-B4FF-7598-3475129F7B46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0D1C34C4-EB4B-B120-E714-F738967DBC47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49D3D867-BC98-1D21-99E7-046437E8A1AA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C60E88C5-68EB-4FED-C284-0FBA5A7047B3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2C47DD8C-8643-A4D2-19E9-9B58FA251E0D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16E64FAF-7EEB-4E33-B619-32A1F7D8830D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DF2F976B-B54D-195D-FC73-A1140D38671E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6EBC1E37-C399-34AB-D562-C0A4023137E5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864A5270-DC1B-0013-9542-9BD1DD095F1D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69EAF372-0A4D-54CB-7B59-7D0BB633B85A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AC5A1670-3CA9-2185-7560-F56C0FB993E9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3799B2F8-C67F-C842-DCC7-29AB1BF5C062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2A0EF26D-AF21-A9C8-AD58-14363BCD16E0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2A19DF7D-DABF-3744-7911-8F11601A1640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69B0431A-55A7-105A-DC5E-338701F4CDD4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38E81EA-D378-D349-E801-DE09C9EC92EF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677CF61B-CC1B-C140-53BA-C468871FC9EB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30D278D0-A143-9D89-FA7D-77A6BB0DDFF7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1D00602A-52DF-86A9-E6FF-7FF761A4715C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7BEF6D7-D264-EFE7-2286-7FC47AC1A0C5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45AFCBE1-5C4F-EC88-339F-B86B28618617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6DF4500-C166-A648-5AD5-238E62CD146A}"/>
              </a:ext>
            </a:extLst>
          </p:cNvPr>
          <p:cNvSpPr/>
          <p:nvPr/>
        </p:nvSpPr>
        <p:spPr>
          <a:xfrm rot="18900000">
            <a:off x="4221992" y="23276165"/>
            <a:ext cx="5241447" cy="2455719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71F3517-E8C9-CC34-5114-105743A2B85B}"/>
              </a:ext>
            </a:extLst>
          </p:cNvPr>
          <p:cNvSpPr txBox="1"/>
          <p:nvPr/>
        </p:nvSpPr>
        <p:spPr>
          <a:xfrm>
            <a:off x="4114800" y="10881360"/>
            <a:ext cx="188865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x12</a:t>
            </a:r>
            <a:endParaRPr lang="en-US" sz="8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4813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32D0B-F0DA-D690-3B1B-2ABBB5008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D844C7-070C-830E-D56D-6AF4136D610D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0ABD590-6433-6C1C-3635-B8CEABC2EE85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C18645F4-ECEE-D538-CF57-4E2B3EB65DFD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E56584A7-2CA8-9D35-6C19-C66CA43C93B8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7BCCC8F0-813F-5B48-2C30-1C34D6945F8B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EF0F396D-E0BF-81ED-E828-B6B633CA6751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07AF34-5E37-2FB1-11C3-AFF084A182CE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9EEC6A9-4533-81EF-8282-A1124B0966E9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2B330148-A75E-21E3-FBB7-A40B876958E6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2B330148-A75E-21E3-FBB7-A40B87695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25AAD11B-B4C2-7992-142A-56BC912F84B0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8A3FFD03-873E-87E0-07A4-68051B7C9FD9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D58FBA38-27B2-9E29-C38A-31468B295985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D58FBA38-27B2-9E29-C38A-31468B295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B587AB2A-568B-37D8-AC63-29BFA4EFB796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B587AB2A-568B-37D8-AC63-29BFA4EFB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E98934C6-7774-9EF9-CBCE-2A8130A0CA19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E98934C6-7774-9EF9-CBCE-2A8130A0C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59CED0B2-6521-4CBB-326B-AEB755A13D35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59CED0B2-6521-4CBB-326B-AEB755A13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947823AA-0F2E-A58D-76D2-5CD94EBC54B0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947823AA-0F2E-A58D-76D2-5CD94EBC5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1DE0BEA8-58FC-1EF4-B5EA-04350D236C03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1DE0BEA8-58FC-1EF4-B5EA-04350D236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782A2C7F-63E9-54D0-D96C-AE75CA37AA67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79B079D5-E4C3-3559-D4B1-9EAED906A25E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4E311E09-0AF0-ED4C-440D-43067864B6DE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A2D109FD-EDEE-57F6-AD29-10B8C5B5E7A8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9F919E38-DA4E-C9CA-5685-F204D7A70E19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9F919E38-DA4E-C9CA-5685-F204D7A70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1A274F05-18CB-C465-88B0-9B5C09D2BF1F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1A274F05-18CB-C465-88B0-9B5C09D2B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107F878C-A134-F754-E3D7-5831B8DBBB7B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107F878C-A134-F754-E3D7-5831B8DBB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2303CF65-4B88-EE06-92A9-E97925C136BE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2303CF65-4B88-EE06-92A9-E97925C13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8343F659-8DD2-58B0-5C41-FA0A5229B481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8343F659-8DD2-58B0-5C41-FA0A5229B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4F592ECA-6B3F-5E27-E64D-74494ED42793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73047C72-C718-03F1-7EFB-779ADB1C1417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8876C13-BE2A-0B0C-0E43-3202CAFEE605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F7BA104-76BA-6824-3F65-E9A96C7D14FC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9F2E6EFA-AC4B-A10C-41D8-30B8986CC803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95D4829-AB66-3C5C-FC61-5250B662D1D2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FF70A83-C25C-099A-001E-238E1FE236D3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C1E7533-2E26-B945-FB6D-14DDC9ABC4A7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670E42D-8772-076F-162E-3E220459BECC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804FF8A-4DB4-3872-DEE3-AA276D681A40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D260E57-09AC-2514-F2BB-6F541030326C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AC0FE56-4E5E-9674-29C6-D077BA3D49A7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B526D34-2176-73C1-4994-A8A6B2B5DA19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D763A41-9CFE-0E24-AE00-FC4C1072C3BD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4A17E1C2-E77D-BA6B-5EFA-3B38F5786E2B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72471EA2-FEA5-EAAA-EEEC-7E0E44F26A41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D7F65AE-4DFD-2991-1BD7-727E98BC9A74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D06C5928-E4E9-19D6-2E3E-7B0969AEC7F5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85FD6753-CA02-1ABC-77B9-7612F3716DE5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2C5CE31D-D0EB-ADAE-F1E5-0C0C26C452FC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29F82089-19AD-6475-6F21-9DDE79AACC90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DB3D5E9D-83DC-AF91-B2BF-F79D3D4E7DB0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E4883719-6453-A776-C0DD-8426626B1765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8958A5F4-0FFD-6661-94A0-F8380CCB789B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DCA7A80C-2F8C-2589-8ED7-8B39E3A5ABC0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208AF1A4-F08C-1D7D-E093-20940D15CE8F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FD4076C0-0CCD-FB19-32AD-1C271DB987BF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23FBB3AB-2E51-26F9-C7B6-813C4A51633D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5FFDCF85-8AEA-49CB-1563-42C9E053808C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082D580D-7CB8-8583-00A0-BEEEF19F9062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F5DF4458-E049-0FD2-8806-A8266AE700E4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F0DAAD17-88E1-F654-D580-F350591A7DC2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90765F93-8E1A-67B3-18BD-2E1B00130D6A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8EE9E926-E597-3D24-0B15-47213D5922D0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3D8C6A34-1A97-7FD2-6349-2B7AFF11C47C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5C20438E-38E1-5896-D7E4-2622415B49BA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66EC9E56-E5A2-FD4A-FD50-484C711118D8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1CD9B54B-7693-E18A-AD81-0E48B7FAF100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6DBBB4CF-D245-29D5-6582-72A1C5933760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6A443049-C71D-E7DE-6611-D953065EEF63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3D384AC2-0BF5-1315-EC3E-7F6FA787E438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5C1D12F1-F604-5482-E022-660D780C9ADB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83DA582E-3CB7-D331-D8A4-F0CFDC0E539D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6530F334-1759-8FD1-C82D-C691B9A68E61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65348E45-CD5E-CED9-F6EA-D83F046DCC7B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827F2F90-56CC-640E-4616-1A107B9ED8F6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D20244A6-4659-E194-AF05-4C637E43B761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16CF8F45-6E08-8677-D498-1F04F8CD5992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A581DBA-5682-78A9-F2FF-332F9992ABAF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F66EA9A3-9940-A2ED-AC50-B5E06A6CA937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A921688-AD16-DE77-9EB8-B7DCD0888DAD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05A18628-4F64-FC98-0805-AC3750BBFE78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38DD8850-CC80-F37E-F98F-5E97F526CBCF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0D40C3E-506C-90EB-46B3-4CC6967A40DE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A419C8A-4345-1E45-77C1-B813B8881385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0FB969D5-8246-199F-A4C3-6FF2B8F486C0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C3E01CA2-E7A9-B108-3FAE-03BCF4AF42F8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1635E95C-D7D6-874C-72EA-B45ECFE6A139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65AB4130-A16B-4408-8835-F0F04F2D5A3F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ectangle 160">
            <a:extLst>
              <a:ext uri="{FF2B5EF4-FFF2-40B4-BE49-F238E27FC236}">
                <a16:creationId xmlns:a16="http://schemas.microsoft.com/office/drawing/2014/main" id="{74FA7B3F-D19C-718D-4EAF-7504CB5576C7}"/>
              </a:ext>
            </a:extLst>
          </p:cNvPr>
          <p:cNvSpPr/>
          <p:nvPr/>
        </p:nvSpPr>
        <p:spPr>
          <a:xfrm rot="18900000">
            <a:off x="4221992" y="23276165"/>
            <a:ext cx="5241447" cy="2455719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4F5D5B4-4C5B-4EBC-5A3E-B7B71B96546C}"/>
              </a:ext>
            </a:extLst>
          </p:cNvPr>
          <p:cNvSpPr txBox="1"/>
          <p:nvPr/>
        </p:nvSpPr>
        <p:spPr>
          <a:xfrm>
            <a:off x="4114800" y="10881360"/>
            <a:ext cx="443102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X12</a:t>
            </a:r>
            <a:r>
              <a:rPr lang="en-US" sz="8800" dirty="0">
                <a:solidFill>
                  <a:schemeClr val="accent4"/>
                </a:solidFill>
              </a:rPr>
              <a:t>x6</a:t>
            </a:r>
            <a:r>
              <a:rPr lang="en-US" sz="8800" dirty="0"/>
              <a:t>/2!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E4FB3E55-3476-DF7E-BFE9-9AE4F0282751}"/>
              </a:ext>
            </a:extLst>
          </p:cNvPr>
          <p:cNvSpPr/>
          <p:nvPr/>
        </p:nvSpPr>
        <p:spPr>
          <a:xfrm rot="18900000">
            <a:off x="8047540" y="16065861"/>
            <a:ext cx="5132565" cy="2455719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707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8739E-F6B3-CD99-D347-5225CB2EE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F90BDA-D1EB-2467-56EA-6433E11F7208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8EFCDBD-670A-F84A-833E-BAA11790D2EF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9404F68F-090A-29B5-6F08-81F745E326DB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050734A2-294B-91C9-9DCE-F8AA7054412C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396BD636-FF5C-AB6F-F947-932BF179FE5F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BC55C6EC-72C1-A888-BC29-1355D51E1874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7B1A20-FA5F-FE96-399F-060F6C24E587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2FF26DB-9281-FC09-F4D6-01F41CB251BE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FDA04E9C-3D55-2848-AEB3-3AB5E67F54E5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FDA04E9C-3D55-2848-AEB3-3AB5E67F5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04B9F96E-AC99-FE9C-14D0-64AEDF55D4C9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ACEE41A6-F2A8-6606-4A60-DDAD83FABAEB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1F076D8E-5BD8-13B9-68B6-2FF329B66E45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1F076D8E-5BD8-13B9-68B6-2FF329B66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41158ACB-2A2C-2373-F409-546988763A5A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41158ACB-2A2C-2373-F409-546988763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C14D92D8-D9B8-79DE-5F8B-923B785AE4F1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C14D92D8-D9B8-79DE-5F8B-923B785AE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444BF7E5-AD52-5FD8-0346-AB7CF62E0DC7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444BF7E5-AD52-5FD8-0346-AB7CF62E0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22CE1287-7ED3-2B04-8328-4972BCF06451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22CE1287-7ED3-2B04-8328-4972BCF06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54A36172-0908-1725-174C-83BA1ABC59AC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54A36172-0908-1725-174C-83BA1ABC5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92690E13-210B-FCD1-AF91-DE228254717C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2995FD35-4CB2-212E-35C1-87A5A7F26C2E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675FA854-FE0C-D95E-4C5F-2645390F4FFD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4D1D9A3-B16E-6F8C-A023-98847BBCD077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A286BC14-7CCB-634E-8A7A-C75D429F3F97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A286BC14-7CCB-634E-8A7A-C75D429F3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A08ECDCE-4083-B13B-AF5F-33D3A20DCAC3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A08ECDCE-4083-B13B-AF5F-33D3A20DC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EBFDEE6B-5AAC-5B71-EBA7-8283B2EC61AA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EBFDEE6B-5AAC-5B71-EBA7-8283B2EC6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C39DDF64-803A-71E5-7454-4975D8F0565A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C39DDF64-803A-71E5-7454-4975D8F05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D3245AD6-8838-A46E-C37B-B238D3920B1C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D3245AD6-8838-A46E-C37B-B238D3920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A0C945FE-18D7-022E-A7C1-3CD57964368A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20DBB6AA-9A2F-B02D-444D-653D9537DBB7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9750216-EBA5-FB33-4BBF-9BB47F03E6E1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89704A4-DF89-3116-A55E-7DF962A7404F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3E9D458-6BB6-2DD5-7DCC-7BDE7237021D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B9B87DC-7D40-A99A-4985-575D13B5DBDE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75278CB-9B48-626F-5BC0-AE232C41607A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05BD4E4-9C0F-4411-27B4-CA27DBF8A358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C66EA8E-686A-6A71-B298-11CC12F70D3F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54229BE-87BE-D966-DE23-A8BB906E530D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7CDA9E1-461C-69CB-87C2-345F6D8EE52B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F5CD726-8931-246A-ABF1-5D135ECD3425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10EB115-4991-C751-D914-55FB7D7D0EC4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BC123F2B-5FFD-D0A3-3242-950A753B27D0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53799EB2-C630-1EC4-BBD0-39D4C0C631BC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996476F9-783B-122A-EDAE-DDEBC588E1FC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1E9B6065-92CE-5C8B-ADB8-AEB181D2FF9A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DBB91E2-302E-88E7-66D4-CBCFDD637EE5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3AC56DE9-2AF2-34CD-F9B9-E4191D0BDC71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1F967924-0B23-19B1-46D5-BFFDDD2B2F1C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EEC6AB2-3472-5AB8-57D4-AB90B2BA3FCE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C5806C1E-8FFB-523C-FE5A-0AC84F3830B7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9A61798B-0B7C-C2EA-6EAC-39EE0EB88323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B2E12514-19A2-2BEE-0B25-BD3B9A5ED318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15CB3E02-5EC0-E396-75A0-72D9F273C96F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B1287D74-C417-0D82-4F72-7639F3C0F343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46275926-C134-20DB-7823-470DDB3C52D8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1E5ACD2C-AF0B-1A58-691D-DD03C921D83F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89DE79DC-B62A-87FF-D3E9-A8763C44BACB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A6EA9796-BA26-AF7A-A8F1-C3515CEE9B07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40FD427E-B51A-F940-15AC-616CB1415C7E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8226068E-125D-4A75-2609-C6DFA8FA26AC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042637DF-F72D-8548-A7AF-06C285A54056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84B9FB3C-ED42-C05E-14F6-CE2103A8C12E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267EE4B2-2ED5-AE7B-DFB9-A3A8EFC18924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FB235E34-DB35-F142-A2EF-4753B46AC096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E96B3258-4AD2-7A8A-315F-F1487C42853A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6082E816-34A3-185E-8F2C-9955F16B819B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FD75C174-BB0C-6A3D-B615-4704311BA9D9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1B66DCBF-789C-A33B-53C9-5CF65F6D37A4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B855CE6C-5445-19D8-25FE-B238A548AAE3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460D99FA-3E63-F98E-BC24-6425C048BA4A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1DF99FAF-A9A8-A79C-121C-09E0D262324B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EDA91C07-86A8-7343-65B1-8B426D6402C6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6BAFFD93-1E1F-48B3-ADBD-880F48F5BBAD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589C7821-809F-8586-AD9B-E8DDC9FCB217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62E1F780-6781-AE04-4537-26184CCE123F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A432A963-85B1-B70D-CB28-D5F3D1B4DC59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5A80C92-2952-E357-9594-39A1E36792B9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165B41FD-C960-0C9A-F786-A457270DBA7C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58A467B6-434C-3926-EDE4-D6CFB9FA957B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1AB2707D-B65B-BA0E-0399-4463542C737A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CFA92D58-1132-F7DF-5A61-7D5451B9F464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A137001-4681-7C96-5FDC-4EBC9CF95DA4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61DEEFAF-185B-2509-AFB8-0238D7511B73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A3F649C4-2125-551E-CB71-7502100EF043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17D93E4-7F6A-4698-A486-03CE34AC36E9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225457B2-A85D-D7B3-6F90-3B53DCF944F4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EDB86384-DBCA-8B40-A7D7-0E168D7BBF4A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575894E-48AB-9536-7D79-69B80C8625A8}"/>
              </a:ext>
            </a:extLst>
          </p:cNvPr>
          <p:cNvSpPr/>
          <p:nvPr/>
        </p:nvSpPr>
        <p:spPr>
          <a:xfrm rot="18900000">
            <a:off x="4221992" y="23276165"/>
            <a:ext cx="5241447" cy="2455719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2D03F4-0267-AB69-6537-B504030718A6}"/>
              </a:ext>
            </a:extLst>
          </p:cNvPr>
          <p:cNvSpPr/>
          <p:nvPr/>
        </p:nvSpPr>
        <p:spPr>
          <a:xfrm rot="18900000">
            <a:off x="8047540" y="16065861"/>
            <a:ext cx="5132565" cy="2455719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46FBFE-091D-161D-3ACC-665EA2A92B7D}"/>
              </a:ext>
            </a:extLst>
          </p:cNvPr>
          <p:cNvSpPr/>
          <p:nvPr/>
        </p:nvSpPr>
        <p:spPr>
          <a:xfrm rot="18900000">
            <a:off x="15265155" y="12271042"/>
            <a:ext cx="5132565" cy="2455719"/>
          </a:xfrm>
          <a:prstGeom prst="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9B431-2DAD-EDD4-7026-35DE7E83D420}"/>
              </a:ext>
            </a:extLst>
          </p:cNvPr>
          <p:cNvSpPr txBox="1"/>
          <p:nvPr/>
        </p:nvSpPr>
        <p:spPr>
          <a:xfrm>
            <a:off x="4114800" y="10881360"/>
            <a:ext cx="553228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X12</a:t>
            </a:r>
            <a:r>
              <a:rPr lang="en-US" sz="8800" dirty="0">
                <a:solidFill>
                  <a:schemeClr val="accent4"/>
                </a:solidFill>
              </a:rPr>
              <a:t>x6</a:t>
            </a:r>
            <a:r>
              <a:rPr lang="en-US" sz="8800" dirty="0">
                <a:solidFill>
                  <a:schemeClr val="accent5"/>
                </a:solidFill>
              </a:rPr>
              <a:t>x2</a:t>
            </a:r>
            <a:r>
              <a:rPr lang="en-US" sz="8800" dirty="0"/>
              <a:t>/3!</a:t>
            </a:r>
          </a:p>
        </p:txBody>
      </p:sp>
    </p:spTree>
    <p:extLst>
      <p:ext uri="{BB962C8B-B14F-4D97-AF65-F5344CB8AC3E}">
        <p14:creationId xmlns:p14="http://schemas.microsoft.com/office/powerpoint/2010/main" val="1017170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6ED62-FC5A-FBDC-4AF8-426B9D87E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C35B1E-5D95-061F-2608-641745BD446C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F58F786-2209-B999-FB6D-34627C1F7316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C630833A-7A81-ACC5-179F-9CD270F5C3B9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754417CA-63DB-1B9E-EF72-86F9EAEB5480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571F5E33-EE4C-FB4E-89AF-9E72541CCFE8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59367CE4-0566-E7D7-3F7F-BBF3C7D2FB96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6D8718-EDC1-BC0E-8FBC-CA5841FD5423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6620D1C-4127-0675-8813-38F612B9D769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3151384E-0B17-EA70-5812-747BF24D0C7C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3151384E-0B17-EA70-5812-747BF24D0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6611B668-3CB9-D6E9-9A21-B831F4105AFE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CEE7DCFE-614C-2FAB-200A-72294C225BE2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ED229B3B-4093-F2F6-030C-08734B93C95D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ED229B3B-4093-F2F6-030C-08734B93C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2473274B-94CA-D14F-D95F-C8C2667DD25D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2473274B-94CA-D14F-D95F-C8C2667DD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A5595501-3CC6-1BFA-6E42-FCBB1C3E93AE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A5595501-3CC6-1BFA-6E42-FCBB1C3E9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87A2976E-47F9-E02C-678B-B29F3E1DA317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87A2976E-47F9-E02C-678B-B29F3E1DA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A3598918-98BE-E888-CB0E-9D52C7576A28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A3598918-98BE-E888-CB0E-9D52C7576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59AD4CDB-22D7-DC90-2426-09A1AA8527BD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59AD4CDB-22D7-DC90-2426-09A1AA852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9A6F8916-631E-0889-EBEE-5F267C22CE6C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B27B7411-BF0B-987D-21F3-456C742AEDBB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84C8D436-1BB7-4486-53E6-6EA21D3F124C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7E9C3C79-5FAE-15DD-2521-A4E3029A23D4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26342EC1-F445-8C21-757F-2D9FE86BF421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26342EC1-F445-8C21-757F-2D9FE86BF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6B9B5A3A-B9D1-5AF7-D39C-804AC83327E6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6B9B5A3A-B9D1-5AF7-D39C-804AC8332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35BDB39B-E4A7-5F00-3004-338F999C5C9C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35BDB39B-E4A7-5F00-3004-338F999C5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8BD3BBD8-936C-1B3A-95C1-1F7DEAADABAC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8BD3BBD8-936C-1B3A-95C1-1F7DEAADA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72831FE2-F064-471B-E683-F8A4C5970A0A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72831FE2-F064-471B-E683-F8A4C5970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5515C66-92C5-E58E-685F-436B66B1291A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E441846C-87C6-ABF2-51A7-D1451A9E71B6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976048E-F40C-9FD8-B0E5-6C4FC3E6780B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3C73751-1BBE-A805-C2D5-B11B57747146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15CA6486-E5F1-C13F-3C94-BAF6BF397549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DED88F6-4EA7-C27B-4486-DA4E4A598251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A6E56B4-5B57-0FDB-20A4-BB962E7F91A3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46433E8-36E4-2B49-974B-632B5A09A615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458A2F6-5F98-CB0D-0D36-9892ED3328C7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88AE002-EE12-AADC-9D18-D1B60455714D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E249E9E-A7C6-5999-AB2F-784C182ACC61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E2A6B7F-3FAB-614B-0F54-09E2E5EC659B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3B999A9-F4D0-487D-745B-A5D8869D29C7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AA28426-C8A2-00EA-19D3-17D593085E62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1534105-8914-C18D-3BD8-17F93690E77E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F4C3C41E-96A8-D455-E8FC-C4A53A30E84E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17B401F-2346-2AB1-4028-262E4F922E38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D5A60AB-0051-D499-A93B-2164DC826C17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ABBF653-2DAC-9FAD-83BF-4BC7334F1EA9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8A5BFAFA-9907-3617-CB0D-2F28E70BD3D6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0396177C-3887-397A-EEED-4338264EB55A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A91B5929-041E-08FD-7DA8-B6263DC167FB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A7AE1BD4-B3BB-4098-A093-3E461F7E94B4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1F4B16A5-40D1-EE0B-C68F-D1DD1798D6D4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A7AEBDC4-2F7E-C541-2D6F-42ADA0082E16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01A38470-3238-E201-118C-7EFF98CCDC61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FE3CC710-E651-B000-44A3-8F851AED7415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A724DBC6-6330-D857-5B7D-754709C2D84A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A9CC123C-C0D5-5C3F-921D-06D646950D03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5D2AD154-D1DF-4E96-3897-3FEEF466D4A3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0B611023-0A84-6D7E-8302-01C49EEBD9CF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3FB2BCE7-2825-295E-DF3D-13682B78ECCC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94113324-694B-7458-7ACE-CB4699B27D6C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FAC82F97-231B-2A23-6AFC-2EE56FFA6B90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61A57A2B-971E-C119-5A18-320FF903683A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1045643B-CB6B-FAA2-F151-397B770B6972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8F161F7C-D882-7F03-A679-A1A0AB0A2468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4FF896EF-0515-89E7-1471-F20137B867FF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5EA36B0C-1F16-5FC1-B33A-644F510B72E9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2BCE6312-40BD-9D40-807F-54D62F6DAA4F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3C31A736-1B0D-CCB9-1298-2AB3348C4214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A93CD534-DA4A-E300-59D5-575D36AE557F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4DEFB065-20F7-7939-A3B2-BFBAC809AC4F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D8BC0A47-905D-C01D-7145-00693D627E7A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70244E46-D026-A13F-5016-8978DCD208A5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7606F349-0F7E-FF90-078E-CC7EC13B2C66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43334BA5-A908-ED30-7A8D-5A5F1DC6A3A3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54D6DDF4-E58B-DEF5-9727-7809D29EB7D1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161E2E4B-FE10-1567-B8C8-598BFD26B65E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16C9AC94-2FC0-F1C6-DDC1-8C42B2F19B1B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8640F91-6A21-6E09-1EB8-D0083E37F2AD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92718592-77AB-3A4A-D6D9-DFD9709719FA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7E1B1952-8B63-87D9-784D-22AF50CF7AD5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94239753-E16F-C967-5EC7-EA129F5F2CD6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77B38F98-6275-7352-40C9-07710CA802C9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3DD7872F-3951-C03F-CDE5-E2C20220896F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905542BB-DDC9-4E06-699E-68C2A4C89F48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7F208B8-A2C2-90A9-262B-03C70DACE736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38DDD7F4-85A4-13D2-0BE5-41583689DB2E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261AF5C-B24C-E23F-BC0F-384F68474957}"/>
              </a:ext>
            </a:extLst>
          </p:cNvPr>
          <p:cNvSpPr/>
          <p:nvPr/>
        </p:nvSpPr>
        <p:spPr>
          <a:xfrm rot="18900000">
            <a:off x="3468430" y="21456906"/>
            <a:ext cx="10387090" cy="2455719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5480A1-2EDE-1AEA-3A98-702921E38E0D}"/>
              </a:ext>
            </a:extLst>
          </p:cNvPr>
          <p:cNvSpPr txBox="1"/>
          <p:nvPr/>
        </p:nvSpPr>
        <p:spPr>
          <a:xfrm>
            <a:off x="2159801" y="10880261"/>
            <a:ext cx="831407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x30=</a:t>
            </a:r>
            <a:r>
              <a:rPr lang="en-US" sz="8800" dirty="0" err="1">
                <a:solidFill>
                  <a:schemeClr val="accent2"/>
                </a:solidFill>
              </a:rPr>
              <a:t>n_simplinks</a:t>
            </a:r>
            <a:endParaRPr lang="en-US" sz="8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624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997B4-D831-0040-7195-AB5B331FD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A06BB2-CAA4-162E-2EC5-E12B0B1799BB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343C5E7-D003-A929-74DA-47217F165A89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FB04A548-909E-A580-42AE-94ED6B2BF6AE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FF6BD3FF-01FA-CB08-60C7-D254185060FC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75E085D0-B893-6FA9-7DF4-F1A48304AC99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5D592D53-DA4E-F5B1-6C76-F843A4476823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FD2AB1-8103-2C5A-299C-EBABF981D076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06500FB-B025-7F80-AEC1-B2C0600AFB85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7DBE459E-577A-B6BB-D712-1921BE1F6F6E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7DBE459E-577A-B6BB-D712-1921BE1F6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4DDC633D-B33E-7BC3-E82E-E552FEF1509B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ADFEE109-AEC2-4044-AF91-1C3330643876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DA6DE595-31D8-DE4F-DEBA-499BA60F3469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DA6DE595-31D8-DE4F-DEBA-499BA60F3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D84D862B-91F5-3D1D-D79B-A025872412C3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D84D862B-91F5-3D1D-D79B-A02587241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82B60357-9ED7-D586-C5C3-051F9FC2FAF8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82B60357-9ED7-D586-C5C3-051F9FC2F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F9934D3D-E0FC-B236-9772-9FC96BC902EF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F9934D3D-E0FC-B236-9772-9FC96BC90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75BDED13-1209-D262-5C94-3BDD64EFD776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75BDED13-1209-D262-5C94-3BDD64EFD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24655001-4CD8-DA6C-D25A-7F1752E498EF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24655001-4CD8-DA6C-D25A-7F1752E49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8C50EEE9-1329-32A2-C3CD-191527D53588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48593A3-9D2D-3915-F372-F5B79020F097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2A57AEA6-2F25-3FD8-D5D6-EC669EF5CE1B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4F98CCF5-F589-2547-2550-CFE8A7FE8811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508C8150-A497-ABE2-C5BD-1FB3008D97E4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508C8150-A497-ABE2-C5BD-1FB3008D9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36C922D3-6DA8-FD8C-C424-C1D1A18C353B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36C922D3-6DA8-FD8C-C424-C1D1A18C3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324705B9-207C-6D9D-0D42-3E4F0431F991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324705B9-207C-6D9D-0D42-3E4F0431F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AFD18D76-176B-4C08-42D7-6EA642C4B374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AFD18D76-176B-4C08-42D7-6EA642C4B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3EFEA1DC-E904-2B2F-E514-5B7C40364E9D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3EFEA1DC-E904-2B2F-E514-5B7C40364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39093151-B828-582B-C4B4-54498D7F424D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C139CCC-C92E-E78B-5F5C-86F7DD6A5531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46E78D9-2890-4CE6-6A5B-5886BC4A99CB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625A18-BBC8-6D0B-4C21-03B3CD63CCF9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B39C4785-4A27-A1B5-B319-CA37FF9C47D5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7E9E916-0439-0E32-22F1-AAA667CB8D2B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4CC24DF-36D9-B4B4-473D-ABA805DB664D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23A162B-EA74-27D0-F252-EF7116C255DE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68729D-01B9-D90F-5B81-ABB006AD6675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07E6523-83B9-A965-E4FE-4248D5B68EC9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B7F5678-AD2E-5D61-3D90-1A18930CDFEB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8186CAD-D8D0-1811-7A1F-E56B1C9214BC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DB076E7-E526-1BEE-08B9-7302A64E644E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B83A53D6-5777-1A74-E91B-8A7F21490E78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91C9C05-CA7C-FEB3-73BB-051C79773ADB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3B128FE8-40BC-1AC3-5238-EEBF8F1A5394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A70B099-1E90-D057-64FB-BCFE360ACC66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F1074A9-0A5E-6DE3-EEA4-5F8412D07E58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09F58A3-4665-162B-76A1-9A8BD6B57FDD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2E84DDD5-763F-EE6F-BDA2-96B4818F93F9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56F9DE8-B92D-AFC6-FDE8-899BECCEE634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2A2E80AD-6D94-14AC-7477-C2FC20F77B4B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D346653C-E794-E35A-15C2-0FE70FCD013E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44DA004-4A52-451C-F13C-C6BA51A3DBA4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4369AC69-CED0-CB8C-6126-1C7271B36B85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4190B35B-5017-0366-CDA8-050874CFD4D1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D5BEE1EF-F894-4E4E-7B29-B09F9D16685D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6959D839-BB7D-529D-C5D8-7137FF4BCB59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231D5DB1-2B07-F444-3716-5EFC2FF9E53D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0651234B-4128-CF36-4EE0-4D757F41441B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CBEC9E5A-2C81-1C4A-CAFF-4B70038623DD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7F693D49-7543-3384-5C39-0D2F1DE894B2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7C0DC4F1-11E4-ACF5-0599-78FD51BC71EF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469D69E9-2FA4-B242-A82A-C1E74BE9898E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177B0053-024E-8C25-7E14-DDF296ED95E2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1F118A0D-6656-3FB6-F02D-295A58074318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BCE5C524-D588-0CF3-FD4D-B7F4C6939C2F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F2068E88-BEBF-4F7E-378C-6B92CDDB2BF2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145A86D3-0AED-EFB2-A0F8-962BB4C2E3BE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505B4963-D214-7D1A-DA0D-AD02D4B00746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098A857C-B3EC-23BF-F3E8-86BDF466196A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C0837C08-E7A1-FBD5-EDA6-5BEEB9232A01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6B06259B-821F-BBDF-FDD3-01F72E0C9C77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79FA9BD9-CEC5-0ED9-FACD-A973FEE8C5CF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C6E53405-C584-73B3-F337-018D0FC2DB9C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AB99B2B9-8EAE-0C67-78B7-A1102D46BE16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8B058D55-7B73-15C5-4343-C1BD1B7A4EEC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F7F857AC-8294-3C4F-4969-CC5E702BA747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5A2C858E-21C8-AE1B-72EB-3102B72E2A3A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6B270D6F-EED3-A276-9C91-C0B725BFE34A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B717F675-64EB-59CC-6AAB-DFDC42548316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6071D318-6375-B838-55E0-0707E9CA5B1A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67675C1-02A2-B252-88F6-2F3096BF326F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FC75298E-192F-89C3-5B77-074FD2A8DF34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369E5CA-6E38-662F-5B35-D6AF9AACC9E3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90E2B373-A463-1FF6-125F-60A2585BF198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E3851AB9-2881-13E0-49B7-BAACE390F468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6CA1C952-327F-B583-1547-DC5D26C38BCD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8EC20BDC-7EA0-FF35-D318-DF22DC08BBB6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C158E11A-159F-9497-8F88-F6B840CFA1D0}"/>
              </a:ext>
            </a:extLst>
          </p:cNvPr>
          <p:cNvSpPr/>
          <p:nvPr/>
        </p:nvSpPr>
        <p:spPr>
          <a:xfrm rot="18900000">
            <a:off x="3468430" y="21456906"/>
            <a:ext cx="10387090" cy="2455719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49862-74AD-4678-2F6C-69F75D1B9223}"/>
              </a:ext>
            </a:extLst>
          </p:cNvPr>
          <p:cNvSpPr txBox="1"/>
          <p:nvPr/>
        </p:nvSpPr>
        <p:spPr>
          <a:xfrm>
            <a:off x="2159801" y="10880261"/>
            <a:ext cx="298992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x30</a:t>
            </a:r>
            <a:r>
              <a:rPr lang="en-US" sz="8800" dirty="0">
                <a:solidFill>
                  <a:schemeClr val="accent4"/>
                </a:solidFill>
              </a:rPr>
              <a:t>x4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BB007C-70AB-F160-BEBF-DBFEAEB75B1B}"/>
              </a:ext>
            </a:extLst>
          </p:cNvPr>
          <p:cNvSpPr/>
          <p:nvPr/>
        </p:nvSpPr>
        <p:spPr>
          <a:xfrm rot="18900000">
            <a:off x="11705693" y="12407970"/>
            <a:ext cx="5132565" cy="2455719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31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73E45-64E1-210E-B9C6-91EDA1FC2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72C7806-1D1B-F5DD-4339-8E1B11AD85C7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4EBF6DA-CD36-7EBF-ED3E-7224BBCE2AE3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7B53815A-3F65-89A0-775C-7C16DE170C83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7EAAF430-CA6E-F62B-CBE3-6C611B337F46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4C94C465-E40B-2633-C7E8-6F1A78D02CEC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FF085359-1DF4-9765-E534-6DE66F2A91F7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9311CE-72A6-874F-7921-BC796A3D77C1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24BD99E-5516-9CDE-98D3-5335991B3E34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CE8A6131-CBEE-C773-0D5A-336D8A2FABD1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CE8A6131-CBEE-C773-0D5A-336D8A2FA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FC93694B-2A7A-EA66-6499-14545F69192E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99C347DB-BA08-E9A0-5EF7-8E9013F28B89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73CA45D3-C313-364C-F9A1-F58813A09CBC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73CA45D3-C313-364C-F9A1-F58813A09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F38BE733-F9A8-ED81-0330-6AD6BFFC79E0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F38BE733-F9A8-ED81-0330-6AD6BFFC7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1EB69E8E-FEF2-F35C-86CD-39612569C1A6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1EB69E8E-FEF2-F35C-86CD-39612569C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F0763FB5-27B6-167F-D50C-13154668B931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F0763FB5-27B6-167F-D50C-13154668B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7234168F-832E-16EC-8C83-FC4558BC5721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7234168F-832E-16EC-8C83-FC4558BC5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B078D2D7-0DB4-E625-2393-76B32FF414A0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B078D2D7-0DB4-E625-2393-76B32FF41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5A6E2C3C-720B-D198-699B-C7EBE3993E3B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7E175B97-94F9-CB72-7EE0-D31DB431B24F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874818DE-F215-5A31-B89B-CB325B0B1BA6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5A556245-D3B2-C24C-2774-C8203B15E70A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8BB970AB-11F2-3A79-EB13-41721ABA9EDD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8BB970AB-11F2-3A79-EB13-41721ABA9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D4B1722E-F5E5-E8FC-4C66-3F79D684153F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D4B1722E-F5E5-E8FC-4C66-3F79D6841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DD89651C-F2F7-E95A-0981-5BAF9343CF07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DD89651C-F2F7-E95A-0981-5BAF9343C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5A963D94-A64C-7F40-0942-1A3CD433A5FD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5A963D94-A64C-7F40-0942-1A3CD433A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32859D84-83DE-E143-CF31-64B662436573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32859D84-83DE-E143-CF31-64B662436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AC725BFD-CDEC-1685-14AE-AC6DD677C980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A3576E1D-5606-4E65-4250-002056E0862F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FD51196-E762-CE56-9172-BDE40EEF93D5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2A8B419-D9DE-BD09-D4C3-FE535CEB1095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407F4106-5354-CB32-88DE-5E2F43D9B45A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1603E2E-8412-A6C2-B69E-E3443B116552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5D78D6E-184C-1FDA-B77B-3828A9160C1F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F392793-1AB9-71C3-C506-20278348FA98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1CB2F39-93A2-7151-D6AD-D34514B8125B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098E2E9-0D91-F2A0-FF8E-83E3427E2D71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67406F3-46A5-0CB3-D110-EA10629754FC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E76C34D-0D2C-E236-ACC8-ED0981E9B7D7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AA42987-A96A-EFE4-E558-59A40879CABE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AD3CCE6-136A-9FDE-1613-766D4690258F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E589ED51-EA4A-C973-F4D3-EBE82393B0B6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A266CFE6-7CFB-FB21-C79C-B19067319F8D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DB11ACF-3955-9E5D-E6A1-687BE6D6133E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56D116E7-25FD-4B4A-5909-318F7FE5ADE8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C4F25D58-74CE-95D8-5FE6-0F87977F614B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E28D6C3D-80A0-84A1-1DC7-059E2A0368CB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B5A4F35-7171-A49B-C4AB-3549724AFDD8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7EC0D147-845B-4E21-CE4D-A15616C45252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CC661B6C-6397-B79F-05D0-9616CFB27A8C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9A509491-3485-1B49-F12D-5B6F144885B5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A5CE4F82-9971-1764-60A5-130D665D93A2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817C2779-9C40-5FA9-8E42-0677D92AC041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30BDCE0E-D891-5B33-6179-B558BD92AC64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57EB823C-A722-82A4-3396-0EB5FA39091F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F3B65379-0CDD-51BE-8AFA-3566FBFD96BE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D7B655C7-97BD-52A2-5410-B7AD6EE06554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F168B553-1352-CF5C-8E0B-8AD7C6E6FF7A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D855C6F8-7734-107C-7421-7E1209B33E96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BF4BA6BB-921F-D2EC-00C9-F1FC3B8DB618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CA1594A3-E5CC-B5D3-0E5B-8640503E9624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5AFEDCE4-5AAD-AD9B-B3DB-329EFBEE99E9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9BB0C856-B70A-AE60-42A6-009430CDE7F7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4A46E837-BCB0-F31B-0877-4D60EDF31C13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35AA8134-4D19-F88A-D74E-12B136BF5CF8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F4D02D1D-B1CA-8B0C-8BE6-E484DB4FB6F4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272B0944-6B1F-8B11-68A1-702CF8650857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CF2BA586-CE64-1E1F-DA99-F3A9007E8270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3E2B21A6-9485-5DBC-12E2-8526C0827022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5F01CA5F-4E10-7123-0F19-AE3CFFFB35F6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FB676164-D05E-0CAB-EDF9-4861CDD4C17F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513B1124-1688-3545-25B3-EF17A8118981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9BDFC0DC-C8DD-9D0E-F4F0-9FBBCD8982D5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F2E610D-96EE-22B1-254E-8FA7B69EF01D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02F9EE8E-4EDB-1433-207E-933780BFA6ED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065B3604-8E70-986C-0549-1DA2D3B3613B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C0B61615-EE1F-D3AE-8A23-3247A7E57E14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8ECDD01-EBD4-7FD2-B785-0CF431197D6A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F3E98B80-29F0-9CA4-7854-9C81B188AFBF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B44756CC-8C0F-C8BE-789D-A4827E0591E1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C4FA0B04-EFE2-5E53-3568-8E8E4FAC16D3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2F1AEEDF-89DF-044D-E94D-709E423155BA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711D8B60-59FD-7804-EB5F-8FBC65955BA5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14BD9E9B-A3F0-F03E-6019-DA37031F4DE2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27F4FDFD-F5AA-4D70-8339-9B41BED6B771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C62DBB9E-7048-89D1-D6D0-054E119F2B86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B249827-C0BB-D164-53B9-9EF02B2F2EA2}"/>
              </a:ext>
            </a:extLst>
          </p:cNvPr>
          <p:cNvSpPr/>
          <p:nvPr/>
        </p:nvSpPr>
        <p:spPr>
          <a:xfrm rot="18900000">
            <a:off x="3468430" y="21456906"/>
            <a:ext cx="10387090" cy="2455719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A18CD0-FD00-B126-157A-6330EABA286C}"/>
              </a:ext>
            </a:extLst>
          </p:cNvPr>
          <p:cNvSpPr txBox="1"/>
          <p:nvPr/>
        </p:nvSpPr>
        <p:spPr>
          <a:xfrm>
            <a:off x="2159801" y="10880261"/>
            <a:ext cx="443102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X30</a:t>
            </a:r>
            <a:r>
              <a:rPr lang="en-US" sz="8800" dirty="0">
                <a:solidFill>
                  <a:schemeClr val="accent4"/>
                </a:solidFill>
              </a:rPr>
              <a:t>x5</a:t>
            </a:r>
            <a:r>
              <a:rPr lang="en-US" sz="8800" dirty="0"/>
              <a:t>/2!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55EF67-5595-C15D-93C1-D490DE892BAF}"/>
              </a:ext>
            </a:extLst>
          </p:cNvPr>
          <p:cNvSpPr/>
          <p:nvPr/>
        </p:nvSpPr>
        <p:spPr>
          <a:xfrm rot="18900000">
            <a:off x="10937151" y="10552544"/>
            <a:ext cx="10380502" cy="2455719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877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5C0C4-6350-63BC-DDB0-4E3BF7BCA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D5ACE3-7F3B-5A70-3372-411E1FC82EC9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D192FAB-E5B2-AA4F-F5FA-2A1FE431864C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13673724-B85F-56F9-06A2-084F365367C0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1A8BC8AD-17AF-1B7A-7D3B-0BCA130E31E8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FEE0017B-EED7-B2C3-3A69-FE66D02C282A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CC6767EA-CCF2-4A8E-82BF-D7EE367BE6C1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39B6A0-FE78-ED61-5B01-B43491F95D0E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61E93E7-7CED-339F-514B-55951200AC4E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6BC03867-3766-B315-6696-D8D56EB52830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6BC03867-3766-B315-6696-D8D56EB52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5189F38C-4153-144E-6D77-76CB7E5BDC6A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B241CCB5-5F93-FB0C-58C4-6BC366DEA94C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74FE207C-DD8D-8371-0874-C52EEF6E8214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74FE207C-DD8D-8371-0874-C52EEF6E8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29B88429-D9E0-679B-FBDD-DA3886618A48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29B88429-D9E0-679B-FBDD-DA3886618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86B9BB86-5166-484B-7909-9536FF9208FE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86B9BB86-5166-484B-7909-9536FF920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B4109E6E-E717-6958-958E-BBC912C38DBD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B4109E6E-E717-6958-958E-BBC912C38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46DBE218-B21E-FA00-ACC1-4B7C00101C1B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46DBE218-B21E-FA00-ACC1-4B7C00101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2DE68681-B9FA-3619-734F-328338B38DF2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2DE68681-B9FA-3619-734F-328338B38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AA12B21C-6F36-D686-A229-2464D38FCC68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CF59AF0B-5DF1-3F3B-F76B-1F5793220A3A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17CD3C54-5C4C-0A70-C5A0-F16E3BC3B5A8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DCD8F249-E79F-D85E-8244-0E17F99D32AA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E1852F25-E7C4-EB54-46C3-9E6F93896CEB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E1852F25-E7C4-EB54-46C3-9E6F93896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92BC39AC-3B84-66EC-DD08-3B34C64314B9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92BC39AC-3B84-66EC-DD08-3B34C6431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2AC56393-CD41-360B-3824-0C5044FE8EAD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2AC56393-CD41-360B-3824-0C5044FE8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C0A6B4DD-9748-368D-896C-DE11806DCBAA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C0A6B4DD-9748-368D-896C-DE11806DC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651439CD-3C8A-6D38-FF88-52A1DD61B773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651439CD-3C8A-6D38-FF88-52A1DD61B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EE17A37A-4077-FFCA-16D2-1BEE898FF395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51B626C3-8008-4BCC-3619-39E38CBB23BE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0880627-E5A6-2C5E-D55F-A29549F76BE7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4DE5662-7A42-40F8-FADD-EABDDC5F423E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F6105B34-B749-77DA-0583-C46570396FA6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345CAE1-6D06-B286-D2E0-BECC90674A70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558631F-26DF-FFD9-4A31-A74B99C28870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B80AB9-7A1E-2B8F-C55B-3EC91ADE58BD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285A861-FAA4-C9A4-7546-DB0EE35AA3DA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F628A9D-5B2E-86A8-2111-B5EB497ED8F8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31B55A5-B57C-C95D-15BC-AB623F5C1DD3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88E9932-C1D4-3369-2253-6734768C247E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CF34CA5-9A28-64BE-CD06-215AB1DC1FE1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0E6E527-6F68-7D82-BAA9-C092B97E770C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DE0168F-002A-A023-847E-AD07C316255C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A483A094-47F2-599D-2100-7FA711B051AE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A4543FF6-AFB6-375D-C27F-A96E29ECE53C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13998AAE-CCFA-5C4E-2C2E-8FCA274C004C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77A3D116-76F9-D086-5909-CF4A9B6BF8AB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18B80145-0A2F-EEA0-F0BB-6C94EDA2C12D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1E66E9B1-BFCF-8A67-29D6-039BD395069C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62D12B03-8400-AE0D-783D-D9E053D00BEF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90267EC3-BA5E-21A1-5E6A-19C06C315DA2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C2E069D8-2EE2-4DB7-550C-817F2C3D1F34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1BD5C844-248D-745E-5983-A23E3B5B24EA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12F1DDC0-286E-5C8E-8958-0161AE1ED1DD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A259F2F7-6C37-528D-34B2-9F750C272C2B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5A84D2EE-1743-30E2-CE38-780023EDF396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D6FA8C00-3E46-7CA1-CA70-6AA776D57C3A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A77CE726-0A17-0E82-ABF7-54A4B3217A62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33EDBB02-678B-C191-B622-B7292259C84C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97172CA8-1987-0178-C848-BBE1B074EC08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C1604937-C491-3F85-7EC8-0B41ADEB1152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916AD977-AED7-E73D-AA8F-9DE341BDE1FB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73F7D9E9-46C5-BC9E-2A28-CBEFA39145CA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50BE8FA6-AA10-A695-A806-B79A88B91E8A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C5AE7B01-20AE-9AB5-702C-DA83C4E6B531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A66964BA-2FA4-5B95-65B8-6F49782328E0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B5871A26-EE5F-F001-9314-0C75D1D86F9E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B34AC353-61AE-5149-8A0F-9CECA33D2F82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05C6115B-0284-1E60-4E92-5E12402E8FB3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D190F659-A834-C0FE-1B8A-F9D05919C234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FE161293-6622-2A91-C69C-35597EC6B57B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9A3AC59D-EA89-C19B-E903-C4E7B5713DED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9D326BF6-B7CB-1295-BFBF-6FE23C421446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1D67E662-47BE-9E9D-C6AF-2333B48BC3F9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03A5AB48-533F-2B57-44F6-EDE714ACC5D9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9EC4DB8-FE50-41DD-C097-D5EF41ADF95B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CC9652EA-CA45-CAC2-F89E-3FAD1750EDC8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 w="76200">
            <a:solidFill>
              <a:schemeClr val="accent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4317BE5F-F788-1285-01F8-AE202D76A1C7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51BF7025-BB7A-A156-7E4D-7139A6A9D2D4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6F38E3E9-F438-AE98-901C-5E7B06AE9388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BEDD8073-17F2-9096-26CD-4DA154D9A34E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C259B060-A28C-CF53-9A24-D682BF0B45D7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1444F9A0-EFEE-F475-8E60-50F0BEAC7045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9692B22D-8977-A971-2F9F-783EC6B1719B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A512882D-6A0F-38D9-4174-1C1632DF2FC4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3A79304D-663F-0A04-82E0-6A03F5DD9479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E5D831B4-0B46-0189-B3EA-73DF74F2CAE0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45B1BE8-855E-6A2D-C092-643CB580FE50}"/>
              </a:ext>
            </a:extLst>
          </p:cNvPr>
          <p:cNvSpPr/>
          <p:nvPr/>
        </p:nvSpPr>
        <p:spPr>
          <a:xfrm rot="18900000">
            <a:off x="3468430" y="21456906"/>
            <a:ext cx="10387090" cy="2455719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61F961-631F-4B99-863B-5A09A7DC62F0}"/>
              </a:ext>
            </a:extLst>
          </p:cNvPr>
          <p:cNvSpPr txBox="1"/>
          <p:nvPr/>
        </p:nvSpPr>
        <p:spPr>
          <a:xfrm>
            <a:off x="2159801" y="10880261"/>
            <a:ext cx="188865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x30</a:t>
            </a:r>
            <a:endParaRPr lang="en-US" sz="8800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9DEDA8-D9F1-EEB0-4995-D00FDF817828}"/>
              </a:ext>
            </a:extLst>
          </p:cNvPr>
          <p:cNvSpPr/>
          <p:nvPr/>
        </p:nvSpPr>
        <p:spPr>
          <a:xfrm rot="18900000">
            <a:off x="15278685" y="12282579"/>
            <a:ext cx="5132565" cy="2455719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545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F4C73-9D18-545C-CBDB-F3B6D2A3D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9AD259-3323-E0B6-E5F4-79DD50C3A6C8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C1BDAD8-4BC9-429A-68F5-3D1930D80AF0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375ACE80-53A0-0443-1C8D-506EFCF6A4AD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31701F54-F244-6C4E-870F-2B2ED7303288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A9AA3869-8FC7-E178-EA51-1460F9034B86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C9D67D7C-F7B1-B26A-2466-30AAC029EEA5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2A9C41-0B3B-B041-3C1B-F9782F04B4A5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55C3772-7B86-BF82-CC9F-0A9E13CA1624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2B058DE9-425D-680A-55BE-67FC83482399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2B058DE9-425D-680A-55BE-67FC83482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08C06E81-5A9E-5BD1-FCF9-B9D713CD3D06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7E13EEEE-3B27-6F2C-A8C1-173FF6119C08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DF66851D-C11E-6247-F623-4ED0107EA365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DF66851D-C11E-6247-F623-4ED0107EA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7A56E03E-4B99-412D-0D14-CDDBA31BD7FF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7A56E03E-4B99-412D-0D14-CDDBA31BD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DAAD9130-FCCA-E1C0-B875-C5EBAC890C33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DAAD9130-FCCA-E1C0-B875-C5EBAC890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601B9E7A-D529-4EC5-012F-BDC0EA0EF984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601B9E7A-D529-4EC5-012F-BDC0EA0EF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FDBD394E-4F47-300F-2F77-6524428581DA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FDBD394E-4F47-300F-2F77-652442858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EF9758F5-E395-5523-EF2C-965514DD6F6E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EF9758F5-E395-5523-EF2C-965514DD6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680FFB4C-D2C4-62C4-4F32-A3BA10E0FE68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2A70A509-A8F0-F9D8-341C-8FCC853EF96B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9A920C8F-25F8-32FC-8155-2032EAA2A65E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1205073A-FDB2-8ACA-1863-F08B2D4B4765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10F36BE6-BFC4-9CDA-CF73-1E8F46AF695C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10F36BE6-BFC4-9CDA-CF73-1E8F46AF6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327DD0D1-CD1C-7403-0CDE-10EE712CC6A8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327DD0D1-CD1C-7403-0CDE-10EE712CC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DF1800A1-F0F7-05D3-4A92-8E97CC706225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DF1800A1-F0F7-05D3-4A92-8E97CC706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A3912624-A092-547F-084F-68A3EB970943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A3912624-A092-547F-084F-68A3EB970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FECC9F5D-75E1-9E03-5FF3-C903EFBDC8AF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FECC9F5D-75E1-9E03-5FF3-C903EFBDC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A35C4C72-BD5F-9655-8812-9FDD5649C997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2381866D-DAFF-82D8-80D7-F5503653F2F5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977B51-06D8-E305-DCB1-16AC265F99C4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102B99-5190-F97B-E711-0368CF74A2BC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F97477E1-62DD-4C2E-9F33-D188C5065ECD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6A88ED6-86E1-72D5-C1E3-A0C16A72331B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DCC5066-CF8E-3D0D-5FC6-F6A5E9F4AD85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5605735-CA50-60E9-0B36-829F1A35FF1F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7245121-144E-4E87-7CAE-D2CC3DA57E14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5EFF147-7F44-3815-FC50-1EF0371174E5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2AD45C8-CA59-130F-BC96-A2B99CE951E1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5AF6696-E849-8EDC-C424-60D1E8BE715A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B7FFA3A-0B3F-F506-F269-E2CCB89C343F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DEAA3A4-2C51-9AD3-556C-DC8458F600A3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E296461F-1C7D-4F7C-55C4-4E326876E0FB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EF89D51-F6FF-DB2F-2B1A-2E7524CB9C9B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BB56B35-32EA-6CF8-C6B6-B4D829D5CBDD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0F814813-BC64-1094-253C-E642A61A883C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AF303E77-308E-6DD5-53B9-9E7527BEA7B7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69C4B280-B776-41EB-A4CE-E03AD142316A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AA46795E-7D43-CB5C-5742-E0944F40834A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C3C7EB20-A518-51ED-A808-14CE11C87E69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814959BA-8178-9729-DB2C-448FFAA089D8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7F4C338E-BD7B-709D-DF7A-680A8A8F73E8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7C5F5566-9D2C-610A-C6FF-8C9C6BAF363C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BDC49AAD-BD56-F53A-283E-778D177F7FD7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C70E440E-C32A-FDCA-7837-4B12AD87E056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1C6C2767-AA51-8D49-1929-9136FE54E88B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6A79E246-DB20-D8F2-E073-BCD223648EEA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6C1EE6E1-BA22-F671-6335-A6E5ADF3F360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A88D9CAE-EA94-5510-6AB5-2F50CF0A8C32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A0EF001F-9FC9-66A7-51E5-CDD101CCABCE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4DDFA815-0B74-8E0A-367F-F10D08FE96F7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CED05F1C-233A-DC0D-840A-218D6A47527B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D0050A3E-E131-9E1F-2B73-D9DCEBD219D1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BE10CBB0-B198-2345-57E8-5CD91DF91D06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9B1EEFF2-E99A-4D86-0634-C7FE4E87A7FB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052957CD-8596-C2A9-809B-4CD3196EE3F9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03626B45-C3A1-9441-0477-6B41B24ED16A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E318FFD2-DC74-0B5C-64E8-37DFD8639566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2C5C1223-A728-1AA8-CAED-A437C4D807BC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F5F733F2-C592-D8A5-3F72-AAE5B41C4B1C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83D85FF9-7213-9300-8467-337D8F74D475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E7E37E4E-184F-1E85-410F-98F531FF583E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533024B9-DC81-F947-7BED-E6EF3E5E5CDB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90E4429B-A668-1BC3-3314-EE69F4A81C33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32BEAEEB-DF60-6E12-D684-0F0ED0E2324E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C792E4F5-5E43-CA79-F9AF-B3B12BC4DAFE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54CF7068-2941-95D1-8A02-088C6E8FDEAD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BC9F7AA5-40BC-AED9-75CD-95AAE1B1DEBA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691829EA-B427-18E0-FE6E-DEBAA6F50D4F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F25F4A79-54BE-DA47-16BB-13442D734955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3C40AF8-4E38-1FEB-4989-18009CF237FE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FD0A9B4-AF8A-EF19-2AEC-41C0F1DC55FB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AE951550-52DA-1C84-F031-E8911ACB3A12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F70AD34B-1246-E61F-47BD-50DE1DF6E5B0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1EBD7757-A69D-E458-59D8-F52FCB353E91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78663904-D42D-9327-B713-A3B89E8C3DD7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7866C076-93D7-4214-83B6-4A0A17A6B365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48D8569-EEA7-13DC-035F-B586492E5647}"/>
              </a:ext>
            </a:extLst>
          </p:cNvPr>
          <p:cNvSpPr/>
          <p:nvPr/>
        </p:nvSpPr>
        <p:spPr>
          <a:xfrm rot="18900000">
            <a:off x="2713410" y="19634129"/>
            <a:ext cx="15542683" cy="2455719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E6ED2-9F5B-7843-13DA-8265184A440D}"/>
              </a:ext>
            </a:extLst>
          </p:cNvPr>
          <p:cNvSpPr txBox="1"/>
          <p:nvPr/>
        </p:nvSpPr>
        <p:spPr>
          <a:xfrm>
            <a:off x="2159801" y="10880261"/>
            <a:ext cx="365035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x(12x4)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5852FB-246F-ED07-780D-47097A0E2732}"/>
              </a:ext>
            </a:extLst>
          </p:cNvPr>
          <p:cNvSpPr txBox="1"/>
          <p:nvPr/>
        </p:nvSpPr>
        <p:spPr>
          <a:xfrm>
            <a:off x="1850652" y="9471349"/>
            <a:ext cx="66270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#two connected links, not a loop</a:t>
            </a:r>
          </a:p>
          <a:p>
            <a:r>
              <a:rPr lang="en-US" sz="3600" dirty="0"/>
              <a:t>=#center site x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EA45A-D19F-4AD6-AA6B-C657D4CC044D}"/>
              </a:ext>
            </a:extLst>
          </p:cNvPr>
          <p:cNvSpPr txBox="1"/>
          <p:nvPr/>
        </p:nvSpPr>
        <p:spPr>
          <a:xfrm>
            <a:off x="3622162" y="12885693"/>
            <a:ext cx="74090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1,3</a:t>
            </a:r>
          </a:p>
          <a:p>
            <a:r>
              <a:rPr lang="en-US" sz="3200" dirty="0"/>
              <a:t>1,4</a:t>
            </a:r>
          </a:p>
          <a:p>
            <a:r>
              <a:rPr lang="en-US" sz="3200" dirty="0"/>
              <a:t>2,4</a:t>
            </a:r>
          </a:p>
          <a:p>
            <a:r>
              <a:rPr lang="en-US" sz="3200" dirty="0"/>
              <a:t>3,5</a:t>
            </a:r>
          </a:p>
        </p:txBody>
      </p:sp>
    </p:spTree>
    <p:extLst>
      <p:ext uri="{BB962C8B-B14F-4D97-AF65-F5344CB8AC3E}">
        <p14:creationId xmlns:p14="http://schemas.microsoft.com/office/powerpoint/2010/main" val="2967081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CBCBE-CC5A-2067-79DE-DE2529ACB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725B99-8400-57C4-D1B9-7712E8539089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CE125EB-1339-4485-3428-2ABD1AC573D7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A222A04A-3E5D-6DA1-39AE-69FC34E3F82A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FC07ED96-F4C9-52D9-137F-4461390E6224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429DE101-8378-9652-E776-16902F4D0E1C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DECC0D38-0BFD-8D2C-1C74-E8DBC5D933E0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172A85-4865-0CD5-D22A-A497662E21DC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863D9BB-7E7B-C695-ECC7-A64F91395919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B1BA7B93-039C-D0C2-9F3A-EE71DD51816A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B1BA7B93-039C-D0C2-9F3A-EE71DD518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7416E918-4EED-0964-7FB0-88A420227F6A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A653D5D8-2A9E-5673-78CC-94C45B16D030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8321A7B0-38E1-6061-47C9-59C8963C9AFB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8321A7B0-38E1-6061-47C9-59C8963C9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1FEAA882-03A4-6775-B9EA-28A964461942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1FEAA882-03A4-6775-B9EA-28A964461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FCE8ECA3-A9B1-6741-B9B0-83D585B2D2B8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FCE8ECA3-A9B1-6741-B9B0-83D585B2D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C7B30007-9DA5-6266-71FA-00D4E4A223C9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C7B30007-9DA5-6266-71FA-00D4E4A22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441CD15B-2459-C401-646C-906BBB3D0A40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441CD15B-2459-C401-646C-906BBB3D0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3F05FCB5-200E-71F2-3F22-6DDA992117E3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3F05FCB5-200E-71F2-3F22-6DDA99211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F949BAFD-69AC-6617-FAAE-CAAACF3D8EB4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9E110716-6703-C8DE-F683-CFA13AF542E3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7F34B189-C7F5-0C68-D94E-8A990BDCE668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69AD423-0E59-33DD-ADC2-CDD658F7A762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63BE27F5-6561-1545-2158-A6E57A1A69F3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63BE27F5-6561-1545-2158-A6E57A1A6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F8BF16B1-C2BB-FCAD-3054-925E49D0B8AA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F8BF16B1-C2BB-FCAD-3054-925E49D0B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5DF973B3-EC67-627B-D1ED-70AE686E6D00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5DF973B3-EC67-627B-D1ED-70AE686E6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35230171-609A-AB23-FA7D-CC70B3742E61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35230171-609A-AB23-FA7D-CC70B3742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FD26A9D1-E654-BE46-BB26-92B1A2BFB6D0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FD26A9D1-E654-BE46-BB26-92B1A2BFB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D5A49B00-8614-C7F1-BA64-1300B9CC694D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DF641867-2C3A-1570-A087-E70E38D9FA26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BB3EE87-899B-1E42-D9DF-9665122DC970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8DB37E6-3179-B3FF-FFDD-043A70042B4B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6C573C5B-6D63-A4B2-BA48-B5EAFBAA02F6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2EA6523-C454-5753-5ABF-9FC79B87C33D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6B3C4A3-85C4-453B-16DE-D3BFE60190DB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A4CED43-4DEF-F3DF-210B-A127489ABC88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6EE81E7-7495-B443-438C-2C202E41A0E4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5E2A0CC-84F2-1810-4DF6-CD141FF5E464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EA74F8C-BE1E-F1F8-D5D2-B34A9FA16621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C4C3D54-87A0-A45D-8FC8-D2387F95CE0E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4E1B286-5F7A-A413-213C-1AD8C9150DB1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2B06C21-581F-CC4D-D794-B28ECA8398D9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E6855527-5A01-7CBB-7049-FDEB67A5E6EB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DA183F5F-6208-E614-0B20-7309B2103E06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193DA3BC-0BBE-392B-CF62-5F89C3E95D9B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1173C5CF-169D-BDD2-C10C-D6C0C6CFCEC8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D9697C21-3CC6-A7D7-2D50-AC84778905F8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FA09258-1D16-EA43-67DF-7FA2B67731E7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039BB2C-233A-385E-FB7A-E35AE0945352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48CD979D-665F-9F6B-F5F4-6AB988998466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5B3C95D2-096B-BFEA-DE25-709D66E8E564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F6195004-F857-AD9A-38E2-3B6B7D4A00A5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58E4216B-1C29-29FF-BB57-E36F13C3B537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87A61AFD-26C1-86C7-C3ED-28E502DEE94D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9675BF84-6CC8-C12D-C661-99129E97E1B5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CD82ABAC-AD4D-F416-13C9-5CA49228A6A2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BC0F160E-5523-B777-456E-B80B32B6862B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685F584D-C6AD-89D6-BF9B-839F9EF06710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D035017F-FA52-C38C-A552-38F9F1296B44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8457741C-1286-3101-BCD8-618179344DCB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46B1D7C3-8102-7E26-1D1B-072A938263F3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EDB8219E-CCEF-2B35-805D-015D4CB85079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E732460C-DB1C-0148-3896-A76522249E6A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F4ACB2ED-B5FB-2500-A135-8E5A1FBEF18B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B87D9B4D-F35F-9CFE-02BE-41A509F8E8FD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4F223F2F-8801-C702-6008-75EDC5758634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C99D749C-805A-29E6-BC1B-4C479066A768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ECB018ED-37C1-D619-C443-3199214C9815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4C9922AB-476B-27A8-AF29-A19BC44C9F52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0F59FFE1-F8DF-EC1B-EA80-41972C7A4E56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91E69ED8-B448-6E33-E381-1BA525DFD550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A41E405C-80D1-0A3F-C8E6-D86A52550CE0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76ADB647-27A4-2079-A9AD-97B164D7EE34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941434F8-7655-A696-BDE8-8B3FA7007243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0D037A4-52F0-AE51-CA7E-3A8B5386624F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62175CD9-7821-DFEE-9089-C54E7F9BA135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F0974295-6E3D-6670-86E7-EFD93D5BE273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328EF1AE-8A2A-9434-24ED-68DE5611DE06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D1826DA-BD98-759C-57C2-6FB4F492A69A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07FA68C-A0FF-B8A5-F19B-FE9DB0648CD7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AF6EB98-BB0B-2C94-67BE-300973FEF230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495E7B0C-02E1-423E-2BE2-E9E9192478F4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E90C206E-3D96-84CA-091D-CE3E301EA7E3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608EB7B9-D1AA-7E28-1061-ADF9C807D1A8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7F0B17AE-F0EA-5C28-EF1D-2D58158C9165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3B32BBB-2EE4-6034-B1C1-7C0E8D9EC954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01493E16-838D-7D65-280A-E228BBDCC829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61DB7AB-8555-C90D-343F-7DBC2AFCF64D}"/>
              </a:ext>
            </a:extLst>
          </p:cNvPr>
          <p:cNvSpPr/>
          <p:nvPr/>
        </p:nvSpPr>
        <p:spPr>
          <a:xfrm rot="18900000">
            <a:off x="2713410" y="19634129"/>
            <a:ext cx="15542683" cy="2455719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A3AA50-A163-321D-7602-227223971B08}"/>
              </a:ext>
            </a:extLst>
          </p:cNvPr>
          <p:cNvSpPr txBox="1"/>
          <p:nvPr/>
        </p:nvSpPr>
        <p:spPr>
          <a:xfrm>
            <a:off x="2159801" y="10880261"/>
            <a:ext cx="47516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x(12x4)</a:t>
            </a:r>
            <a:r>
              <a:rPr lang="en-US" sz="8800" dirty="0">
                <a:solidFill>
                  <a:schemeClr val="accent4"/>
                </a:solidFill>
              </a:rPr>
              <a:t>x2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EFE708-3147-26EA-D4B2-0CA7AA47353A}"/>
              </a:ext>
            </a:extLst>
          </p:cNvPr>
          <p:cNvSpPr/>
          <p:nvPr/>
        </p:nvSpPr>
        <p:spPr>
          <a:xfrm rot="18900000">
            <a:off x="15410766" y="8703574"/>
            <a:ext cx="5132565" cy="2455719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6AB2ED-528D-AEB7-F577-1B2D2CDC12D8}"/>
              </a:ext>
            </a:extLst>
          </p:cNvPr>
          <p:cNvSpPr txBox="1"/>
          <p:nvPr/>
        </p:nvSpPr>
        <p:spPr>
          <a:xfrm>
            <a:off x="1850652" y="9471349"/>
            <a:ext cx="66270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#two connected links, not a loop</a:t>
            </a:r>
          </a:p>
          <a:p>
            <a:r>
              <a:rPr lang="en-US" sz="3600" dirty="0"/>
              <a:t>=#center site x 4</a:t>
            </a:r>
          </a:p>
        </p:txBody>
      </p:sp>
    </p:spTree>
    <p:extLst>
      <p:ext uri="{BB962C8B-B14F-4D97-AF65-F5344CB8AC3E}">
        <p14:creationId xmlns:p14="http://schemas.microsoft.com/office/powerpoint/2010/main" val="3075207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89014-B614-A753-03F5-64543FF28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E0CC8F-3A4F-7762-96EB-6C1A2E1A70FF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42974CB-5E6E-250B-A69E-74EAE5638CD2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B0A722F1-B217-4C88-EFAA-03B9A497ECE3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E5DFBE07-1572-BBA9-C57D-8E9BFA5C6FA9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E8494C77-1FA9-DFD1-AA7D-3176C7F25C58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4A1D166B-F1F5-3405-1B1C-5FDFF2235BAB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BD78E8-2462-7DA1-2529-22180E60A5C9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1AF9641-AA8F-DDEE-8795-169FE4F65763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D8809C1D-5B84-D735-7254-54B9A277506F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D8809C1D-5B84-D735-7254-54B9A2775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2FD9D56A-D0E2-1E48-67A4-CE13B66C81D5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ACCFE90A-78F0-E7BB-BEC1-560C953DAA68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AA80B982-1F11-9CF1-2C43-5E459851E196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AA80B982-1F11-9CF1-2C43-5E459851E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8DE74280-B518-AA11-2CBC-BF8119557EA2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8DE74280-B518-AA11-2CBC-BF8119557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E7E9F5DD-6B12-4420-244C-7B29A5FA5C0D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E7E9F5DD-6B12-4420-244C-7B29A5FA5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1CD673BE-0842-8D02-9EB6-A12B594AF6FB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1CD673BE-0842-8D02-9EB6-A12B594AF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E163B5D4-0630-D6A4-0389-5F50CCB4316C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E163B5D4-0630-D6A4-0389-5F50CCB43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9B059463-2D18-DB00-0A4F-CA063A14BEFE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9B059463-2D18-DB00-0A4F-CA063A14B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1F1AFDCF-EB78-587B-C7D5-9FA3BE4611BA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D1CF5C9F-C11B-426C-F28A-917668327882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68B8D89D-692F-6408-56E1-9BB60BBDE0DF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BA7B8030-FA0B-9BBF-514B-EBD46B2981F8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D11ACBE4-7FE6-3178-971C-9C4231242CBC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D11ACBE4-7FE6-3178-971C-9C4231242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32F7D040-C3C4-F9D7-D8BB-67A4ED015A5D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32F7D040-C3C4-F9D7-D8BB-67A4ED015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1DDA19D9-27C5-7153-0D6D-5403536EC110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1DDA19D9-27C5-7153-0D6D-5403536EC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9ADDF131-FA78-37A8-02BA-D6F5F1987AD9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9ADDF131-FA78-37A8-02BA-D6F5F1987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BFA2EDDB-3637-35C2-8BE3-9BD5AFCF9209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BFA2EDDB-3637-35C2-8BE3-9BD5AFCF9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1EC7604E-84DA-FEBF-937D-E18FF4B51476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39CB500D-A084-ABFE-1CE5-786FB27B846F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8E9A8A-7C36-1E0A-668A-AE2BE0A5D3ED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1C545A2-4563-A846-2F06-36CFAFB06EA3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CEAF419B-72C3-FF1A-811D-F1A092ACBFC2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76B83B5-51B3-3C91-DD54-3060C54422FE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DB4EC7-F915-135E-131F-52EAD5ECF5A8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D99677-BE4E-50E9-AB2D-D7C160B61DAA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039C8BA-5784-B2D9-827B-1DC10CEF0A63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D73D4D0-0929-453C-0191-AA8F9687FA1E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FAF64C9-F6DB-5D4E-FC34-944F9C850E26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EBA4976-46D7-9096-CC43-B093C8C6B13D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E34FE6E-C7E6-BF28-6753-27AD62A381B8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C4222E94-55C4-746E-7D00-FC2283DCD0E3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0EACDFA-F521-88A5-CF6A-9BD44EFC9AA4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9BDFD359-036B-7ABB-2B37-D5B5B3E69874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34B9DDF4-4488-D82A-8F19-B8E9FDEF69E1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CC1FB2CC-A127-9D93-0F4A-E3ABCD0C7C1C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4ADC7009-D08A-EBAA-4A0F-25C4D04A6397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020BE17C-7520-0666-DE41-F404F3AC87AA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CA9F124-3F96-B747-96F9-00CBF8A577CA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4402C6D7-B97F-845D-51F9-1133C7583566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AD71C05B-7518-9486-8895-719B26E64905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88209720-28F8-3A54-C043-E5C825E67473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1EC1727-0F77-E1B8-4864-CA8A898CF961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72C99498-5F0A-4DAC-68C3-9524353C952D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35A84B48-3644-749C-2E77-EC37AF46D0EF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4306587F-2E3B-8B10-892D-75DED73B2383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CADD028D-64C9-1BCA-8C41-5D0A8490C0ED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8812F988-DCA6-5864-9E28-4DF55EF69D67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5FC82950-D78A-74BD-B9DD-9BA3E894440F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AB229E60-8951-DD4C-C7C4-885162803E7F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44C0F3CE-159E-24E3-CEB6-BC6976754246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1E69DCA7-8E53-385C-068A-AC1269C6E384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E1301ABD-08F4-A440-0C81-99E434ED4FC3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139A6A69-439F-C749-958D-C38EA47263FB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478036A3-52A1-774D-6C53-0CA360F6BC02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4B633AA7-0892-8C60-2776-6437A0CB7447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C1A20FC2-EE38-6AA7-90ED-4E8E559A5CB0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5D0EEFF8-4D53-EF2C-85CC-1DD67CD2AB05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F958D84C-FC06-ADA5-62FC-B77BA6F1D370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B5D1E31F-E067-8B48-98EB-14C7EC763132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212957E2-FFA0-B52F-2070-FD8DE8F97B07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D7AEC1A9-D7DE-4861-4E15-9677F62D068A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AAEE0C70-BF78-A2E5-1694-610C4299F890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07848CD6-0D7B-377B-B943-75517E7475B9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53678C1-92EB-D3AD-F435-F43EE51A9669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AA390735-C78A-1E7E-2C0F-CF5A278316AE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EBBF0A61-FC2E-C9FA-536E-C797D7CB6DEB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B7905B44-3697-3224-663D-E4FF9E586E00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5770FE8-873C-F033-4A3D-F30DEFF96536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8B862708-D48D-BC9A-4114-CCCE3CBBF316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825F8D9-8B31-0E2D-48CE-C7BD7F8A37D8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0D96E1BC-D590-B9EA-6B07-08DC1E9068A7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0C7A4FF3-89DC-2734-1E2F-BE1DFE7BC0A5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246192AE-67EC-5AC6-59A4-C51ACE61CFDB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27B6F14F-167B-DF02-8798-656014BDDBF2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F429389F-8B19-0BA8-6B8D-EBDDAA9D1572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82829CC5-A5B3-47B0-1063-FF4407F966D9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D202989-5E11-D461-259C-5387AB849C4E}"/>
              </a:ext>
            </a:extLst>
          </p:cNvPr>
          <p:cNvSpPr/>
          <p:nvPr/>
        </p:nvSpPr>
        <p:spPr>
          <a:xfrm rot="18900000">
            <a:off x="1945679" y="17780664"/>
            <a:ext cx="20785075" cy="2455719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545E8C-C844-D8A6-4411-51ED0AA882F2}"/>
              </a:ext>
            </a:extLst>
          </p:cNvPr>
          <p:cNvSpPr txBox="1"/>
          <p:nvPr/>
        </p:nvSpPr>
        <p:spPr>
          <a:xfrm>
            <a:off x="2159801" y="10880261"/>
            <a:ext cx="425308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x(30x12)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DFC352-4139-1D4C-339C-2B455A89383F}"/>
              </a:ext>
            </a:extLst>
          </p:cNvPr>
          <p:cNvSpPr txBox="1"/>
          <p:nvPr/>
        </p:nvSpPr>
        <p:spPr>
          <a:xfrm>
            <a:off x="1850652" y="9471349"/>
            <a:ext cx="70771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#three connected links (not a loop)</a:t>
            </a:r>
          </a:p>
          <a:p>
            <a:r>
              <a:rPr lang="en-US" sz="3600" dirty="0"/>
              <a:t>=#center link x 4 (left) x  3 (right)</a:t>
            </a:r>
          </a:p>
        </p:txBody>
      </p:sp>
    </p:spTree>
    <p:extLst>
      <p:ext uri="{BB962C8B-B14F-4D97-AF65-F5344CB8AC3E}">
        <p14:creationId xmlns:p14="http://schemas.microsoft.com/office/powerpoint/2010/main" val="837946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C52C3-B473-7E6F-ED12-496B54294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0FD96B-9835-08F4-13C6-3F4573E0E33B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3FDA877-31C4-E792-8314-982C6BEED84F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63B731F2-A365-203D-FBC8-8117E3A94ADE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750721AF-80A6-5701-AFB4-E5C3F4DD368D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8A6787F2-C32E-C9C8-3A6F-36DFAFD2F797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598C3AC8-9A4C-497D-8614-916243291D68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2AD2D3-E515-5ACD-1C58-60FD11BDD167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93754C0-A065-5920-EED2-E69B0900C2FE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6BF82F69-4EA1-3C89-EE33-42B6D3938EE2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6BF82F69-4EA1-3C89-EE33-42B6D3938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D9ED60CE-6C46-75D0-3652-264B202D4F15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625569E5-4899-8C02-95B5-80507B836034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55017287-AA12-9D29-CD1C-4B7F584356EE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55017287-AA12-9D29-CD1C-4B7F58435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46B65BC2-259F-7C79-A198-11839B4EC87E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46B65BC2-259F-7C79-A198-11839B4EC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54BE5B2A-D35F-4F18-DCF4-58F6F45A4925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54BE5B2A-D35F-4F18-DCF4-58F6F45A4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608FEB3A-2B0C-1B20-0B6C-C3A4C0C146B4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608FEB3A-2B0C-1B20-0B6C-C3A4C0C14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8D66F851-5065-375D-6085-8FD61CA45A09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8D66F851-5065-375D-6085-8FD61CA45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6A496E3B-199D-E134-9ABA-7FAC79A2E6B4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6A496E3B-199D-E134-9ABA-7FAC79A2E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0D6A9FC9-4FA8-6CA2-06E0-5151AD845D61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FAC3F4BD-8035-C10A-CDA8-F6B451198AD2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AA7004A8-66F4-8D57-9343-52EBA6C38479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FB46AA39-9B12-66BF-8EEE-7981D7FC8ECC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1A4E73D4-5AEC-22AE-EFB7-1E0280C3D8A5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1A4E73D4-5AEC-22AE-EFB7-1E0280C3D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6674A6EF-D78C-38F4-A49E-6DD34A24B0E1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6674A6EF-D78C-38F4-A49E-6DD34A24B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0CCA6F0B-6B7C-4BFF-216F-94E8BCCEBCAB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0CCA6F0B-6B7C-4BFF-216F-94E8BCCEB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1A2E1EAB-60E1-4176-9F6B-73BB896B4286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1A2E1EAB-60E1-4176-9F6B-73BB896B4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C775474D-F81F-2F45-39A1-545069526E83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C775474D-F81F-2F45-39A1-545069526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C4A771B8-9AC0-A9B3-A19A-42A1AB39067F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5A908518-3F43-D7A6-8AB1-424B68FD9D3F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3D5CBB-91D1-9A3A-1B31-1DB43A8D5215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9065BB-4751-13EF-E219-7E523ECE7AF9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0097836-1289-64A4-ED4D-03CF48D6149A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A06E7C6-B6A9-2E93-F2DD-0D3E5E8510E9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B8F0430-3808-B106-6C50-482EC232A071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C20C4F1-92F0-E428-C52C-391A49EAD6D6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3BAD2FD-1FA4-5392-C96F-89328636D3B3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15CBC44-B915-86B9-4DCF-7EE2E1421797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3823408-DFC2-3946-8BD7-5236F7C4162F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3FF0D6C-334A-2125-69EB-C4BFB24BC730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C92F0A1-3F3A-4DA3-8568-7886CF789A83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740A3D1E-BEE1-7207-B13B-08160C3327AB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84C0951C-3C5E-F0C4-DFFC-5725E5C21A7D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66926F02-0460-6CF5-9DB6-C0E1275C98D7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2EDC3130-3DA4-8339-9B53-036768683067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B55AC0A-E4D7-DA05-A31A-2E84C443DCA4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80682004-31AD-D63D-28B6-DD585984BF41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10E25823-C410-9E0A-D1ED-AB0C84239123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9502737F-668F-925C-FE92-77E69842061E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83A5ABC1-9F2E-B383-FE3A-AB89C5FFA9C0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52FB4940-F4D2-ED9B-2B9F-85771A1F7C6C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135C63CA-2C64-4A22-A419-CDF8847DFE09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9163FD25-2863-0C9E-9F6C-10C38E587D95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3504764E-EA6D-2B21-096C-4A0DD0D57AB8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DBBE1205-C94C-DE8B-3695-C7CD8EFC06B3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FEA2872F-FE8C-0474-D077-575E3E6A2021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326423B5-BA12-9080-2A80-96F87A8A362F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0CA28722-4061-E9F9-8645-AD969037B7FB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9358EE03-50B5-B988-C2F0-D3577A67463D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C6E31B24-1A72-15E1-51BF-9CE11D6EF87F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C90020E0-195C-27DE-2A8B-5A9631743924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6B555732-9E0E-B67C-335A-4700F7DC8BB8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199FA997-95FC-DACC-9997-9C410BE46FA5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35B63046-FCE4-1253-BAF0-A6D80740EC88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6A93FCB2-D300-A2B2-0EE9-83D6CFA5D0C9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9C139446-8BED-FC9D-2B5C-82BCC2A8A8DA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E16E3B02-7CBD-8EA3-F1B9-64FA90BB55D4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9273D48D-CEBB-7D79-45E0-D558BAD21F8F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50CFB717-8747-38C4-A3A5-BBFD4C8B62A0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091C2B06-C969-97E7-03C8-9A1EFA8A3815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DDC26D4B-9BC5-EBFF-9096-E28332F36D17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70061F09-62EA-28DE-828E-B495923ACEB8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97C6AD0D-EB90-D1FA-C426-3311618E7B5D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10F81A24-9DCA-A800-057B-13E67811774C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0A15D300-2DAE-EECA-49B6-BAB0B970AC02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531CDFEA-316D-4436-7943-E4C08009DA41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6EB93576-689E-5C3F-4184-E7E6CFD591DA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BE58EDA-1BC8-4B62-C248-8F328BB8CCFC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E4F1A055-2720-3A2B-FC1B-EF06850BE0B3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336EC160-B16A-19BE-BA4A-9384702BAA9F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DFC38EB-A275-86A9-B523-D075275AA8F0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07046EF9-2560-860C-43B4-8B2673DCEE30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3A50753A-21E9-126B-6C92-D59FB71FA0DE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EFAA9B20-7050-014F-54BC-D0D928C2478A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85789929-2063-C23B-B957-5ED548077FD0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A3375710-5FC0-684B-326B-907656267214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3713560-AF16-3AEF-CF66-06FCC15E68E1}"/>
              </a:ext>
            </a:extLst>
          </p:cNvPr>
          <p:cNvSpPr/>
          <p:nvPr/>
        </p:nvSpPr>
        <p:spPr>
          <a:xfrm rot="18900000">
            <a:off x="1945679" y="17780664"/>
            <a:ext cx="20785075" cy="2455719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6477E0-8848-A195-EF3C-AA9E26BDC580}"/>
              </a:ext>
            </a:extLst>
          </p:cNvPr>
          <p:cNvSpPr txBox="1"/>
          <p:nvPr/>
        </p:nvSpPr>
        <p:spPr>
          <a:xfrm>
            <a:off x="2159801" y="10880261"/>
            <a:ext cx="425308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x(30x12)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65A6FE-56F2-2A3A-C9C4-6271D97B2AFD}"/>
              </a:ext>
            </a:extLst>
          </p:cNvPr>
          <p:cNvSpPr txBox="1"/>
          <p:nvPr/>
        </p:nvSpPr>
        <p:spPr>
          <a:xfrm>
            <a:off x="1850652" y="9471349"/>
            <a:ext cx="70771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#three connected links (not a loop)</a:t>
            </a:r>
          </a:p>
          <a:p>
            <a:r>
              <a:rPr lang="en-US" sz="3600" dirty="0"/>
              <a:t>=#center link x 4 (left) x  3 (right)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B980634-9BB9-F404-650E-BD13F31A2074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 w="76200">
            <a:solidFill>
              <a:schemeClr val="accent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720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D068E-4E22-8768-2463-8EE9873A8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C0BB02-92DE-41D5-30F6-2A28A90A3D83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D049F6-A38A-82D7-9385-16695816158A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15D81312-548E-1377-66FE-30F40024F13F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3FB0FFD0-44D8-E378-AA6D-CB206DEB5C7C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655E1731-885B-EA49-654D-0B5FFEABA0CE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31CF4D63-F4DF-A9C6-9BE9-4A73819A0D50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90B2B8-8663-BB07-F003-FF766EC91DBC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1CEF044-D3A0-40F8-9AEB-790C8BA1B660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DA127DC9-439A-9E58-895B-62C97613B892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6BF82F69-4EA1-3C89-EE33-42B6D3938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6899CF80-BF67-A5CB-C77D-E0448A3BB52B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8CC20BDA-AD53-A115-812E-FFCE84DBB627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2EB25DF7-AF8F-D563-9E6E-695C686A8D02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55017287-AA12-9D29-CD1C-4B7F58435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6D6BD318-DDF1-D2C0-59F7-27F879463640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46B65BC2-259F-7C79-A198-11839B4EC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3E52CD3E-ABA6-EA0E-42B2-393BA2A13BFC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54BE5B2A-D35F-4F18-DCF4-58F6F45A4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AD549A87-8E89-26D7-B967-52F227A5C74E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608FEB3A-2B0C-1B20-0B6C-C3A4C0C14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DF879CA4-2E99-B1E7-13F7-B517DE92DDF2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8D66F851-5065-375D-6085-8FD61CA45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D8F0B023-FEA0-C67A-940E-C90D9CB127D5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6A496E3B-199D-E134-9ABA-7FAC79A2E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C7052772-F59A-6B4A-B7F0-2A1F06D33BFE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070D82EF-0403-E5B5-5980-914992BAA1C6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06590E2A-11B8-C502-D0CE-3953CF6BB0B2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3A052A04-5323-97FD-DF81-814B7185322B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B2DB43AC-D5A4-C24B-5F9D-BEE9DD938170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1A4E73D4-5AEC-22AE-EFB7-1E0280C3D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CCF96F1D-75FD-2840-6F5B-C67285E5DCDD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6674A6EF-D78C-38F4-A49E-6DD34A24B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B16C71C9-5D99-B90D-0C4E-8A5BD64894DD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0CCA6F0B-6B7C-4BFF-216F-94E8BCCEB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6BC6610F-A83F-0588-6825-D7AC2EF3AACB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1A2E1EAB-60E1-4176-9F6B-73BB896B4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96C9F36F-C991-DD6C-3C88-C431A680A96C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C775474D-F81F-2F45-39A1-545069526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27BAC722-D8C2-10D2-565E-B1AB8E199483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579C5138-C052-1FF9-0718-73D2440AC313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7152238-72FA-602A-65CE-8EC7B678E111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E7D1102-6444-B1CD-3E59-9966569875B1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D5FE3094-0F8E-B881-525F-BB5AF5255E27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8B31A03-C948-7521-7D00-3630874CB5B5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58EF173-0F00-17AF-091A-7C268162BD42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99A67B7-6061-26C5-D46D-1095D11B0F05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0D22BDF-B35D-BC20-C7B8-B237B0B40F67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6D61B36-2EB6-F068-CEEB-279D3D57080A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CACCE14-2402-67AF-D81F-2F0CD5ED36B8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34191E7-F30C-0E89-F458-DA72A33C3657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DECDA5A-E5E1-6114-8438-01AAB8D4BB39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39DAE10-8849-3AE3-D017-4372DCC0D888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EAB8C28D-9884-443E-9D90-26514FFD8A19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F72E162-03F9-5938-CC1C-3000E7BF6D26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C9178586-495F-16A9-5B80-2F06ECD5B600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0CB6CB4A-8C5A-CB76-89FC-09C0861BAB9E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60445D4D-2CE4-9877-78A2-8D575BD000E7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BAD2D2A-6EB5-340B-AB44-7DC39E435ECB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6F71C199-3CE6-E3EE-2268-20D715ABC6B7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D177A5E0-70D1-FEF1-F88B-FE3A1693E1FF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6772E691-D7F7-7F73-5294-D4484D07538A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E6A99F4D-9F22-C903-4596-267F22D1030A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2579840D-6CC3-C8DD-9F8E-E471C35CE7D9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2EF18597-4975-5DE8-0910-335014C60793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7B00D22A-3E24-FE79-401E-B12AB84AB6A7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E9714B52-F6FA-A0C8-0990-1819D3F26ECE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CBD5750C-E9E1-3459-A4ED-281653C0F1A9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FAB8308E-3B10-18C2-BED2-ABEE29811795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31E0A1E3-64CF-9801-EFC0-1716DD41DF90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27299A38-E64B-FECF-6C2B-33F5F8DA9CEC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2D4B676A-D09D-96C0-2AD0-EBC30617CB76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5603D512-8B20-463A-87BA-2786B4D260EB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3BAAE6D2-C3E1-93B1-2696-70039BC5395C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4C066D8C-0134-2ABA-3530-08AB40F32EAD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CDDBD9D0-1AEE-344B-E99B-99340C144409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5A183526-640D-A498-15BB-84A62B46BB0C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67CFCCD8-B55B-87BA-091E-E0DE37CEC9A0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23CF35DA-5851-34DC-7F5F-066C81DCE621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D2845AF7-75BD-AEB5-B7C7-CB76EFC428BE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1B4BB7EA-1C6B-732C-59BB-4DE2662F48F4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37E9DFE6-4A06-CEFD-B1C4-01411719667C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60521654-5CDC-30AA-9766-AA6E4E84AFF1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F740300A-4DB2-48C0-388F-C7334FD9242A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EC9DFDDC-40E1-DD02-9CC9-A07330F2CDFF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2D4C7FBF-C129-1938-20B2-713433ACAB1B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53C561C5-A1BE-72FF-3ACC-FE8A36CDF7E9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C3EDC024-A177-7F8B-1899-EC52579DAD2E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7C49DF3-7FF4-4887-C5EE-3DA73E56BDBE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A6FF0F50-197B-B539-6D19-D427E98D38C5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B9381D9-8EFD-9178-B2A1-2DF9FC258CA3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95DA171-5750-EDE6-33B4-00A99E89CD48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F20E0C7-7B34-FAF0-DA64-B3CCB092B190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8950FEE-2272-52D9-6881-EA2A523D83FA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C0E4CAF4-426E-1EA9-7CE4-222F03B6496F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6D4499AD-44F5-9F86-18B0-A99051A616A1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ED130430-63E0-B3A2-CEC6-EC8AA8F1C49E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24F8C3C-1486-FFE8-BEF7-1CC5D41F1C28}"/>
              </a:ext>
            </a:extLst>
          </p:cNvPr>
          <p:cNvCxnSpPr>
            <a:cxnSpLocks/>
          </p:cNvCxnSpPr>
          <p:nvPr/>
        </p:nvCxnSpPr>
        <p:spPr>
          <a:xfrm flipV="1">
            <a:off x="6864282" y="13546399"/>
            <a:ext cx="10968927" cy="10968927"/>
          </a:xfrm>
          <a:prstGeom prst="line">
            <a:avLst/>
          </a:prstGeom>
          <a:ln w="76200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325B142-B933-C702-64D9-E9A13DB6394B}"/>
              </a:ext>
            </a:extLst>
          </p:cNvPr>
          <p:cNvCxnSpPr>
            <a:cxnSpLocks/>
          </p:cNvCxnSpPr>
          <p:nvPr/>
        </p:nvCxnSpPr>
        <p:spPr>
          <a:xfrm flipV="1">
            <a:off x="17878707" y="9833353"/>
            <a:ext cx="23146" cy="3779986"/>
          </a:xfrm>
          <a:prstGeom prst="line">
            <a:avLst/>
          </a:prstGeom>
          <a:ln w="76200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B216D8-D372-5CA8-48E9-9EABB3F6270E}"/>
              </a:ext>
            </a:extLst>
          </p:cNvPr>
          <p:cNvCxnSpPr>
            <a:cxnSpLocks/>
          </p:cNvCxnSpPr>
          <p:nvPr/>
        </p:nvCxnSpPr>
        <p:spPr>
          <a:xfrm flipV="1">
            <a:off x="4067521" y="12711221"/>
            <a:ext cx="12791868" cy="12791868"/>
          </a:xfrm>
          <a:prstGeom prst="line">
            <a:avLst/>
          </a:prstGeom>
          <a:ln w="76200">
            <a:solidFill>
              <a:schemeClr val="accent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CFDDB6-F393-F1E7-B974-5DFC5E42F574}"/>
              </a:ext>
            </a:extLst>
          </p:cNvPr>
          <p:cNvCxnSpPr>
            <a:cxnSpLocks/>
          </p:cNvCxnSpPr>
          <p:nvPr/>
        </p:nvCxnSpPr>
        <p:spPr>
          <a:xfrm flipV="1">
            <a:off x="5845123" y="12556827"/>
            <a:ext cx="14679815" cy="14679815"/>
          </a:xfrm>
          <a:prstGeom prst="line">
            <a:avLst/>
          </a:prstGeom>
          <a:ln w="76200">
            <a:solidFill>
              <a:schemeClr val="accent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93BD57F-7B7B-9E73-8056-DD7A8199F202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F11BA31-A108-079B-1F04-038284003256}"/>
              </a:ext>
            </a:extLst>
          </p:cNvPr>
          <p:cNvCxnSpPr>
            <a:cxnSpLocks/>
          </p:cNvCxnSpPr>
          <p:nvPr/>
        </p:nvCxnSpPr>
        <p:spPr>
          <a:xfrm flipV="1">
            <a:off x="15274715" y="7222056"/>
            <a:ext cx="3737717" cy="3737717"/>
          </a:xfrm>
          <a:prstGeom prst="line">
            <a:avLst/>
          </a:prstGeom>
          <a:ln w="76200">
            <a:solidFill>
              <a:schemeClr val="accent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8EEC78C-F5F6-E53C-B14F-C3161C730D92}"/>
              </a:ext>
            </a:extLst>
          </p:cNvPr>
          <p:cNvCxnSpPr>
            <a:cxnSpLocks/>
          </p:cNvCxnSpPr>
          <p:nvPr/>
        </p:nvCxnSpPr>
        <p:spPr>
          <a:xfrm flipV="1">
            <a:off x="18861768" y="8953774"/>
            <a:ext cx="1802618" cy="1802618"/>
          </a:xfrm>
          <a:prstGeom prst="line">
            <a:avLst/>
          </a:prstGeom>
          <a:ln w="76200">
            <a:solidFill>
              <a:schemeClr val="accent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51A1A36-F1DD-46B7-98F4-1844AC5835FB}"/>
              </a:ext>
            </a:extLst>
          </p:cNvPr>
          <p:cNvCxnSpPr>
            <a:cxnSpLocks/>
          </p:cNvCxnSpPr>
          <p:nvPr/>
        </p:nvCxnSpPr>
        <p:spPr>
          <a:xfrm>
            <a:off x="15274715" y="10951291"/>
            <a:ext cx="1721829" cy="1679272"/>
          </a:xfrm>
          <a:prstGeom prst="line">
            <a:avLst/>
          </a:prstGeom>
          <a:ln w="76200">
            <a:solidFill>
              <a:schemeClr val="accent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3F0CA97-5EB7-F7A4-8AF8-FCC183B850FF}"/>
              </a:ext>
            </a:extLst>
          </p:cNvPr>
          <p:cNvCxnSpPr>
            <a:cxnSpLocks/>
          </p:cNvCxnSpPr>
          <p:nvPr/>
        </p:nvCxnSpPr>
        <p:spPr>
          <a:xfrm>
            <a:off x="18919251" y="7240486"/>
            <a:ext cx="1721829" cy="1679272"/>
          </a:xfrm>
          <a:prstGeom prst="line">
            <a:avLst/>
          </a:prstGeom>
          <a:ln w="76200">
            <a:solidFill>
              <a:schemeClr val="accent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32FCA-EA4F-189B-173F-7CBE09B477C1}"/>
              </a:ext>
            </a:extLst>
          </p:cNvPr>
          <p:cNvCxnSpPr>
            <a:cxnSpLocks/>
          </p:cNvCxnSpPr>
          <p:nvPr/>
        </p:nvCxnSpPr>
        <p:spPr>
          <a:xfrm>
            <a:off x="18781678" y="10802576"/>
            <a:ext cx="1721829" cy="1679272"/>
          </a:xfrm>
          <a:prstGeom prst="line">
            <a:avLst/>
          </a:prstGeom>
          <a:ln w="76200">
            <a:solidFill>
              <a:schemeClr val="accent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4256E7E-35E8-1FB8-90B4-4232BA1C8D4B}"/>
              </a:ext>
            </a:extLst>
          </p:cNvPr>
          <p:cNvCxnSpPr>
            <a:cxnSpLocks/>
          </p:cNvCxnSpPr>
          <p:nvPr/>
        </p:nvCxnSpPr>
        <p:spPr>
          <a:xfrm>
            <a:off x="4035187" y="25515592"/>
            <a:ext cx="1721829" cy="1679272"/>
          </a:xfrm>
          <a:prstGeom prst="line">
            <a:avLst/>
          </a:prstGeom>
          <a:ln w="76200">
            <a:solidFill>
              <a:schemeClr val="accent2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4AEAA54-4DA7-3049-A0C7-45CC7561139E}"/>
              </a:ext>
            </a:extLst>
          </p:cNvPr>
          <p:cNvCxnSpPr>
            <a:cxnSpLocks/>
          </p:cNvCxnSpPr>
          <p:nvPr/>
        </p:nvCxnSpPr>
        <p:spPr>
          <a:xfrm flipV="1">
            <a:off x="3192421" y="13573808"/>
            <a:ext cx="10968927" cy="10968927"/>
          </a:xfrm>
          <a:prstGeom prst="line">
            <a:avLst/>
          </a:prstGeom>
          <a:ln w="76200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4DD66D1-589D-F095-BC39-0E0F7619CB31}"/>
              </a:ext>
            </a:extLst>
          </p:cNvPr>
          <p:cNvCxnSpPr>
            <a:cxnSpLocks/>
          </p:cNvCxnSpPr>
          <p:nvPr/>
        </p:nvCxnSpPr>
        <p:spPr>
          <a:xfrm flipV="1">
            <a:off x="3192705" y="24447220"/>
            <a:ext cx="23146" cy="3779986"/>
          </a:xfrm>
          <a:prstGeom prst="line">
            <a:avLst/>
          </a:prstGeom>
          <a:ln w="76200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12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89845-D0C6-A3EB-E4A7-478FD3DC4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AF8453-AF78-E65C-48FC-0F02D9A139E2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38E6D78-B6D4-889A-BB89-07E759D4694D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F50FE76C-6105-DA1E-F0ED-2DA99E4AC154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1D6984BE-B6BF-5499-EE98-CDB53CC06471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406A6A18-ED1D-9414-547C-8391EB0DAC73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BBAB12BD-2ABA-9115-91C3-E6FDC37AE050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C5C03D-98DC-CA6D-15AD-B9B5D596A1E6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0612B51-E112-60BA-282F-7534A1B2B635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B753A1B3-DE12-F622-8C3F-92583C200D6E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B753A1B3-DE12-F622-8C3F-92583C200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461AF73E-8E7C-153C-6030-4D0DDDB49520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90720CF5-B0BA-BF65-F691-B3B07C17A7B5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5699B842-A806-8862-02EB-3B20DEB8A2C6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5699B842-A806-8862-02EB-3B20DEB8A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B9F11973-FF5D-37F6-9E2C-110D33420116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B9F11973-FF5D-37F6-9E2C-110D33420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4111C562-F6A6-2446-B464-4391E49A44C5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4111C562-F6A6-2446-B464-4391E49A4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56725A1E-7FE7-E363-E2EC-7C08C9407590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56725A1E-7FE7-E363-E2EC-7C08C9407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1A65D0B8-5468-CE4B-83DC-E5A7130C46EA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1A65D0B8-5468-CE4B-83DC-E5A7130C4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E0C51DEE-3CF6-3B21-F778-E1FF07231F72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E0C51DEE-3CF6-3B21-F778-E1FF07231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FC1424C3-638F-A7BF-C8D4-842F6D2EC071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9918B092-1A97-387D-541E-61C8842AB35A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440A5037-A14A-818D-202C-F2FC9AE1B031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1BAB42C4-0D6F-D0D1-FC58-2E4D643FF2F2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B2F8B2B9-D271-8790-5A82-E187FF986BDB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B2F8B2B9-D271-8790-5A82-E187FF986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9F24F84F-4F30-B74F-4662-A597E1CB7C3A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9F24F84F-4F30-B74F-4662-A597E1CB7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8AA4BA9D-00BD-BC8A-D941-E44905317874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8AA4BA9D-00BD-BC8A-D941-E44905317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B3D1D2E7-55FB-5C9C-EC89-82F72655BD3D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B3D1D2E7-55FB-5C9C-EC89-82F72655B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87574BC5-1634-324A-226A-6E7A232C4DB0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87574BC5-1634-324A-226A-6E7A232C4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8ECDF5FF-F2E7-42E6-E344-FDF53A89D0E2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3ED1040B-63E8-6031-2FFA-3E0E790AC4E2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058CF71-02C4-BD46-C426-E2FB994A37CA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AB230F7-C393-FC71-0055-E0E390C9AF35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7A814794-AEA1-5AF0-823B-B15510A330F9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CB25B8E-ECA6-30B4-DAD4-5BD5C4DB9A49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4F6B4CE-820F-B54D-F949-CB892EF5371A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F685D32-5571-DFA8-FA96-B8E402E42040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52FBB06-8AAC-D68F-407F-31A7F640FB46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FC2B357-7FCE-0068-F4EE-915732EFEF07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BC32708-76E6-8ADB-87A1-37704C7CC738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5825904-88A4-6117-90D6-42A217CDF333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64C1B12-4866-E5EE-EEF1-842A6AF1148A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79EA61F-EBF0-DE95-CD14-38C30473AB06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44D83C2-5B8D-389D-59FB-ED1E5F35C8C8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7D88EE11-1152-15F7-CC0D-26C7CC499C55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AB9A359E-AB95-7E13-3CF7-ED51441D8C3E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C443DC85-99D9-A7F6-EA7A-FEC72AD841B5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1D69F397-A12A-F742-6E90-C12873701904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04F4A980-CD8C-6C8F-3839-1B660871BC56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801147DA-C9DD-7A7A-75BB-337DF54692B3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D90ACD2C-9E83-C159-B30D-8231F2125A35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AD4627A5-AA23-D216-D2B6-23391C55485E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94B80E6B-948C-4B35-A93F-EE3DE8E9E66D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CA90C6F-64E7-2F22-036D-4FC36E00092A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900F3A61-2BA0-D269-F50F-3B0164291A25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53092589-757E-C7B6-A18E-BD056F247F36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C5797CE9-BD26-3A70-7C4B-05DE3346B615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AF1B8979-6379-96A4-9B37-23F43B7108A9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5BD5518C-DFC1-0DCA-9104-D55B646F148D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442C48C2-3729-3DAC-D971-C94A38E3BF38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0170EB80-D19D-1D54-13BE-BCDD380239FA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72DC3325-9925-1E17-8FC5-2A419984C0AD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D9C52A05-A265-8B06-0C31-C269839D25DB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0829F376-BB46-D453-426E-5DD43AD382E2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851F3B22-EEFF-AEF2-1233-77B06B43D614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42335168-5E00-8DBA-EB62-168E20972E2C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B6E84958-5B02-25AF-5F08-CF6CC434B55E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BC6E5C27-A03D-130B-8503-0043212F2A0C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386350FC-8FC4-FF1E-50D7-FA1C8E829B5B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74EFA767-8F3E-ED3A-7832-A0E6234796B9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3D342268-050A-761E-FE4D-CC3B532C3381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AE3000C3-97AD-6FB4-4CE1-F2BCB89CEEFF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263C1EE0-CCA8-4C28-3EC3-66BCA71D0DF0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2DF05083-4E69-9543-018F-1E4E8065C4DA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9EE9B113-7ECB-BA1A-8BCA-EE5444E33A4E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F1B82820-3D3C-A8EC-5504-F9634680AFE6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A9DE4433-3C88-FD5B-7B82-1FC60A97C6A7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3AA380A-2BF1-4CAE-59AF-EC271278E74A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139DFEB1-A9B4-34F6-E625-83E186FC8E37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7F12926F-69DA-6276-2A83-8E395C5B39CE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FF18A310-E39A-E84E-9EA8-2EF1AE888133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60A1896D-C3A2-35BC-E044-2D1D32AC6776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3B9DDCCB-D698-22C0-AB86-8525712226F1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17937652-3721-DF2C-C741-731D2F12C7F4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5B71818-C67C-258D-7985-B9D0F47B2C99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BBA1F7D-5F4B-7313-9B44-EA8A08B7EF30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DA63F794-35F8-3070-C22A-7E55DD5A8752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E886396C-9295-6F96-BDC3-88737004B292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4CC5006-F97B-A041-A997-87E170B2104E}"/>
              </a:ext>
            </a:extLst>
          </p:cNvPr>
          <p:cNvSpPr txBox="1"/>
          <p:nvPr/>
        </p:nvSpPr>
        <p:spPr>
          <a:xfrm>
            <a:off x="2159801" y="10880261"/>
            <a:ext cx="188865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x20</a:t>
            </a:r>
            <a:endParaRPr lang="en-US" sz="8800" dirty="0">
              <a:solidFill>
                <a:schemeClr val="accent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370CAD-9C0C-A7D0-2161-754B5582541B}"/>
              </a:ext>
            </a:extLst>
          </p:cNvPr>
          <p:cNvSpPr txBox="1"/>
          <p:nvPr/>
        </p:nvSpPr>
        <p:spPr>
          <a:xfrm>
            <a:off x="1850652" y="9471349"/>
            <a:ext cx="63226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#three connected links (a loop)</a:t>
            </a:r>
          </a:p>
          <a:p>
            <a:r>
              <a:rPr lang="en-US" sz="3600" dirty="0"/>
              <a:t>=#face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E9AE66-4A3F-1CE1-D2BA-60CF9033C4FD}"/>
              </a:ext>
            </a:extLst>
          </p:cNvPr>
          <p:cNvCxnSpPr>
            <a:cxnSpLocks/>
          </p:cNvCxnSpPr>
          <p:nvPr/>
        </p:nvCxnSpPr>
        <p:spPr>
          <a:xfrm>
            <a:off x="4118202" y="25456692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43731B-72A9-4C17-15EB-3865E00FF3AB}"/>
              </a:ext>
            </a:extLst>
          </p:cNvPr>
          <p:cNvCxnSpPr>
            <a:cxnSpLocks/>
          </p:cNvCxnSpPr>
          <p:nvPr/>
        </p:nvCxnSpPr>
        <p:spPr>
          <a:xfrm flipV="1">
            <a:off x="5758226" y="19917626"/>
            <a:ext cx="7386238" cy="7334117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C53E7-2093-6D7D-57AC-8650E1A45DDE}"/>
              </a:ext>
            </a:extLst>
          </p:cNvPr>
          <p:cNvCxnSpPr>
            <a:cxnSpLocks/>
          </p:cNvCxnSpPr>
          <p:nvPr/>
        </p:nvCxnSpPr>
        <p:spPr>
          <a:xfrm>
            <a:off x="4274000" y="21989615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256472-973E-138D-01B6-0F97E46B842C}"/>
              </a:ext>
            </a:extLst>
          </p:cNvPr>
          <p:cNvCxnSpPr>
            <a:cxnSpLocks/>
          </p:cNvCxnSpPr>
          <p:nvPr/>
        </p:nvCxnSpPr>
        <p:spPr>
          <a:xfrm>
            <a:off x="11444505" y="18129163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E36E13-CC43-6A8B-5DD2-9948F3FEB1F1}"/>
              </a:ext>
            </a:extLst>
          </p:cNvPr>
          <p:cNvCxnSpPr>
            <a:cxnSpLocks/>
          </p:cNvCxnSpPr>
          <p:nvPr/>
        </p:nvCxnSpPr>
        <p:spPr>
          <a:xfrm>
            <a:off x="7991525" y="18291146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D1022C-D31C-9D38-476E-378B97EF3223}"/>
              </a:ext>
            </a:extLst>
          </p:cNvPr>
          <p:cNvCxnSpPr>
            <a:cxnSpLocks/>
          </p:cNvCxnSpPr>
          <p:nvPr/>
        </p:nvCxnSpPr>
        <p:spPr>
          <a:xfrm flipV="1">
            <a:off x="4252581" y="18295817"/>
            <a:ext cx="3661534" cy="363569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9C028B-C9D5-5B85-6C3C-75B17E509899}"/>
              </a:ext>
            </a:extLst>
          </p:cNvPr>
          <p:cNvCxnSpPr>
            <a:cxnSpLocks/>
          </p:cNvCxnSpPr>
          <p:nvPr/>
        </p:nvCxnSpPr>
        <p:spPr>
          <a:xfrm flipV="1">
            <a:off x="4043154" y="23595406"/>
            <a:ext cx="1924446" cy="191086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8BD9B8D-C5E5-2C67-C1EE-4626E4018EC1}"/>
              </a:ext>
            </a:extLst>
          </p:cNvPr>
          <p:cNvCxnSpPr>
            <a:cxnSpLocks/>
          </p:cNvCxnSpPr>
          <p:nvPr/>
        </p:nvCxnSpPr>
        <p:spPr>
          <a:xfrm flipV="1">
            <a:off x="9552693" y="18059007"/>
            <a:ext cx="1924446" cy="191086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50AEE3FC-0446-A40F-9364-C56BBF5B778A}"/>
              </a:ext>
            </a:extLst>
          </p:cNvPr>
          <p:cNvSpPr/>
          <p:nvPr/>
        </p:nvSpPr>
        <p:spPr>
          <a:xfrm rot="5400000">
            <a:off x="6825052" y="20908351"/>
            <a:ext cx="3626382" cy="3626382"/>
          </a:xfrm>
          <a:prstGeom prst="rtTriangl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06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70304-BEE2-EB42-2436-1D45FF9D6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B15D20-3AEF-34E1-81CB-719760132643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50D16CE-2B18-E332-2D61-2C505A871754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037BBFD5-E2DB-1B43-0AAB-8736CAE33C2F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3906E096-4473-079C-F7A6-E1E3EFEAC2B5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05A56031-A472-3D60-2068-FCE033D92D13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21B8AA27-FBF0-AF94-492F-0DC031BD0729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1478C5-6604-9187-5329-C7308AB2821D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F6E5E57-75D9-FE21-B5E2-AAACFE6CF60E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33E397E0-216B-AA02-6F8F-35144A2392EF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33E397E0-216B-AA02-6F8F-35144A239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83FAD54E-FA07-993C-EE39-069BD438AC5A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D2AFCED4-2E9C-CE55-6522-596059A8D67B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F2CE0A20-1061-EAA4-FF8F-3E929FDD9A2A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F2CE0A20-1061-EAA4-FF8F-3E929FDD9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8B495AA6-DCC9-339E-ED98-072F23531454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8B495AA6-DCC9-339E-ED98-072F23531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9472494F-3CC9-8046-3EA9-21DE0645C437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9472494F-3CC9-8046-3EA9-21DE0645C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11B006E4-0106-EDA0-FFEF-D044F416180C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11B006E4-0106-EDA0-FFEF-D044F4161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A0843F78-50B7-A10B-4AA7-75B28E2DD891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A0843F78-50B7-A10B-4AA7-75B28E2DD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826400C0-B8A1-FDF4-EABC-0672DF3F1FA0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826400C0-B8A1-FDF4-EABC-0672DF3F1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78649D17-B1ED-A6AC-AF8B-DE24D45C5530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4DE310B0-38BF-AE3D-2294-776D318A972E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FBDA9997-D4F0-77EB-1EAA-600F429D1225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86A55FBF-CE82-83BE-4F0E-F5D167CDB52A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7F30E107-FCFC-98F8-05F8-3AFF79CF3F0B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7F30E107-FCFC-98F8-05F8-3AFF79CF3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E74FF9DE-B7C9-D1E7-411E-9D55CCD8B36F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E74FF9DE-B7C9-D1E7-411E-9D55CCD8B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C60C34E1-19A2-D0C9-2473-A881A0101542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C60C34E1-19A2-D0C9-2473-A881A0101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C31B46C5-81CB-7BFA-D995-C5677337D85E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C31B46C5-81CB-7BFA-D995-C5677337D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F3B97A80-C436-72A7-A6E3-D5A6348BDE64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F3B97A80-C436-72A7-A6E3-D5A6348BD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0C62382F-3BA6-744A-9E72-380F9DEEBDCB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DCFB024F-8F03-5832-6180-8AED934D468D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CEB8DD-0EA1-700E-EC88-3EF97F3410AA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A6EABB1-36EE-A2B5-072D-41FE44E13253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2D689D96-8D3E-A3AB-9B31-5E7E4D9F2BF9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D96F7C1-A1FC-D59A-2D94-8AB59DA97D76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27A2ACB-9C50-0A46-8B37-52FA0CB4923E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87C3D61-BFCD-7E1A-1599-F3E885B5F2EC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A604FCF-AD09-9FAA-C7A7-02BD5D08E1BB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9101F34-45B9-313E-D225-E275FF0A0AD8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420B921-BB62-BFDC-5216-5A572E76DE1F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43F76D7-DAAA-593C-D70E-96D74208FE94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82A9CD1-E402-3009-23FB-0C1DBE5C742C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BB18C63-3207-33DF-62C0-9A679194111B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0EF0DA8-3FE3-363B-68F8-9ACB65DDB027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29012B14-587A-0911-A687-74C003E5906C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0316FC7-7DF7-132A-98C3-A0113A136056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3B25BF79-1C65-680F-EC2F-712B3F2E82F6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875279F8-5D4C-20F4-1771-AC2AAF471FE4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A6D6A955-E126-87AB-B555-146117299C62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B5EF3EB4-B65F-62EE-A5DC-73868BC9BF91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7EF42B89-6F6A-E403-AC23-CFA57072A889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5500D4C1-A956-38D6-B81E-DCA1B627CE97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F62C52AC-68F5-6749-D975-D05746A99162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5006CC53-DC6C-6C91-5066-87FE3E5AD459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78A7E621-8EC3-DA86-2A7B-E705CFDA9DAC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C98A6D6A-C87A-712E-4D0C-22EE1F890472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A28F7707-6A3E-DAD4-5277-AE85035DBF68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F09E7F82-01CB-1976-4727-E7DF6BC649AF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130C5150-00DB-2092-8BFF-F75742F9C1A6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EBF7C3B3-5189-F695-8DA1-7D7575497BC3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E460B039-D78A-66A9-F9C2-0065245B6079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21C80A94-3E4F-DD74-5E54-79949B23476A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D7B63DF6-07C5-7525-C167-FF69D1610E00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E15106FA-9D71-C50E-23A0-E1DB67F8F88E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FA40F571-9E2E-9278-79E7-F15CF737BB1C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0C884DD4-E466-A5FE-DBB2-FEDBCBB53D7D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FD50989F-12A5-760F-1F1E-AF4FFE18F9B4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F0176CC7-8D32-2660-69AD-B35045963CFB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1D745792-6EC3-F6FA-7003-5105E3998E36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DB84C522-39F3-DBC7-D642-843F062731A3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3A4279B5-39B6-F0A9-7F90-F69C5CE3CD23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02142FBE-0534-A94C-D994-843D138AC0A8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BF68E121-A045-969D-7D77-B61E0F6C80E0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FF96E635-A4C9-DD8D-BEE1-470EC2EE4879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A8BEC65A-026D-1457-4872-D85C23AEEF6D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B9DA1162-A575-42B6-7AAA-405542DD9B40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DFED2BF1-6933-DFB2-BD95-E05762E55C9E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6076B3DB-C2FA-1DA1-1C80-33FDA3C467DA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F93AD3FA-C4F9-760A-8C3A-AA1664D80B6A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5BD327CE-2E49-E651-A5F2-7B5274B4B064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D705D7E3-DA36-57BF-F9DC-B66F314F93EF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8F6204A4-5150-D8C3-50BF-F2758A09440E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87C4AEE5-CF9A-6CFC-D146-EB66AD8AC9C5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612460FE-B0F5-807C-20F7-EB84F6B0D611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F2359BAF-380B-7444-B5B7-F97BE2CDB8D6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9F8FD75-2526-E0F3-4C45-D9F999545289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D359E7E7-8B78-5927-772E-79468E6EF5F1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7CD08419-D0D4-5656-9698-CB550702EE63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FF0957A-DACA-0E9F-C771-6B357D06992E}"/>
              </a:ext>
            </a:extLst>
          </p:cNvPr>
          <p:cNvSpPr txBox="1"/>
          <p:nvPr/>
        </p:nvSpPr>
        <p:spPr>
          <a:xfrm>
            <a:off x="2159801" y="10880261"/>
            <a:ext cx="298992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x20</a:t>
            </a:r>
            <a:r>
              <a:rPr lang="en-US" sz="8800" dirty="0">
                <a:solidFill>
                  <a:schemeClr val="accent4"/>
                </a:solidFill>
              </a:rPr>
              <a:t>x3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C2520-922E-6677-8715-8D99692D4553}"/>
              </a:ext>
            </a:extLst>
          </p:cNvPr>
          <p:cNvSpPr txBox="1"/>
          <p:nvPr/>
        </p:nvSpPr>
        <p:spPr>
          <a:xfrm>
            <a:off x="1850652" y="9471349"/>
            <a:ext cx="63226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#three connected links (a loop)</a:t>
            </a:r>
          </a:p>
          <a:p>
            <a:r>
              <a:rPr lang="en-US" sz="3600" dirty="0"/>
              <a:t>=#face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8870DC-5140-CFE4-5ADF-627022903458}"/>
              </a:ext>
            </a:extLst>
          </p:cNvPr>
          <p:cNvCxnSpPr>
            <a:cxnSpLocks/>
          </p:cNvCxnSpPr>
          <p:nvPr/>
        </p:nvCxnSpPr>
        <p:spPr>
          <a:xfrm>
            <a:off x="4118202" y="25456692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A355C7-7A9E-1D2B-9256-F6EB3060ED0B}"/>
              </a:ext>
            </a:extLst>
          </p:cNvPr>
          <p:cNvCxnSpPr>
            <a:cxnSpLocks/>
          </p:cNvCxnSpPr>
          <p:nvPr/>
        </p:nvCxnSpPr>
        <p:spPr>
          <a:xfrm flipV="1">
            <a:off x="5758226" y="19917626"/>
            <a:ext cx="7386238" cy="7334117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B7C1EE-5471-CBB5-0D07-B6A1D46162E0}"/>
              </a:ext>
            </a:extLst>
          </p:cNvPr>
          <p:cNvCxnSpPr>
            <a:cxnSpLocks/>
          </p:cNvCxnSpPr>
          <p:nvPr/>
        </p:nvCxnSpPr>
        <p:spPr>
          <a:xfrm>
            <a:off x="4274000" y="21989615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190B6DC-6329-1660-7448-437867C87940}"/>
              </a:ext>
            </a:extLst>
          </p:cNvPr>
          <p:cNvCxnSpPr>
            <a:cxnSpLocks/>
          </p:cNvCxnSpPr>
          <p:nvPr/>
        </p:nvCxnSpPr>
        <p:spPr>
          <a:xfrm>
            <a:off x="11444505" y="18129163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318D924-670F-72C8-E33B-4EC0C960ED62}"/>
              </a:ext>
            </a:extLst>
          </p:cNvPr>
          <p:cNvCxnSpPr>
            <a:cxnSpLocks/>
          </p:cNvCxnSpPr>
          <p:nvPr/>
        </p:nvCxnSpPr>
        <p:spPr>
          <a:xfrm>
            <a:off x="7991525" y="18291146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5D5DBB-1077-8DBC-2632-FC1BAB283FFB}"/>
              </a:ext>
            </a:extLst>
          </p:cNvPr>
          <p:cNvCxnSpPr>
            <a:cxnSpLocks/>
          </p:cNvCxnSpPr>
          <p:nvPr/>
        </p:nvCxnSpPr>
        <p:spPr>
          <a:xfrm flipV="1">
            <a:off x="4252581" y="18295817"/>
            <a:ext cx="3661534" cy="363569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BD33592-AC45-142B-3E35-E266FAA5BF65}"/>
              </a:ext>
            </a:extLst>
          </p:cNvPr>
          <p:cNvCxnSpPr>
            <a:cxnSpLocks/>
          </p:cNvCxnSpPr>
          <p:nvPr/>
        </p:nvCxnSpPr>
        <p:spPr>
          <a:xfrm flipV="1">
            <a:off x="4043154" y="23595406"/>
            <a:ext cx="1924446" cy="191086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381723F-7D1F-29C3-75A1-CBC8BE478E44}"/>
              </a:ext>
            </a:extLst>
          </p:cNvPr>
          <p:cNvCxnSpPr>
            <a:cxnSpLocks/>
          </p:cNvCxnSpPr>
          <p:nvPr/>
        </p:nvCxnSpPr>
        <p:spPr>
          <a:xfrm flipV="1">
            <a:off x="9552693" y="18059007"/>
            <a:ext cx="1924446" cy="191086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2AE3227-7C3E-EFAD-DAF4-CFFA4D79D822}"/>
              </a:ext>
            </a:extLst>
          </p:cNvPr>
          <p:cNvSpPr/>
          <p:nvPr/>
        </p:nvSpPr>
        <p:spPr>
          <a:xfrm rot="18900000">
            <a:off x="11700925" y="12412252"/>
            <a:ext cx="5132565" cy="2455719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918F37D5-3D29-5F2D-8326-525DAC066D5C}"/>
              </a:ext>
            </a:extLst>
          </p:cNvPr>
          <p:cNvSpPr/>
          <p:nvPr/>
        </p:nvSpPr>
        <p:spPr>
          <a:xfrm rot="5400000">
            <a:off x="6825052" y="20908351"/>
            <a:ext cx="3626382" cy="3626382"/>
          </a:xfrm>
          <a:prstGeom prst="rtTriangl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43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F3545-D769-20ED-60F9-D5E8EA160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EE05D-51CC-8ECC-1036-85A5450B52F5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1ABD15C-F677-EDF2-DF8A-7E6691F349E9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140E0F51-B7B0-5C4A-0115-75BEA139D1F8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1284FE3F-A301-968C-350C-528C67921525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36CC0730-D751-E621-53DC-74BBC916DFB1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9E297BC4-11AE-35A8-C437-3EA9D83CBC39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07BC37-7C2F-1518-DCF1-C8DFF37F3472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ABB1C1D-FA99-0395-D693-50BB3892EDC0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46E55771-7EC2-FDEC-9542-B0A6FBBB7601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46E55771-7EC2-FDEC-9542-B0A6FBBB7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099C6196-1388-4E7B-5936-62B301DEC11B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90914A93-9BF1-9A31-94E6-DF76CB08C4A1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5FD5B2CE-7A0A-D321-1A89-211F7D785D67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5FD5B2CE-7A0A-D321-1A89-211F7D785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0F5102ED-E5CB-5F97-5254-752907DB709B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0F5102ED-E5CB-5F97-5254-752907DB7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58BA23E6-12B6-F843-4D61-1485A5C39F35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58BA23E6-12B6-F843-4D61-1485A5C39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83791E8A-C791-C30C-8DBB-BCA609D42F25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83791E8A-C791-C30C-8DBB-BCA609D42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6792FAEE-1383-9808-B525-9467B5953DB8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6792FAEE-1383-9808-B525-9467B5953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AA94461E-74C0-392D-23EF-546344680893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AA94461E-74C0-392D-23EF-546344680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A752E817-EE95-114F-A239-992C6F6EA928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8E9F812A-143F-B75A-64C1-9BDC1665F36F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0AAFBC67-5C1A-C3EB-ED64-B53311FD8393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B07C159E-EAC6-BC16-1420-07323CF9229B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A141B91F-416D-31C1-8949-1063250B4117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A141B91F-416D-31C1-8949-1063250B4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75EEAF45-E898-D73F-0D80-B862967E7A2A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75EEAF45-E898-D73F-0D80-B862967E7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000F0C4F-0FE8-B251-2650-013F504A74F4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000F0C4F-0FE8-B251-2650-013F504A7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673AB45E-906C-4697-0713-47A15E01595D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673AB45E-906C-4697-0713-47A15E015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C94F06F8-0732-8024-70B4-BACBEFE26008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C94F06F8-0732-8024-70B4-BACBEFE26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DBA812D9-3B04-3D90-A182-73B54150FCC5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5EAC57E7-76AE-E161-4DB3-23E129F3E8C0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D8CCC6-37A6-2D8E-1DD7-782207364CF6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B6DC2B9-8FEA-E868-6385-6810ECB769DB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48FF756-01B5-128B-E24A-6E342136E242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9F0A770-85A3-DEF4-D0B5-BFA856AFC6C8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DD093AF-03D3-C8F5-ADED-557B39E534A1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E91A1D5-9514-9CB5-2BCC-2EE1D7826F21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8FC7BEF-E116-37E7-66D7-B712BACC03AC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6CFCE98-AE09-C08A-187A-257F67303C36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22B3E30-4F70-E549-243A-F0A989871F1E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84D7846-5B7D-F375-31DB-41791B9DF4A5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72E0DE3-EB63-7687-BD3A-75CF65D7DEF6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7157FAC2-5144-5F92-49E8-CD1EF33E2AF2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9706237-4344-E052-5D43-793958B48197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4EEF8433-63FB-DB80-1055-8BBF001C700E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B825EB37-C158-8F77-2230-A1D2D0DCA2BC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49786C0-9789-AA97-1194-A0DCE7785632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346096B7-564B-72C7-2774-E4B99CC7E9E4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0D32819B-C97E-E8C3-53EC-15AD87A2763E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C2B7C1BB-82DE-69A2-3C22-20375C4F1D8F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CB8B78B8-268E-9CBF-7A3B-3BD86DE22F59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DBF8F687-04C3-565A-712B-F222025FA69C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49B8DCF-1FC2-3F3F-C159-37D72B7A9236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56C98B9-F8D1-E9EF-7B24-749CACBEFF7E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C92C4C0F-2A10-95CC-28DE-014A6B61527A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D1825618-030C-7566-AD95-B42B249627EC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D1AAB286-4A39-5D62-7F10-A1A51981D7DD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462D6908-9317-E063-B749-155DA87101C4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238EA051-D0C9-2738-A6D6-36A99D046B9C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5E677DC4-3FBF-D311-13CA-DFE88A58C462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2AA17607-5654-B5A4-434A-A8B440B3A99F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B3B9540F-7692-63A3-2092-3808F6F19E9A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39D31A50-971E-BCB0-8E20-13791647C21A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C124E38C-8239-7821-6C6B-DC3417D5DA77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4162AE3C-9A88-F97D-E045-A5E76D5BFC96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1015909A-050D-942E-4E09-B164045179E5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42E3DF5D-0E23-2BC4-4E20-561FEB10A1EE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F1A9B81B-1C7C-6FAA-C9C1-2F32B8AA70E0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D2B203AF-E97D-B59E-EB31-B9541A713263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A9E78E26-D49F-3E15-C434-E0987438AB3E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B4742F56-C1DC-90E5-7A70-650EE26FB553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990C22B8-55A2-81CB-2091-B69A51059880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EFC121B2-6276-4CA4-D13D-70F1902AF208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7AD84379-12B4-710B-A3FE-0187B8509C51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4F51AEC5-6916-36F6-DE18-EF16163D5EFD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C07FCCCB-7C10-7BA0-F141-459B8EF2D135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0F057481-7C85-87C5-7CF8-B188906CA3A9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6123A711-39EF-13DF-2C78-6FE0854B4F00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9A01CD34-2346-9513-C153-509381591A9C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41943041-C1DA-EAF5-E092-97D9ACF2104B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890D4882-B30B-37CB-30F2-1DDD9A4BC6A8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E19A5254-283B-0115-6983-89A4300CA1B4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1985467-2973-CF05-C425-351F0F84C042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2DD55ABF-4C51-64E2-8336-26E1F3BE27A1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1E399B63-D0AE-2F4C-6102-C5507A986197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F36E5E4B-15C9-B64B-197D-737F8F4B6549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64DAA24-C474-F7D6-DB9C-D71BE63DDD6C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7E466D86-F5DD-942F-7920-A99F64451728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3C4126C-B161-4619-D010-392A418AE78C}"/>
              </a:ext>
            </a:extLst>
          </p:cNvPr>
          <p:cNvSpPr txBox="1"/>
          <p:nvPr/>
        </p:nvSpPr>
        <p:spPr>
          <a:xfrm>
            <a:off x="2159801" y="10880261"/>
            <a:ext cx="298992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x20</a:t>
            </a:r>
            <a:r>
              <a:rPr lang="en-US" sz="8800" dirty="0">
                <a:solidFill>
                  <a:schemeClr val="accent4"/>
                </a:solidFill>
              </a:rPr>
              <a:t>x3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C48C5-2511-C462-3421-824C9E12331A}"/>
              </a:ext>
            </a:extLst>
          </p:cNvPr>
          <p:cNvSpPr txBox="1"/>
          <p:nvPr/>
        </p:nvSpPr>
        <p:spPr>
          <a:xfrm>
            <a:off x="1850652" y="9471349"/>
            <a:ext cx="63226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#three connected links (a loop)</a:t>
            </a:r>
          </a:p>
          <a:p>
            <a:r>
              <a:rPr lang="en-US" sz="3600" dirty="0"/>
              <a:t>=#face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E69367-6900-3A77-B5B8-642049BF9C12}"/>
              </a:ext>
            </a:extLst>
          </p:cNvPr>
          <p:cNvCxnSpPr>
            <a:cxnSpLocks/>
          </p:cNvCxnSpPr>
          <p:nvPr/>
        </p:nvCxnSpPr>
        <p:spPr>
          <a:xfrm>
            <a:off x="4118202" y="25456692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B61533-2F0B-A293-0FBB-29EF9364868B}"/>
              </a:ext>
            </a:extLst>
          </p:cNvPr>
          <p:cNvCxnSpPr>
            <a:cxnSpLocks/>
          </p:cNvCxnSpPr>
          <p:nvPr/>
        </p:nvCxnSpPr>
        <p:spPr>
          <a:xfrm flipV="1">
            <a:off x="5758226" y="19917626"/>
            <a:ext cx="7386238" cy="7334117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2393401-F5A4-FD2C-C960-BF4EFAB0F218}"/>
              </a:ext>
            </a:extLst>
          </p:cNvPr>
          <p:cNvCxnSpPr>
            <a:cxnSpLocks/>
          </p:cNvCxnSpPr>
          <p:nvPr/>
        </p:nvCxnSpPr>
        <p:spPr>
          <a:xfrm>
            <a:off x="4274000" y="21989615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DB7519-AF2B-1699-A84A-C86F71B51288}"/>
              </a:ext>
            </a:extLst>
          </p:cNvPr>
          <p:cNvCxnSpPr>
            <a:cxnSpLocks/>
          </p:cNvCxnSpPr>
          <p:nvPr/>
        </p:nvCxnSpPr>
        <p:spPr>
          <a:xfrm>
            <a:off x="11444505" y="18129163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45260BC-632E-1B76-E9B4-C2FCCB13A40E}"/>
              </a:ext>
            </a:extLst>
          </p:cNvPr>
          <p:cNvCxnSpPr>
            <a:cxnSpLocks/>
          </p:cNvCxnSpPr>
          <p:nvPr/>
        </p:nvCxnSpPr>
        <p:spPr>
          <a:xfrm>
            <a:off x="7991525" y="18291146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C2EAE53-581A-26AD-78C3-2A5B23F25643}"/>
              </a:ext>
            </a:extLst>
          </p:cNvPr>
          <p:cNvCxnSpPr>
            <a:cxnSpLocks/>
          </p:cNvCxnSpPr>
          <p:nvPr/>
        </p:nvCxnSpPr>
        <p:spPr>
          <a:xfrm flipV="1">
            <a:off x="4252581" y="18295817"/>
            <a:ext cx="3661534" cy="363569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9A3F4D-5289-5BD9-D863-D06369BADD9A}"/>
              </a:ext>
            </a:extLst>
          </p:cNvPr>
          <p:cNvCxnSpPr>
            <a:cxnSpLocks/>
          </p:cNvCxnSpPr>
          <p:nvPr/>
        </p:nvCxnSpPr>
        <p:spPr>
          <a:xfrm flipV="1">
            <a:off x="4043154" y="23595406"/>
            <a:ext cx="1924446" cy="191086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85EEF0B-3D4C-C083-4A6F-08F93690A57C}"/>
              </a:ext>
            </a:extLst>
          </p:cNvPr>
          <p:cNvCxnSpPr>
            <a:cxnSpLocks/>
          </p:cNvCxnSpPr>
          <p:nvPr/>
        </p:nvCxnSpPr>
        <p:spPr>
          <a:xfrm flipV="1">
            <a:off x="9552693" y="18059007"/>
            <a:ext cx="1924446" cy="191086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EEFEBC2-82F2-DB77-67E2-4CF02AFFC345}"/>
              </a:ext>
            </a:extLst>
          </p:cNvPr>
          <p:cNvSpPr/>
          <p:nvPr/>
        </p:nvSpPr>
        <p:spPr>
          <a:xfrm rot="18900000">
            <a:off x="10929697" y="10550343"/>
            <a:ext cx="10398838" cy="2455719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C4E8D81B-4590-CDCB-0CDB-5E089383757C}"/>
              </a:ext>
            </a:extLst>
          </p:cNvPr>
          <p:cNvSpPr/>
          <p:nvPr/>
        </p:nvSpPr>
        <p:spPr>
          <a:xfrm rot="5400000">
            <a:off x="6825052" y="20908351"/>
            <a:ext cx="3626382" cy="3626382"/>
          </a:xfrm>
          <a:prstGeom prst="rtTriangl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0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6AE4D-5984-B0B2-B3E0-E56F67BF6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E626A8-1EC7-CE36-B82F-649E04234B13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1C01ACC-6BBB-A72C-E988-F6A714EF2594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531106B8-BD03-5DD6-8916-A15B8C935C3C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D2E36475-A442-DC17-28D5-22DCB2857841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8157DAE1-5D5A-708C-B087-AD14EF92F328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E88EF33F-6C26-888B-9102-AABA2BD74FFD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613C6B-F13E-09C4-1596-4341383B8C92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D0ECE8A-7F15-BAC6-952F-D62B8CAD7C29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07CF7C81-7826-9406-8142-017122D4ECE4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07CF7C81-7826-9406-8142-017122D4E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28B196FA-82C1-DF86-26CF-772542BAD00A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E3438B7C-3097-125B-626D-98A59224A9C1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24F552E0-215D-B8B9-9F82-EC9CC758C170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24F552E0-215D-B8B9-9F82-EC9CC758C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1A769143-557B-729D-BA85-F89A584514A9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1A769143-557B-729D-BA85-F89A58451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FBC6DFCC-72BD-4FDD-A418-11F641753CB0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FBC6DFCC-72BD-4FDD-A418-11F641753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469694EF-47D2-6337-5D28-A7CC2F29499C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469694EF-47D2-6337-5D28-A7CC2F294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C2FD5C58-1918-CE70-060B-99F33BAB93E2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C2FD5C58-1918-CE70-060B-99F33BAB9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4DD3E23E-62CF-E620-5DCF-47B535ACDB07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4DD3E23E-62CF-E620-5DCF-47B535ACD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90438963-4C1F-C45F-F91E-9118AA03276E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4B3575F5-1E09-0AEA-99A2-06D7F48294CA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BDEC5D8B-00B7-218A-B7F9-9EBDB923067A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5F26F8F0-B23A-4422-3CA5-80F116956A47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BD874255-CE0C-8922-9890-6B7975C34009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BD874255-CE0C-8922-9890-6B7975C34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C87B08FB-7B5B-3DA4-8564-D64E34E54E82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C87B08FB-7B5B-3DA4-8564-D64E34E54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103189B4-E4F1-A2F1-EAE2-BC0B78B77B5E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103189B4-E4F1-A2F1-EAE2-BC0B78B77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546A9135-54A1-1A28-AB15-5E6F14D983A4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546A9135-54A1-1A28-AB15-5E6F14D98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29201017-6278-16CA-2CD5-EAAA82460F47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29201017-6278-16CA-2CD5-EAAA82460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CEBBAA06-01DD-7891-4B55-B1CB9029F580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5FEB6305-6933-3CD3-35EB-965C630EA0F7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5C8CC93-B1B0-57E3-2E0C-B7C7C5967CAA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72CCD28-F3B4-D9A1-3169-12C3C7C9AE13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5B3D7F3E-262B-0186-F5C8-C80608F3484E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6F4CD4C-1821-9DAA-D4ED-7A5ED35E0324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4082839-4A20-AAB3-5A7A-D123E794C9AA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B80AA69-8DBB-A8D7-B5C6-15591BA9A599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AEFA82A-EE9C-EF55-E231-FE2C553253D6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255D8CB-C89E-BC96-263F-CCF3F918C16D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E223406-0A5F-D70E-2952-0A52A83F556A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4FBAEA8-B9CC-6638-6FCD-7D91EE700976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F3A3ECA-6C43-2AA1-8DAB-5B63989DA3F1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876B84E5-FA9D-0458-5DE0-EFFDA635D2CA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594DEBFB-60A0-CAA3-9E93-513725B86200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A921B0CA-C3C6-D0E9-B4A4-03DDDA1C8AB6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95B192B8-1360-16CF-3A3C-CD9BDF0B8D11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BEF4976-883A-2343-6100-E1FC5D63F4DD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CEB78A0B-80E7-67BB-AA84-6437A4F6CEF8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DBEAF372-C967-DCBD-D9DC-84010C17DE15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BC542EB3-C4DE-BEC4-B5BA-CE1BCBC1C9C7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4EDD9859-8B7C-0384-C8B8-346878DEA8E8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1B0C017F-236E-A52F-5E5F-CB5FC196C8F4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BE235200-B644-5E63-D69F-9004CF522481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A34AB167-80D1-7E4C-E674-A46AA19685BA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4F517F23-6844-2FBB-48DF-435D4646C163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1781554C-32CF-4598-12E1-15C4F4C13893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3C1D6A7F-157B-639B-4B35-BB9ABF0A02FB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30065476-F1D3-12C1-25BB-915EC941D221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8F140274-B60F-EB79-4D33-1E3B0B9C77D6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C24E4CAF-D10D-2D4C-2BB8-BC7BCB3472C5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C5C255E9-4CAD-8354-9187-E1B8EFC961E4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61C864B9-DAAF-6151-2034-751299C05AB9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045A359C-F9A5-1DBB-CB71-FEE002468456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CE3E3021-BA87-B695-C5CE-06029A6CC6CE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5D91B165-C62F-5E4E-C4E2-736EB56F13F6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A60396C9-1E99-CBBD-2955-EE2D0A7D872A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48FACF1D-BF21-D75C-E33D-436E46137178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87920D57-55AA-E000-0F66-ACC9953C1293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9F61E7C1-1619-0A3E-E561-BCC7003F5044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40167CB0-9062-8248-1C91-7C4435B59867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6B7DB575-5FA6-7218-19E2-5BED013B41F8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C719BFA7-3350-3C44-E497-91A7F843A362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5A31BD07-C6DF-BFBA-3E46-30F745D303B0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46C9E00E-C10A-4F8B-F2B3-3B402E3FE99C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753E8720-7EEB-7913-870D-FC8292B5E31B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093049F9-5696-172E-FF2D-427B85B1B22B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9BBCBD9C-BB96-B55B-BBE0-080EF9ABD714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4DF3002A-E982-953A-E044-8F805B23DDF5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0EB58D40-D971-97D0-8F2D-393D90C2F352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3F9357B-3E02-D3E3-5386-31BAAA603CA3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6F16C981-F2F7-7BD7-1194-67556DE2D4CA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01A0458-A83B-D129-C397-7D14EBFDCD3C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3FB97582-B29E-DB0D-ED6C-9A70A070B28E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E4E648E2-1FA2-724C-78ED-9871374F21A0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DBBA39E4-B57B-A578-7789-438B30CC7709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7C58F2C-40A5-B9B4-58D8-5589F2FFF309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B934AF2D-C5A7-137E-B2C5-1014507421A3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4930A9CC-2087-69D2-C9EA-132E7E39CC9A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8545330-8108-13BE-6E0E-4C692E29DE82}"/>
              </a:ext>
            </a:extLst>
          </p:cNvPr>
          <p:cNvSpPr txBox="1"/>
          <p:nvPr/>
        </p:nvSpPr>
        <p:spPr>
          <a:xfrm>
            <a:off x="2159801" y="10880261"/>
            <a:ext cx="188865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x20</a:t>
            </a:r>
            <a:endParaRPr lang="en-US" sz="8800" dirty="0">
              <a:solidFill>
                <a:schemeClr val="accent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DA31DD-2A72-9540-EACA-20907E2AB1FB}"/>
              </a:ext>
            </a:extLst>
          </p:cNvPr>
          <p:cNvSpPr txBox="1"/>
          <p:nvPr/>
        </p:nvSpPr>
        <p:spPr>
          <a:xfrm>
            <a:off x="1850652" y="9471349"/>
            <a:ext cx="63226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#three connected links (a loop)</a:t>
            </a:r>
          </a:p>
          <a:p>
            <a:r>
              <a:rPr lang="en-US" sz="3600" dirty="0"/>
              <a:t>=#face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913B55-7B12-ABF4-5FF7-4D9E4F96ACCB}"/>
              </a:ext>
            </a:extLst>
          </p:cNvPr>
          <p:cNvCxnSpPr>
            <a:cxnSpLocks/>
          </p:cNvCxnSpPr>
          <p:nvPr/>
        </p:nvCxnSpPr>
        <p:spPr>
          <a:xfrm>
            <a:off x="4118202" y="25456692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C4FA2A-CA22-FAF0-47B9-F55783DF734A}"/>
              </a:ext>
            </a:extLst>
          </p:cNvPr>
          <p:cNvCxnSpPr>
            <a:cxnSpLocks/>
          </p:cNvCxnSpPr>
          <p:nvPr/>
        </p:nvCxnSpPr>
        <p:spPr>
          <a:xfrm flipV="1">
            <a:off x="5758226" y="19917626"/>
            <a:ext cx="7386238" cy="7334117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5C2E72-1194-8589-BB4B-0B23EF163D9D}"/>
              </a:ext>
            </a:extLst>
          </p:cNvPr>
          <p:cNvCxnSpPr>
            <a:cxnSpLocks/>
          </p:cNvCxnSpPr>
          <p:nvPr/>
        </p:nvCxnSpPr>
        <p:spPr>
          <a:xfrm>
            <a:off x="4274000" y="21989615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D2936FF-0716-047F-D0D7-8544EB2F8CE2}"/>
              </a:ext>
            </a:extLst>
          </p:cNvPr>
          <p:cNvCxnSpPr>
            <a:cxnSpLocks/>
          </p:cNvCxnSpPr>
          <p:nvPr/>
        </p:nvCxnSpPr>
        <p:spPr>
          <a:xfrm>
            <a:off x="11444505" y="18129163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273E99-9F97-1608-1C0F-DB9539D4E036}"/>
              </a:ext>
            </a:extLst>
          </p:cNvPr>
          <p:cNvCxnSpPr>
            <a:cxnSpLocks/>
          </p:cNvCxnSpPr>
          <p:nvPr/>
        </p:nvCxnSpPr>
        <p:spPr>
          <a:xfrm>
            <a:off x="7991525" y="18291146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F0930E8-2146-A3CD-741B-4F63F3CFA7F5}"/>
              </a:ext>
            </a:extLst>
          </p:cNvPr>
          <p:cNvCxnSpPr>
            <a:cxnSpLocks/>
          </p:cNvCxnSpPr>
          <p:nvPr/>
        </p:nvCxnSpPr>
        <p:spPr>
          <a:xfrm flipV="1">
            <a:off x="4252581" y="18295817"/>
            <a:ext cx="3661534" cy="363569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DDFF5BA-347E-9D9C-2AEC-EAD9A5706550}"/>
              </a:ext>
            </a:extLst>
          </p:cNvPr>
          <p:cNvCxnSpPr>
            <a:cxnSpLocks/>
          </p:cNvCxnSpPr>
          <p:nvPr/>
        </p:nvCxnSpPr>
        <p:spPr>
          <a:xfrm flipV="1">
            <a:off x="4043154" y="23595406"/>
            <a:ext cx="1924446" cy="191086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FEC1F2-CB92-CEF3-B632-B3B6FE61F33C}"/>
              </a:ext>
            </a:extLst>
          </p:cNvPr>
          <p:cNvCxnSpPr>
            <a:cxnSpLocks/>
          </p:cNvCxnSpPr>
          <p:nvPr/>
        </p:nvCxnSpPr>
        <p:spPr>
          <a:xfrm flipV="1">
            <a:off x="9552693" y="18059007"/>
            <a:ext cx="1924446" cy="191086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A3E2208-90B6-9FEA-4555-17D9F961A962}"/>
              </a:ext>
            </a:extLst>
          </p:cNvPr>
          <p:cNvGrpSpPr/>
          <p:nvPr/>
        </p:nvGrpSpPr>
        <p:grpSpPr>
          <a:xfrm rot="10800000">
            <a:off x="11602797" y="7239417"/>
            <a:ext cx="9101310" cy="9096484"/>
            <a:chOff x="11891123" y="18259557"/>
            <a:chExt cx="9101310" cy="9096484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C8ADC40-DC73-5ABC-1D66-5197C870506B}"/>
                </a:ext>
              </a:extLst>
            </p:cNvPr>
            <p:cNvCxnSpPr>
              <a:cxnSpLocks/>
            </p:cNvCxnSpPr>
            <p:nvPr/>
          </p:nvCxnSpPr>
          <p:spPr>
            <a:xfrm>
              <a:off x="11966171" y="25657242"/>
              <a:ext cx="1631633" cy="1666139"/>
            </a:xfrm>
            <a:prstGeom prst="line">
              <a:avLst/>
            </a:prstGeom>
            <a:ln w="762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36DC8A0-BDDF-8F2D-811D-50D49658A1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06195" y="20021924"/>
              <a:ext cx="7386238" cy="7334117"/>
            </a:xfrm>
            <a:prstGeom prst="line">
              <a:avLst/>
            </a:prstGeom>
            <a:ln w="762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3095888-09D2-4DA4-7B2B-FA0A450EF0FF}"/>
                </a:ext>
              </a:extLst>
            </p:cNvPr>
            <p:cNvCxnSpPr>
              <a:cxnSpLocks/>
            </p:cNvCxnSpPr>
            <p:nvPr/>
          </p:nvCxnSpPr>
          <p:spPr>
            <a:xfrm>
              <a:off x="12170095" y="22190165"/>
              <a:ext cx="1631633" cy="1666139"/>
            </a:xfrm>
            <a:prstGeom prst="line">
              <a:avLst/>
            </a:prstGeom>
            <a:ln w="762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DDFF379-AD5F-8065-BC74-3EE4C7BEAC33}"/>
                </a:ext>
              </a:extLst>
            </p:cNvPr>
            <p:cNvCxnSpPr>
              <a:cxnSpLocks/>
            </p:cNvCxnSpPr>
            <p:nvPr/>
          </p:nvCxnSpPr>
          <p:spPr>
            <a:xfrm>
              <a:off x="19292474" y="18329713"/>
              <a:ext cx="1631633" cy="1666139"/>
            </a:xfrm>
            <a:prstGeom prst="line">
              <a:avLst/>
            </a:prstGeom>
            <a:ln w="762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6B1795E-9943-9053-AE5B-97827D659632}"/>
                </a:ext>
              </a:extLst>
            </p:cNvPr>
            <p:cNvCxnSpPr>
              <a:cxnSpLocks/>
            </p:cNvCxnSpPr>
            <p:nvPr/>
          </p:nvCxnSpPr>
          <p:spPr>
            <a:xfrm>
              <a:off x="15839494" y="18491696"/>
              <a:ext cx="1631633" cy="1666139"/>
            </a:xfrm>
            <a:prstGeom prst="line">
              <a:avLst/>
            </a:prstGeom>
            <a:ln w="762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A9D7314-45BC-587D-FAB2-25386D348A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00550" y="18496367"/>
              <a:ext cx="3661534" cy="3635696"/>
            </a:xfrm>
            <a:prstGeom prst="line">
              <a:avLst/>
            </a:prstGeom>
            <a:ln w="762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91BB81C-DCE0-2C13-E4F3-38561504BA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91123" y="23795956"/>
              <a:ext cx="1924446" cy="1910866"/>
            </a:xfrm>
            <a:prstGeom prst="line">
              <a:avLst/>
            </a:prstGeom>
            <a:ln w="762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1B336C9-AB0B-43E2-2CE8-B08E6824F5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00662" y="18259557"/>
              <a:ext cx="1924446" cy="1910866"/>
            </a:xfrm>
            <a:prstGeom prst="line">
              <a:avLst/>
            </a:prstGeom>
            <a:ln w="762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ight Triangle 41">
            <a:extLst>
              <a:ext uri="{FF2B5EF4-FFF2-40B4-BE49-F238E27FC236}">
                <a16:creationId xmlns:a16="http://schemas.microsoft.com/office/drawing/2014/main" id="{53F9DB7F-6412-89BC-5EEC-C5065114132E}"/>
              </a:ext>
            </a:extLst>
          </p:cNvPr>
          <p:cNvSpPr/>
          <p:nvPr/>
        </p:nvSpPr>
        <p:spPr>
          <a:xfrm rot="5400000">
            <a:off x="6825052" y="20908351"/>
            <a:ext cx="3626382" cy="3626382"/>
          </a:xfrm>
          <a:prstGeom prst="rtTriangl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Triangle 42">
            <a:extLst>
              <a:ext uri="{FF2B5EF4-FFF2-40B4-BE49-F238E27FC236}">
                <a16:creationId xmlns:a16="http://schemas.microsoft.com/office/drawing/2014/main" id="{7F837A3A-0E35-BB33-EEEE-1D748B8E346F}"/>
              </a:ext>
            </a:extLst>
          </p:cNvPr>
          <p:cNvSpPr/>
          <p:nvPr/>
        </p:nvSpPr>
        <p:spPr>
          <a:xfrm rot="16200000">
            <a:off x="14241142" y="9891270"/>
            <a:ext cx="3626382" cy="3626382"/>
          </a:xfrm>
          <a:prstGeom prst="rtTriangl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11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4CE42-1B3C-7475-7CCE-CCA160447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D381DC-D543-6247-4FB3-73D232AE7F6D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BFD9E3A-523D-95E6-9261-A71402A90D68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AC446B29-D0FB-502A-BEFE-DAB0ABCC206C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7C0DBC57-FB71-DCC2-8660-3EAABD4732A8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94111CAF-7D37-630C-D8B5-968C34BDCC36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8681C99B-C4A5-7C74-82FE-F7770D8087BD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28D962-F602-9242-7FC6-61300BD2B6E0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83B823A-8279-409B-8B48-C03377356D3B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913CA046-1C04-8C96-20A5-285C0BC78674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07CF7C81-7826-9406-8142-017122D4E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DB39E6F1-5652-6A8D-1248-0D57EBE0F944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7F382D48-900F-FEC5-6E8F-C7A1FF42D837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CDB25868-E47C-A606-E6AC-1A2363CD5BBC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24F552E0-215D-B8B9-9F82-EC9CC758C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97D112E7-BEBF-66D4-D2A5-54D1E7DECCA4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1A769143-557B-729D-BA85-F89A58451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3E6A7CE1-E64E-88EA-FFA3-72D9C99632F2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FBC6DFCC-72BD-4FDD-A418-11F641753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292D3B91-2A4F-A424-C2C1-767FA453272F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469694EF-47D2-6337-5D28-A7CC2F294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6AF55754-3782-A718-9D2C-C49ACDE7AC34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C2FD5C58-1918-CE70-060B-99F33BAB9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E14F121A-8A3C-CBD5-D5FF-690D6745270E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4DD3E23E-62CF-E620-5DCF-47B535ACD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1B823F4-9447-89B5-223C-7A893EA8DC6D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27ED5B20-42C4-3A6D-9159-534E2ABE22E7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F755B939-6284-6C74-B8D8-7D39BD7D0E77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B22F1676-5761-097E-86E7-8E7EA57B1A28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3D7DA5FF-18D2-EB9A-8D1F-B750EE05B09B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BD874255-CE0C-8922-9890-6B7975C34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B90AD049-CB34-BD47-6298-F8B4AC65602C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C87B08FB-7B5B-3DA4-8564-D64E34E54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3904ADDB-F14E-1453-3A8C-41CB4F43B60C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103189B4-E4F1-A2F1-EAE2-BC0B78B77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3463AC48-E30F-2AC4-0F36-99EC6B56A2BD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546A9135-54A1-1A28-AB15-5E6F14D98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BB9894B7-F4E1-8DE3-B53B-3BA0E4386812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29201017-6278-16CA-2CD5-EAAA82460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3990C7E1-87BF-9E9B-4018-669E9A4C37BB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90543DDE-A5DB-0FD1-F87F-616070DD3FC8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A90BC7F-A556-195B-AB0F-C01A8981C1A6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9BD1CA5-3BEA-2186-DA04-BE878A382576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00578932-A5F4-8959-D825-D862F2C96A85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99B5ED3-F6B4-8351-54B1-7F7EA47DA50D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D05FD09-399F-A263-E673-490597A591C3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A6879B2-6EDE-DA55-1169-F85CD9394A77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BF3F6DA-0CF4-2154-50C5-2FC44F56DA5A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FDE55BE-C9CB-AB4F-DA8B-E9AE0967838D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C62C069-96D4-D488-7F0E-3E37726CBF08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97689C5-7EBB-D18D-6BAB-6403B40184E2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6A175DC-D2D4-2C54-FBD3-829D62E6624A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1998B47B-631A-22E0-AD93-F07DEB010C5A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4297F890-0CF2-DC5D-AE04-AFDB6FD71311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2AB94675-6FCC-C42A-BBA2-4B6837D5C560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7B5E4DD7-CE16-5E50-CD02-6CBB934CAD2D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AF85219-785B-333D-56A4-DA8984C82089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81A365DD-1363-CE40-4CDC-D53952FF9C82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EFCC0B86-0563-DCB5-E632-CC7C513A9A94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0E49696-566B-209D-6589-D1EFDF6017E9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E1C9CCC1-13AA-A6D1-49A0-719B734E99AA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1AD81784-D49E-1A59-5AB9-A06D8480704A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F90E70B-70F1-7ED4-D367-784B2B8C5B26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9B356825-819B-C9D2-44D2-C9E27ADB832E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ABFB542E-5815-305F-DCFF-76F0FEFAD5D1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81C56D09-A8B5-80FA-0EAF-DDC5F866AA63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BC26D7F3-9B45-7868-7407-9E5260307C93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29B73A7A-C55C-04B4-D58F-E87978FC3E94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26EBD7FF-C788-F4D0-4EFA-D20BFE79D41C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937E8EA0-5265-B336-5311-DECD21ECDF29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034DD88F-8619-0E05-4A51-88520C045A6B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542A9153-0538-6DCD-F6AD-88C160F6ADC6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E06FA168-FB7F-9C36-8014-1CA450CA5748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39D1E720-1317-B704-ABB4-329780125FFF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9DDB704A-A3D0-FBD6-9841-8CA74C73D8E0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894694DE-D0D3-4768-5119-BC13942D04A3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801F8D9A-9186-9256-487D-3637116036C7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16A47671-C128-40D9-5570-F5FFEB9CB840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CCB73F62-B466-CF87-5B0E-48136E143008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1057A8C9-0A96-CFD6-0E59-957E251392E9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F337AEFB-70C6-F865-587E-66A0664F8B77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BA0F9142-4278-5FA2-EC5A-EF447D651F5F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55D5503E-725B-1566-20CD-A74EFC80159F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7F07F041-A404-7142-1791-F8AFC2558FF1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1BBFE3DC-D783-D5E8-5C9F-7D47864753B4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99F339B-7A05-DE24-8164-CB063B1D914C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1AA7AA9D-B84C-E129-73AB-DA8D1B3CDB8F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9B2F0155-5231-B875-DB4D-8949464A3E7B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3E3E8597-811C-5ED4-C293-3131501BF69C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153789D8-E03F-7D11-2A45-CF87F73F7B0E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B74A160D-E381-AB18-003C-25E48A72FF9D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A129BD6-6938-B2A8-0409-8B3E27322697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23493838-C6ED-D090-D23B-E68E21D48B49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3AF98CD-68E2-7A04-8E83-DC97B7CF564D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3D02A6FF-36DD-1A62-523A-308BE9DA8872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A9EF1B15-A96D-7E1C-41F4-2D2F22352308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59EF35A-9D60-E080-22E1-D5BBEAF3ECF1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A0DF5FD0-41D2-1189-8A86-5B815CC98629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CA9B221-30FB-046C-B2C5-6E66B6A09052}"/>
              </a:ext>
            </a:extLst>
          </p:cNvPr>
          <p:cNvSpPr txBox="1"/>
          <p:nvPr/>
        </p:nvSpPr>
        <p:spPr>
          <a:xfrm>
            <a:off x="2159801" y="10880261"/>
            <a:ext cx="188865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x20</a:t>
            </a:r>
            <a:endParaRPr lang="en-US" sz="8800" dirty="0">
              <a:solidFill>
                <a:schemeClr val="accent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0289DA-7A54-23BA-1C69-6B871B4A5B06}"/>
              </a:ext>
            </a:extLst>
          </p:cNvPr>
          <p:cNvSpPr txBox="1"/>
          <p:nvPr/>
        </p:nvSpPr>
        <p:spPr>
          <a:xfrm>
            <a:off x="1850652" y="9471349"/>
            <a:ext cx="63226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#three connected links (a loop)</a:t>
            </a:r>
          </a:p>
          <a:p>
            <a:r>
              <a:rPr lang="en-US" sz="3600" dirty="0"/>
              <a:t>=#face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AF94A9-93B1-1D7C-F674-A6AF11D7BAD9}"/>
              </a:ext>
            </a:extLst>
          </p:cNvPr>
          <p:cNvCxnSpPr>
            <a:cxnSpLocks/>
          </p:cNvCxnSpPr>
          <p:nvPr/>
        </p:nvCxnSpPr>
        <p:spPr>
          <a:xfrm>
            <a:off x="4118202" y="25456692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0A5F85-7CB9-00BC-C2C5-555ED56E5AC4}"/>
              </a:ext>
            </a:extLst>
          </p:cNvPr>
          <p:cNvCxnSpPr>
            <a:cxnSpLocks/>
          </p:cNvCxnSpPr>
          <p:nvPr/>
        </p:nvCxnSpPr>
        <p:spPr>
          <a:xfrm flipV="1">
            <a:off x="5758226" y="16196156"/>
            <a:ext cx="11134155" cy="11055587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B30D2F1-6E47-4CB4-A0DC-14EA2A1C95C7}"/>
              </a:ext>
            </a:extLst>
          </p:cNvPr>
          <p:cNvCxnSpPr>
            <a:cxnSpLocks/>
          </p:cNvCxnSpPr>
          <p:nvPr/>
        </p:nvCxnSpPr>
        <p:spPr>
          <a:xfrm>
            <a:off x="4274000" y="21989615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BE51C7-79E9-2308-6237-82C1191F1D92}"/>
              </a:ext>
            </a:extLst>
          </p:cNvPr>
          <p:cNvCxnSpPr>
            <a:cxnSpLocks/>
          </p:cNvCxnSpPr>
          <p:nvPr/>
        </p:nvCxnSpPr>
        <p:spPr>
          <a:xfrm>
            <a:off x="15130007" y="14513285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7A4A63-BB4B-DD5D-30AB-E43FD0985326}"/>
              </a:ext>
            </a:extLst>
          </p:cNvPr>
          <p:cNvCxnSpPr>
            <a:cxnSpLocks/>
          </p:cNvCxnSpPr>
          <p:nvPr/>
        </p:nvCxnSpPr>
        <p:spPr>
          <a:xfrm>
            <a:off x="7991525" y="18291146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8656440-37E5-A43C-5506-26C2A2664BA7}"/>
              </a:ext>
            </a:extLst>
          </p:cNvPr>
          <p:cNvCxnSpPr>
            <a:cxnSpLocks/>
          </p:cNvCxnSpPr>
          <p:nvPr/>
        </p:nvCxnSpPr>
        <p:spPr>
          <a:xfrm flipV="1">
            <a:off x="4252581" y="18295817"/>
            <a:ext cx="3661534" cy="363569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4735E03-A7BC-7578-9217-43DE53ADBD19}"/>
              </a:ext>
            </a:extLst>
          </p:cNvPr>
          <p:cNvCxnSpPr>
            <a:cxnSpLocks/>
          </p:cNvCxnSpPr>
          <p:nvPr/>
        </p:nvCxnSpPr>
        <p:spPr>
          <a:xfrm flipV="1">
            <a:off x="4043154" y="23595406"/>
            <a:ext cx="1924446" cy="191086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91DCE31-D212-7C38-8AD6-1EC2BE5F5082}"/>
              </a:ext>
            </a:extLst>
          </p:cNvPr>
          <p:cNvCxnSpPr>
            <a:cxnSpLocks/>
          </p:cNvCxnSpPr>
          <p:nvPr/>
        </p:nvCxnSpPr>
        <p:spPr>
          <a:xfrm flipV="1">
            <a:off x="9552693" y="14381414"/>
            <a:ext cx="5628175" cy="558845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623346D-0FBB-3457-1740-9732BAE4A861}"/>
              </a:ext>
            </a:extLst>
          </p:cNvPr>
          <p:cNvCxnSpPr>
            <a:cxnSpLocks/>
          </p:cNvCxnSpPr>
          <p:nvPr/>
        </p:nvCxnSpPr>
        <p:spPr>
          <a:xfrm flipV="1">
            <a:off x="6786761" y="17280046"/>
            <a:ext cx="7363009" cy="731105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39FBEE-73BD-70D6-FE6C-6BBFA7839800}"/>
              </a:ext>
            </a:extLst>
          </p:cNvPr>
          <p:cNvCxnSpPr>
            <a:cxnSpLocks/>
          </p:cNvCxnSpPr>
          <p:nvPr/>
        </p:nvCxnSpPr>
        <p:spPr>
          <a:xfrm flipH="1" flipV="1">
            <a:off x="6906192" y="20885733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7F582C-8E9D-FFFD-C6FF-6E5CC51477D5}"/>
              </a:ext>
            </a:extLst>
          </p:cNvPr>
          <p:cNvCxnSpPr>
            <a:cxnSpLocks/>
          </p:cNvCxnSpPr>
          <p:nvPr/>
        </p:nvCxnSpPr>
        <p:spPr>
          <a:xfrm flipH="1">
            <a:off x="6818691" y="20935913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993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19671-58E8-398C-F08D-3C5B7114A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93213A-73DC-C65B-0226-EA352274B46A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1DB010-7132-6CE0-CCCC-66A9EA9989B0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F2DBAEAE-6581-BD61-7130-2F60DB0AC7AD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BDC917F1-A76B-6F06-8346-CB6B89C7BF81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125F9FD7-3752-D073-1DF9-A6D0613237D7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C3E5319A-272D-7D83-E807-D64885CCF620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B45946-7508-36BA-4087-43F0B0BDD4DF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ABA6873-595B-5608-2188-4EC8C155DAE0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F835655A-1186-25A7-396A-E1A4AC89C005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07CF7C81-7826-9406-8142-017122D4E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85BCB69B-F736-28FD-976E-6653251B3C46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02166251-A0F3-9083-3EEB-9012C6E2A259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EEC3B727-D87A-4F85-83BA-FD019AC3D850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24F552E0-215D-B8B9-9F82-EC9CC758C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30CB2D47-7B01-17B9-540C-1F1AB8FB7406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1A769143-557B-729D-BA85-F89A58451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20C017BF-B240-5DFE-4EC9-4C86FC2D0F2C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FBC6DFCC-72BD-4FDD-A418-11F641753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B1E218A8-EE2E-0FCD-A90A-8BB285B48ECC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469694EF-47D2-6337-5D28-A7CC2F294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3C738F86-7FC2-10A0-131B-BF359F5D4A9E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C2FD5C58-1918-CE70-060B-99F33BAB9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404CA3A9-3874-EE1C-BB13-32B060B4FF44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4DD3E23E-62CF-E620-5DCF-47B535ACD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1627B068-F188-C4A3-DCA1-A8AD89A4827E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5B9FC618-66D4-F7A2-9B59-0831E5964601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0A5C33D0-A80B-D9F4-1494-4157565D768F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525260BF-87A8-F4EA-2CBC-655F15030761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34D27584-4FF7-914A-EDE3-BEA8CBABAE5D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BD874255-CE0C-8922-9890-6B7975C34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DBD0CD62-FFD9-71B5-5E35-46615AF0F0AE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C87B08FB-7B5B-3DA4-8564-D64E34E54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67FBEBC3-D87A-6C98-2C35-CCE25B7567FB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103189B4-E4F1-A2F1-EAE2-BC0B78B77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8DC1B31F-9206-2390-CDAD-DAB36F0F8F4B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546A9135-54A1-1A28-AB15-5E6F14D98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3DAE4934-87D9-D34C-2B01-6D9A9B218618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29201017-6278-16CA-2CD5-EAAA82460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1B9A1D34-90EC-15A5-665D-0E72584BC0CD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BE0DBD5F-E090-86CD-6CE0-8566AA8F59AB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5F9C91D-EE96-1AC3-20EA-C41565923EB3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941BA4-8287-CB8A-026B-FD3332D236AD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5B5D03CB-AA32-E1D1-2CC0-0E6888403FD4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A0A97DD-12C8-4C3B-3A62-30B89F18AA24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977BCEF-9B3A-C176-BC42-4342F165C401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CE4E540-FC8C-EBB9-8EE1-8579EB2A3270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7E0A001-2D34-C9D6-086B-6DFD81B20FE9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880056F-5601-9C0B-54CA-CE7379137EF2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18A6115-5DEF-712C-25DE-B74863998245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6E0DD67-0145-4084-059D-196CF299C42C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8CAF6D0-FC01-1DDA-7A4E-3E2E6843FE25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A8859458-7EB3-BAA8-9EAF-6FD38ACE9997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8D84B8F-CABF-99AF-FD95-5A73D6B86F9C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2AD6714-6906-517F-26E6-9EC796C51833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F667B6C-C0F5-D7E7-EFC6-57CC3A514A44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B03CEBB-7D15-CB75-4F4A-E03E0FF77FD8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CD85DCC9-204A-C1DD-E16B-F366ACAD5EA3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76FE55AB-1C83-F771-9A76-BAC76C563A97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68543DE-92A6-3385-A865-306B7D22C73E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E3C81571-4250-31F7-9C58-4331D677AD91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0012E6A6-1107-54B7-7CE6-00C7024F20A4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703C2D1A-8E53-FF59-2B03-1F2D0F84CBF7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DB1F0DAA-B9AE-BB05-CFBA-6BE13B19D9CB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67418089-8A11-4A5A-DB5C-5923DEE2FC77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3DE3D23F-E59D-1D1A-B9EE-78817269416C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79026E31-6E32-C750-B4C5-BDDED7399AD1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56D88A27-6C55-AE8D-4200-266BD11A9AF0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897FEA92-CE2B-6E37-3AF0-DAD92849F9F0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25285304-8D9A-438F-C861-07D9CFF04D55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AC2D227F-BE35-0BDA-35A8-E04FEE561302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F967B2E9-60EC-54CD-E666-AB0EE5110980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F5712A33-1ED2-9B28-580D-893A207E2BB7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71B32002-A24F-8601-ADB7-8F4B3874F755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FC260798-40A7-087A-300A-DE29BBBAA744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7E59168D-6D2B-C703-1E45-409264607AAC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F207CD3A-4587-2CA8-6453-0CB62D566B79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F91C840B-8A49-DCF7-FEFC-D9F896B4A136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AD72F3EB-99F0-6AAE-CEEF-5844BE84A700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860ABA49-1891-D8C3-7B04-8100373C8A63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B0204F92-6C1D-892A-877B-5F9B28C2E8D8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B48B7CE4-7F1A-DE19-08DB-6E14C59C8AEE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DF4C5BDE-D16C-3151-9A18-B4B410FCC4D8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B2F5FBF8-4177-FF69-D7E2-BEB9C12D2658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E8CF3E7E-A31B-CC92-1ADF-359968D10E25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EEB1F9F7-2D3B-74CB-3E55-9C144FDB8C1C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B79BAA67-F1DA-2A77-DAA1-5C163009581A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02DF7FA6-E241-421A-0F3B-702C618A46BA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AE4A505-7979-63DD-9038-769AAD68762E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18B8DFB8-D0C3-61C8-269A-BA294B0CE42B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BB6AE123-3DCB-977B-A78A-D5A40523F608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C8CA4D2F-321D-C63A-D5BE-7E1091EFFFBA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2EAA7019-690C-42CD-F53D-C6E4FB63169A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E2D0344B-45E9-6364-1E65-F77EEF12DB0E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165E38B8-DF93-3AEF-4532-50A1DC17D37C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97862AA8-3D96-4DD6-4995-D6663A7470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22D6BF4-A52C-9DB8-C377-93EBA6905E35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25C12E9F-DFD5-DEBE-0C16-48F40802E54B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250BA7F-7DE2-A8FF-92DD-2E027B610E9B}"/>
              </a:ext>
            </a:extLst>
          </p:cNvPr>
          <p:cNvSpPr txBox="1"/>
          <p:nvPr/>
        </p:nvSpPr>
        <p:spPr>
          <a:xfrm>
            <a:off x="2159801" y="10880261"/>
            <a:ext cx="188865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x20</a:t>
            </a:r>
            <a:endParaRPr lang="en-US" sz="8800" dirty="0">
              <a:solidFill>
                <a:schemeClr val="accent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8776CE-4817-D1F7-1BB6-8617D3B0B2EC}"/>
              </a:ext>
            </a:extLst>
          </p:cNvPr>
          <p:cNvSpPr txBox="1"/>
          <p:nvPr/>
        </p:nvSpPr>
        <p:spPr>
          <a:xfrm>
            <a:off x="1850652" y="9471349"/>
            <a:ext cx="63226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#three connected links (a loop)</a:t>
            </a:r>
          </a:p>
          <a:p>
            <a:r>
              <a:rPr lang="en-US" sz="3600" dirty="0"/>
              <a:t>=#face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CFCE2B-1A09-E5DB-02D7-18BADAAA52B5}"/>
              </a:ext>
            </a:extLst>
          </p:cNvPr>
          <p:cNvCxnSpPr>
            <a:cxnSpLocks/>
          </p:cNvCxnSpPr>
          <p:nvPr/>
        </p:nvCxnSpPr>
        <p:spPr>
          <a:xfrm>
            <a:off x="4118202" y="25456692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7043297-D523-5593-6F87-733F831E5A99}"/>
              </a:ext>
            </a:extLst>
          </p:cNvPr>
          <p:cNvCxnSpPr>
            <a:cxnSpLocks/>
          </p:cNvCxnSpPr>
          <p:nvPr/>
        </p:nvCxnSpPr>
        <p:spPr>
          <a:xfrm flipV="1">
            <a:off x="5758226" y="16196156"/>
            <a:ext cx="11134155" cy="11055587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339CC9D-09D1-1AB4-52E3-10C07B7166D7}"/>
              </a:ext>
            </a:extLst>
          </p:cNvPr>
          <p:cNvCxnSpPr>
            <a:cxnSpLocks/>
          </p:cNvCxnSpPr>
          <p:nvPr/>
        </p:nvCxnSpPr>
        <p:spPr>
          <a:xfrm>
            <a:off x="4274000" y="21989615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1200FFB-0885-0BD4-ED49-5801EA08F5E1}"/>
              </a:ext>
            </a:extLst>
          </p:cNvPr>
          <p:cNvCxnSpPr>
            <a:cxnSpLocks/>
          </p:cNvCxnSpPr>
          <p:nvPr/>
        </p:nvCxnSpPr>
        <p:spPr>
          <a:xfrm>
            <a:off x="15130007" y="14513285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95C3774-A8EE-47F0-9789-CE7086FC237C}"/>
              </a:ext>
            </a:extLst>
          </p:cNvPr>
          <p:cNvCxnSpPr>
            <a:cxnSpLocks/>
          </p:cNvCxnSpPr>
          <p:nvPr/>
        </p:nvCxnSpPr>
        <p:spPr>
          <a:xfrm>
            <a:off x="7991525" y="18291146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2B023F-ACB2-176C-6E3F-AF8B8FC7BE5F}"/>
              </a:ext>
            </a:extLst>
          </p:cNvPr>
          <p:cNvCxnSpPr>
            <a:cxnSpLocks/>
          </p:cNvCxnSpPr>
          <p:nvPr/>
        </p:nvCxnSpPr>
        <p:spPr>
          <a:xfrm flipV="1">
            <a:off x="4252581" y="18295817"/>
            <a:ext cx="3661534" cy="363569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697FE94-09CE-0601-BEFE-ABE7661E2CEC}"/>
              </a:ext>
            </a:extLst>
          </p:cNvPr>
          <p:cNvCxnSpPr>
            <a:cxnSpLocks/>
          </p:cNvCxnSpPr>
          <p:nvPr/>
        </p:nvCxnSpPr>
        <p:spPr>
          <a:xfrm flipV="1">
            <a:off x="4043154" y="23595406"/>
            <a:ext cx="1924446" cy="191086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6563B2A-7BE0-32C8-954B-09994145DF12}"/>
              </a:ext>
            </a:extLst>
          </p:cNvPr>
          <p:cNvCxnSpPr>
            <a:cxnSpLocks/>
          </p:cNvCxnSpPr>
          <p:nvPr/>
        </p:nvCxnSpPr>
        <p:spPr>
          <a:xfrm flipV="1">
            <a:off x="9552693" y="14381414"/>
            <a:ext cx="5628175" cy="558845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836D236-1E21-7BD8-C40E-59CCB3D1DF6A}"/>
              </a:ext>
            </a:extLst>
          </p:cNvPr>
          <p:cNvCxnSpPr>
            <a:cxnSpLocks/>
          </p:cNvCxnSpPr>
          <p:nvPr/>
        </p:nvCxnSpPr>
        <p:spPr>
          <a:xfrm flipV="1">
            <a:off x="6786761" y="17280046"/>
            <a:ext cx="7363009" cy="731105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3D78E4-A0EF-D59A-4959-7525A0A91708}"/>
              </a:ext>
            </a:extLst>
          </p:cNvPr>
          <p:cNvCxnSpPr>
            <a:cxnSpLocks/>
          </p:cNvCxnSpPr>
          <p:nvPr/>
        </p:nvCxnSpPr>
        <p:spPr>
          <a:xfrm flipH="1" flipV="1">
            <a:off x="6906192" y="20885733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2CE8DF-160B-1838-6EB3-11E73111BC52}"/>
              </a:ext>
            </a:extLst>
          </p:cNvPr>
          <p:cNvCxnSpPr>
            <a:cxnSpLocks/>
          </p:cNvCxnSpPr>
          <p:nvPr/>
        </p:nvCxnSpPr>
        <p:spPr>
          <a:xfrm flipH="1">
            <a:off x="6818691" y="20935913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B1617B6-C82A-BC36-ABE1-1197512FF2A0}"/>
              </a:ext>
            </a:extLst>
          </p:cNvPr>
          <p:cNvSpPr/>
          <p:nvPr/>
        </p:nvSpPr>
        <p:spPr>
          <a:xfrm rot="18900000">
            <a:off x="15400814" y="8710913"/>
            <a:ext cx="5132565" cy="2455719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871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3DCED-56BB-AE49-7409-C32078536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A71DA8-7068-016B-11E4-200881075FEC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2238137-DA6D-C3E0-602C-1737CE8FCE91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4720B5DF-AC7C-69DD-FA80-B1222DDA6C33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CBB6C8F4-BCA4-AE72-35E1-BAE3080D4D0E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A86A8E8D-CC5F-FB3D-91FF-1D13AD26A424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1CB60DF2-E187-E8D3-A6F3-85FD5648C4C0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16FEA9-C404-5260-1FED-D3C2220F6A4B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5D8581D-4569-0CA6-1484-A075DB5F79BC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891CA72A-C50B-5CA2-0C03-5823711C19CA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07CF7C81-7826-9406-8142-017122D4E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C1AE8B8A-D4B8-E2D8-839C-2B3BF919B42F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1DEAA866-7E0C-268F-ACBA-DEDA5C6F839B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BB636A77-323A-324D-B52D-72CE16250F3B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24F552E0-215D-B8B9-9F82-EC9CC758C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B95388FA-24CD-3513-3175-9C849D260CE2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1A769143-557B-729D-BA85-F89A58451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B289B230-1AA5-1E85-B83B-9BB917FF8446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FBC6DFCC-72BD-4FDD-A418-11F641753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9D72996B-CF5C-33B0-F777-038C0B8B386D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469694EF-47D2-6337-5D28-A7CC2F294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C2A4251E-ECE2-3DE1-CE09-68C2E87BEA3C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C2FD5C58-1918-CE70-060B-99F33BAB9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C4C7E9BA-CCD3-7B29-F1BA-B8D79A03E83A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4DD3E23E-62CF-E620-5DCF-47B535ACD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48D3A0CF-D4C6-1D3B-AFC4-F6BCAB18B816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0E3992C6-8B94-2616-1C8C-5BCEC56F1D71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66D1DA1A-608D-B017-7937-9A1743D7D255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61A9A02D-9A8D-49A4-561F-9E39C16C794C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80EA3770-2993-07B6-7656-90709746414C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BD874255-CE0C-8922-9890-6B7975C34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CECDBD2D-8A8A-28FB-E60D-626B8028D8AB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C87B08FB-7B5B-3DA4-8564-D64E34E54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B3000D68-AD04-350A-57D7-6761A2164ECD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103189B4-E4F1-A2F1-EAE2-BC0B78B77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D1EA40FC-1C80-5DB6-1BF6-8E9B20740F9E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546A9135-54A1-1A28-AB15-5E6F14D98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807B9E71-9359-5440-643F-294AEFF47EE2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29201017-6278-16CA-2CD5-EAAA82460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E177202B-9DEA-E25C-D897-29E3DE6CDE60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A7759F17-2513-6BC1-7B8C-E90F91251E2A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14CFC1B-BFFD-75AB-A6C0-6E5B7D87FB29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0AF836E-AAC2-65E3-8C15-D92ED0FA960C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A22D7B8-3637-8B61-E0B6-B118B177E7F8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769C72-E1D7-E8A4-2344-5D9C7A7446C4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C938FF6-F3D8-D3CA-AFE2-1CB0E0614607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44BD921-4E8D-8B95-5E20-52FCE5423E52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BCA4624-C836-7B9B-6EBF-D9DD9373A935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6056652-BDC8-4BC9-07E8-0E6D9B3E3149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2872CBB-E794-B481-23B5-4D31E2E391D0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09B0B18-9E76-FD6B-FBF8-460AAFF237EB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4FC44AC-ADBA-BFBB-2AD3-95508D31D594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CC566CAD-8423-AE16-2AF0-6C542993573F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B02E4DD-512D-D4B3-2A39-E8E1CF297DF6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39910AB7-99B4-EFF1-0F74-3E3E73973436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194F965C-A6B5-09E3-748E-D12E0E31F6E1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68E1911-0F7F-29E9-1852-8BAA3825F6D2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0790758-2A0D-624B-493B-4A3DD6518DA5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8AAD2988-FBA9-568A-10A5-4A3F3FA428D1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D74915B1-8545-A00C-BB1B-889624F0BC9E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9CD30F6F-114D-BD8E-41B7-039084CCA69B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6F83E4E3-8530-9A13-2638-9BDB43EDDF3F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E8E4EC0E-85DE-CED5-778E-4037A6E87DEC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964AE65D-B84E-254E-9D62-8CC55FAE02DA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F3A46C0A-EABD-D6A5-5AD9-46847B90CD12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0ED06439-6FCC-B853-CB48-8EBC78903100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5E6BFF2C-0416-13A4-FE41-5A45F51E2362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0D3B0E66-440A-9E65-6729-DB3B4649DCD9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2584E4A9-B6FA-6CB9-0189-FCC8140CBD4E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CFCCC36D-E572-BB2E-087B-E48C1EA58FB5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6D9749F6-C3BA-F913-20A3-B7901B41D9B1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DEC0F8D9-326E-F8A1-087F-13ED1510D91F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A4B96E41-2532-C448-E0A4-44C19823438C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FCC02B76-BEEA-BE5B-DA0D-309EE361D7C4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9C749B5D-5E12-FE35-3728-9797D9DA705B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EBF6412A-83C6-D156-3CF5-B4AD8DA9EEAC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5A3083D5-610C-7593-1132-69F95B23A967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45D21599-188C-D7A5-2779-6A3160BB0094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6AC57A62-7B81-3E68-BAA8-239BC488A09F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436CE753-3CAC-7AB5-AE36-0EE274603D5C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ED041DBB-B237-D021-B4AD-D05091D2F8BD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38D25B29-1B9E-965F-606A-D6A9AD7A0900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505267D3-F9AB-23FD-7071-28F23A9ED9C0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4DC1A586-29C4-597B-886C-AE601B19F242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9BCA3C2C-252B-9514-592B-A85C7C8EEC90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8648902-ED9C-7034-B499-5CBC4ED1F4D2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58E3329-15D7-D097-37D9-5EF37F6BA3F6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32A7685B-BE7D-2F7B-C25F-24E79F1BA295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45A87940-2B18-42E5-416D-DE71A66DC0A4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D4B558E2-2414-38A9-BC15-846F9B10BC18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11AF870D-DBE6-C0FC-FB95-DCA63DEB2590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C524269A-A77A-312F-5C36-F051ED17BC36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F089B52-9235-FD45-25BB-9081BCC7BC82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7A1BFAD2-6E49-DE59-625C-73B6B124D3F2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46DF26A0-77F2-8C06-2260-77654A67A13B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AFEEC964-5E82-EE6B-561A-3024538FEA2A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6FAD16E5-F62A-BE4A-BDCA-BC27DE986B13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CCD939B6-DF15-8B45-584F-353F1A2EDC54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6D3F35B-714D-1F80-9D42-D08EE4D3CE25}"/>
              </a:ext>
            </a:extLst>
          </p:cNvPr>
          <p:cNvSpPr txBox="1"/>
          <p:nvPr/>
        </p:nvSpPr>
        <p:spPr>
          <a:xfrm>
            <a:off x="2159801" y="10880261"/>
            <a:ext cx="188865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x20</a:t>
            </a:r>
            <a:endParaRPr lang="en-US" sz="8800" dirty="0">
              <a:solidFill>
                <a:schemeClr val="accent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CEC9DA-5DF2-4025-AEC7-6949CD9C3FFF}"/>
              </a:ext>
            </a:extLst>
          </p:cNvPr>
          <p:cNvSpPr txBox="1"/>
          <p:nvPr/>
        </p:nvSpPr>
        <p:spPr>
          <a:xfrm>
            <a:off x="1850652" y="9471349"/>
            <a:ext cx="63226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#three connected links (a loop)</a:t>
            </a:r>
          </a:p>
          <a:p>
            <a:r>
              <a:rPr lang="en-US" sz="3600" dirty="0"/>
              <a:t>=#face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9446AA7-45EE-E780-5285-2CC694FA5E94}"/>
              </a:ext>
            </a:extLst>
          </p:cNvPr>
          <p:cNvCxnSpPr>
            <a:cxnSpLocks/>
          </p:cNvCxnSpPr>
          <p:nvPr/>
        </p:nvCxnSpPr>
        <p:spPr>
          <a:xfrm>
            <a:off x="4118202" y="25456692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E79ECA-21C6-1AC1-AE52-B4D535C33170}"/>
              </a:ext>
            </a:extLst>
          </p:cNvPr>
          <p:cNvCxnSpPr>
            <a:cxnSpLocks/>
          </p:cNvCxnSpPr>
          <p:nvPr/>
        </p:nvCxnSpPr>
        <p:spPr>
          <a:xfrm flipV="1">
            <a:off x="5758226" y="12505814"/>
            <a:ext cx="14807247" cy="1474592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7574DB-4E2F-E3AC-4EB8-4FF790D099EF}"/>
              </a:ext>
            </a:extLst>
          </p:cNvPr>
          <p:cNvCxnSpPr>
            <a:cxnSpLocks/>
          </p:cNvCxnSpPr>
          <p:nvPr/>
        </p:nvCxnSpPr>
        <p:spPr>
          <a:xfrm>
            <a:off x="4274000" y="21989615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B48839-907D-193D-97A6-AE4C020F8691}"/>
              </a:ext>
            </a:extLst>
          </p:cNvPr>
          <p:cNvCxnSpPr>
            <a:cxnSpLocks/>
          </p:cNvCxnSpPr>
          <p:nvPr/>
        </p:nvCxnSpPr>
        <p:spPr>
          <a:xfrm>
            <a:off x="18743706" y="10808578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7055FA-6E0A-3212-E3A0-DEE18A8349DF}"/>
              </a:ext>
            </a:extLst>
          </p:cNvPr>
          <p:cNvCxnSpPr>
            <a:cxnSpLocks/>
          </p:cNvCxnSpPr>
          <p:nvPr/>
        </p:nvCxnSpPr>
        <p:spPr>
          <a:xfrm>
            <a:off x="7991525" y="18291146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31220E-4322-E7BC-8F22-24CAC28DECE7}"/>
              </a:ext>
            </a:extLst>
          </p:cNvPr>
          <p:cNvCxnSpPr>
            <a:cxnSpLocks/>
          </p:cNvCxnSpPr>
          <p:nvPr/>
        </p:nvCxnSpPr>
        <p:spPr>
          <a:xfrm flipV="1">
            <a:off x="4252581" y="18295817"/>
            <a:ext cx="3661534" cy="363569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E15254-8E57-8E06-BE09-96D433B21698}"/>
              </a:ext>
            </a:extLst>
          </p:cNvPr>
          <p:cNvCxnSpPr>
            <a:cxnSpLocks/>
          </p:cNvCxnSpPr>
          <p:nvPr/>
        </p:nvCxnSpPr>
        <p:spPr>
          <a:xfrm flipV="1">
            <a:off x="4043154" y="23595406"/>
            <a:ext cx="1924446" cy="191086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7594F9C-E266-3E60-0DE2-ABBCC4FE791A}"/>
              </a:ext>
            </a:extLst>
          </p:cNvPr>
          <p:cNvCxnSpPr>
            <a:cxnSpLocks/>
          </p:cNvCxnSpPr>
          <p:nvPr/>
        </p:nvCxnSpPr>
        <p:spPr>
          <a:xfrm flipV="1">
            <a:off x="9552693" y="10678770"/>
            <a:ext cx="9357133" cy="929110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9F40565-997B-7F42-0E73-AD4DE356F2FA}"/>
              </a:ext>
            </a:extLst>
          </p:cNvPr>
          <p:cNvCxnSpPr>
            <a:cxnSpLocks/>
          </p:cNvCxnSpPr>
          <p:nvPr/>
        </p:nvCxnSpPr>
        <p:spPr>
          <a:xfrm flipV="1">
            <a:off x="6786761" y="13550343"/>
            <a:ext cx="11119218" cy="1104075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5826B1-3F8B-943E-0F0B-1C0695057293}"/>
              </a:ext>
            </a:extLst>
          </p:cNvPr>
          <p:cNvCxnSpPr>
            <a:cxnSpLocks/>
          </p:cNvCxnSpPr>
          <p:nvPr/>
        </p:nvCxnSpPr>
        <p:spPr>
          <a:xfrm flipH="1" flipV="1">
            <a:off x="6906192" y="20885733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655FFC-2077-640C-6A3F-D5A56A8ECCE2}"/>
              </a:ext>
            </a:extLst>
          </p:cNvPr>
          <p:cNvCxnSpPr>
            <a:cxnSpLocks/>
          </p:cNvCxnSpPr>
          <p:nvPr/>
        </p:nvCxnSpPr>
        <p:spPr>
          <a:xfrm flipH="1">
            <a:off x="6818691" y="20935913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4F141C5-C717-4128-AC16-02B4DDBED39F}"/>
              </a:ext>
            </a:extLst>
          </p:cNvPr>
          <p:cNvSpPr txBox="1"/>
          <p:nvPr/>
        </p:nvSpPr>
        <p:spPr>
          <a:xfrm>
            <a:off x="3782291" y="4946073"/>
            <a:ext cx="88313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Dual: Four attached triangles</a:t>
            </a:r>
          </a:p>
        </p:txBody>
      </p:sp>
    </p:spTree>
    <p:extLst>
      <p:ext uri="{BB962C8B-B14F-4D97-AF65-F5344CB8AC3E}">
        <p14:creationId xmlns:p14="http://schemas.microsoft.com/office/powerpoint/2010/main" val="395305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48579-0DFF-F055-956C-8B59A21A3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0038B5-B6F9-BC63-2064-D93C937BC3D0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8DF242F-EA33-A10F-EF46-8F1BEC8DEDE0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D16590DC-FF43-5A3E-E694-B422FFCA8090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B708E1D7-0C8A-EC77-74E4-C8C38DF58054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23917106-DB11-5BE8-A43A-15BAC7FA56DD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64297900-E936-A903-7CE0-F7A2C00F36A9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6B3E83-CF8F-E361-C61A-53E4539FB986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28402CD-1873-E916-C2F7-672B0A0056AE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FCD09B40-B412-4B3A-F5DC-768151B263A8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07CF7C81-7826-9406-8142-017122D4E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5926B378-36B9-782F-CE5D-7ED1B3536967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EBE547E0-7740-0894-ED4A-6A8DE0E7C7C4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BD5AB762-EC9A-B8A6-A783-771EBF470120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24F552E0-215D-B8B9-9F82-EC9CC758C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1300D236-CFFD-0D52-D3AC-737FE7EEE087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1A769143-557B-729D-BA85-F89A58451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3349E694-8E92-96F0-C9D4-ECE8A3014313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FBC6DFCC-72BD-4FDD-A418-11F641753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57494382-DB1E-9642-9153-0E11C9B25CC5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469694EF-47D2-6337-5D28-A7CC2F294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218A5F7C-F1E3-00A6-2C93-9C83B554B4C9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C2FD5C58-1918-CE70-060B-99F33BAB9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CFE59DA1-39FC-D127-ACD9-0C93CB27FD28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4DD3E23E-62CF-E620-5DCF-47B535ACD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2BDFAB92-D6E4-654C-FD5B-664C1BC22F6A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F285CB41-181C-DB36-2C36-9C9148C2E62D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29ECA975-5077-03FD-56FA-7E65EDE22B9B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8ABAD4C9-B28A-4B5B-783F-283983CBF77B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E6203EB9-9F90-61A5-83D8-E140159F4B7F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BD874255-CE0C-8922-9890-6B7975C34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5DF200D2-E637-DBFC-E273-62F16F4A7803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C87B08FB-7B5B-3DA4-8564-D64E34E54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FB8243B2-5CF8-2898-9999-25B11587384C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103189B4-E4F1-A2F1-EAE2-BC0B78B77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91118E34-DAD4-3CD2-8BAD-3508D5C1C620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546A9135-54A1-1A28-AB15-5E6F14D98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DD777A54-2AD5-88F7-CFAA-7F582FFED6E1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29201017-6278-16CA-2CD5-EAAA82460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454190B8-F318-9C2A-3B0A-FAA45A4CAC49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216EF449-6CC6-389E-2121-F83EEC8035BC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DB6CF40-0081-C88D-5183-B0F6733E3C7C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B0F7262-12E4-71EA-FB6D-FE5E71BB3E19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D6C90067-CB3D-AD16-A208-BAAD2C74FF63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BABAEA4-DF33-A890-21F7-A2B57F54FD11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AD1DA86-73CA-4DEE-BCF1-D5080BB249D2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D946F8A-7D56-3115-F610-50F263E1C544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F0FC2D-DC1F-8C44-C581-AE4048ACADBF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528B16C-DEB4-58F9-E0CD-7AD74EEA37ED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5656B41-7CBB-D3F9-6EA0-D0C972965F3E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ADEB50D-BEF5-03FD-7692-E0A05B8BDFDB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D61DBDA-D45F-BBA3-B056-FE569EE5AA04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7A567A86-98C9-CEF4-11F0-BA6F645608E4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8190486-36C5-358D-F8C5-AC67BE7DD5F9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F312A53-AF49-FC61-FC55-5453EC354FD9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71CF317A-D941-79D0-7530-01FB93605969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147BE0F-B241-B821-0615-A6C43BAB61BD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A63F1968-3CBA-9385-D0E3-28286EDCDB1A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DF64B388-0D96-26D1-4B12-B74147C3DC42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78139E86-C967-EE9A-CD07-54BA6C9AA03E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0F057F1C-DF3C-F829-C4F0-489A6A42128F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BABAAF55-4EDD-4F1C-88DD-FCACCDA0F8DA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2AB70427-D533-8E9A-6250-2BC2E6E395AD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DA061648-5B8D-A143-8297-4FAC58619B9E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46814230-4CCA-D6D0-A8F6-26005706045E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154F96C5-6313-5F25-9423-BFD5C5C4E622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5E12B7D0-7290-85C4-0FED-020CC0FB1997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DFADF3F8-B578-7930-57DA-4B5A8DCBDD18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CEF0578D-5B30-8BF6-92CE-94F54985444E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C5212B6C-0009-44B3-E723-7C813B2C0BAF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299F0CB8-08DF-50EB-7C72-3BA5E0F14A06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39A9DC1B-2F14-8424-B019-9374BAA33421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A77548E9-8CF4-9A72-CABD-F680F3FA4DCC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15AC49FA-DA3B-C3D1-F0B1-3B64EC34086A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26DFA33C-815E-BA8B-D40C-CC2630C06B60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6561E8B4-33FA-316D-B6FB-6EB897895039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8C22C903-153E-C01D-EA6C-127E6E08F7BE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FE9084C1-F6C0-C0A3-1CD6-7C35A01188CD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FA660852-0D25-6440-0AA7-59EF7C9678C9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4FDBCD60-868D-F1A7-D429-D8F6DC6FA3AD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45A12058-E5F5-17FC-B191-AB9238CFAA56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2B942C6D-4021-EF98-BDA0-CBA44A5DC9C7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7B1B63BD-DD10-7074-CEFE-108F5204947A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FEAF52AA-0225-549A-98FD-4EF28307BEFF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D4B6AE2F-72B4-BA7D-7F3A-FCE11DC9122D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E3D83FB8-9BBF-B829-A0F0-4DCDA4200432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B411CB32-F8DB-1FD1-64EE-65F682F11E61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EC8373A8-27F9-97AE-52DB-5313068877ED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C358C5E-1C56-CD2D-B2CD-2728F09A7DF2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44CDEAFF-7899-152E-2F70-2630C8331F51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B27AC06D-AA8E-BCD0-6B09-4F240D7C8E06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B63C194F-CAE8-353B-04E9-11D8D8D8EEC0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9D0D191-B7AF-4A34-A460-29C53314304D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2FDEA1DE-F7CB-1748-2DE0-B0E5A0F24F20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2CCFB160-506A-D803-010C-803650CC0869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18A86A3F-C0C1-807E-1111-C1F9D8C31EFE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DCF4E980-04B7-1EFA-5AD1-0CD84B738CA5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D54CF830-AC61-C4B0-027D-A944BFBCECBE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7A85953-3255-0976-A640-9C29558359F8}"/>
              </a:ext>
            </a:extLst>
          </p:cNvPr>
          <p:cNvSpPr txBox="1"/>
          <p:nvPr/>
        </p:nvSpPr>
        <p:spPr>
          <a:xfrm>
            <a:off x="2159801" y="10880261"/>
            <a:ext cx="188865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x20</a:t>
            </a:r>
            <a:endParaRPr lang="en-US" sz="8800" dirty="0">
              <a:solidFill>
                <a:schemeClr val="accent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36F70F-995F-5F15-2AC7-A6900BC139CC}"/>
              </a:ext>
            </a:extLst>
          </p:cNvPr>
          <p:cNvSpPr txBox="1"/>
          <p:nvPr/>
        </p:nvSpPr>
        <p:spPr>
          <a:xfrm>
            <a:off x="1850652" y="9471349"/>
            <a:ext cx="63226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#three connected links (a loop)</a:t>
            </a:r>
          </a:p>
          <a:p>
            <a:r>
              <a:rPr lang="en-US" sz="3600" dirty="0"/>
              <a:t>=#face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F75C4E-6A11-1DBB-CBCC-C06CDA4D6FDC}"/>
              </a:ext>
            </a:extLst>
          </p:cNvPr>
          <p:cNvCxnSpPr>
            <a:cxnSpLocks/>
          </p:cNvCxnSpPr>
          <p:nvPr/>
        </p:nvCxnSpPr>
        <p:spPr>
          <a:xfrm>
            <a:off x="4118202" y="25456692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AB72C0-6D26-B32E-64B5-A121834BA1CC}"/>
              </a:ext>
            </a:extLst>
          </p:cNvPr>
          <p:cNvCxnSpPr>
            <a:cxnSpLocks/>
          </p:cNvCxnSpPr>
          <p:nvPr/>
        </p:nvCxnSpPr>
        <p:spPr>
          <a:xfrm flipV="1">
            <a:off x="5758226" y="16196156"/>
            <a:ext cx="11134155" cy="11055587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212201-7813-98E8-2638-1774557E4033}"/>
              </a:ext>
            </a:extLst>
          </p:cNvPr>
          <p:cNvCxnSpPr>
            <a:cxnSpLocks/>
          </p:cNvCxnSpPr>
          <p:nvPr/>
        </p:nvCxnSpPr>
        <p:spPr>
          <a:xfrm>
            <a:off x="4274000" y="21989615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37A17F-E402-76D0-7542-3F52A809F273}"/>
              </a:ext>
            </a:extLst>
          </p:cNvPr>
          <p:cNvCxnSpPr>
            <a:cxnSpLocks/>
          </p:cNvCxnSpPr>
          <p:nvPr/>
        </p:nvCxnSpPr>
        <p:spPr>
          <a:xfrm>
            <a:off x="15130007" y="14513285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8C0D95C-CC8D-C9AA-DB8F-B416FCDE9B28}"/>
              </a:ext>
            </a:extLst>
          </p:cNvPr>
          <p:cNvCxnSpPr>
            <a:cxnSpLocks/>
          </p:cNvCxnSpPr>
          <p:nvPr/>
        </p:nvCxnSpPr>
        <p:spPr>
          <a:xfrm>
            <a:off x="7991525" y="18291146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C5E9750-F3D8-8EDE-EF07-B985473168D8}"/>
              </a:ext>
            </a:extLst>
          </p:cNvPr>
          <p:cNvCxnSpPr>
            <a:cxnSpLocks/>
          </p:cNvCxnSpPr>
          <p:nvPr/>
        </p:nvCxnSpPr>
        <p:spPr>
          <a:xfrm flipV="1">
            <a:off x="4252581" y="18295817"/>
            <a:ext cx="3661534" cy="363569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17BD6F2-E920-386E-059A-9943F79F22A6}"/>
              </a:ext>
            </a:extLst>
          </p:cNvPr>
          <p:cNvCxnSpPr>
            <a:cxnSpLocks/>
          </p:cNvCxnSpPr>
          <p:nvPr/>
        </p:nvCxnSpPr>
        <p:spPr>
          <a:xfrm flipV="1">
            <a:off x="4043154" y="23595406"/>
            <a:ext cx="1924446" cy="191086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D7A66EA-34A4-733E-081D-CD8735FBAAE2}"/>
              </a:ext>
            </a:extLst>
          </p:cNvPr>
          <p:cNvCxnSpPr>
            <a:cxnSpLocks/>
          </p:cNvCxnSpPr>
          <p:nvPr/>
        </p:nvCxnSpPr>
        <p:spPr>
          <a:xfrm flipV="1">
            <a:off x="9552693" y="14381414"/>
            <a:ext cx="5628175" cy="558845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46292A9-B476-ACB8-D167-72E1757E176E}"/>
              </a:ext>
            </a:extLst>
          </p:cNvPr>
          <p:cNvCxnSpPr>
            <a:cxnSpLocks/>
          </p:cNvCxnSpPr>
          <p:nvPr/>
        </p:nvCxnSpPr>
        <p:spPr>
          <a:xfrm flipV="1">
            <a:off x="6786761" y="17280046"/>
            <a:ext cx="7363009" cy="731105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9CF361B-A98E-D1D0-822D-0680DBEC00CF}"/>
              </a:ext>
            </a:extLst>
          </p:cNvPr>
          <p:cNvCxnSpPr>
            <a:cxnSpLocks/>
          </p:cNvCxnSpPr>
          <p:nvPr/>
        </p:nvCxnSpPr>
        <p:spPr>
          <a:xfrm flipH="1" flipV="1">
            <a:off x="6906192" y="20885733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348517E-27EE-2F74-A410-3CAF7147EEC7}"/>
              </a:ext>
            </a:extLst>
          </p:cNvPr>
          <p:cNvCxnSpPr>
            <a:cxnSpLocks/>
          </p:cNvCxnSpPr>
          <p:nvPr/>
        </p:nvCxnSpPr>
        <p:spPr>
          <a:xfrm flipH="1">
            <a:off x="6818691" y="20935913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510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40A12-F5D4-15A1-156B-CC6DA7477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B29748F-B5A1-765B-7C9A-578B8DE07348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25216D4-5B86-639D-749C-EE8880AFDA05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B65C21F-767D-1C4C-3B51-AE07B9757B2A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6CB9B10B-F5FE-911C-9B38-013FB38F261F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48492160-1E84-7454-28F7-D45F2009CBEF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D409171F-9888-4012-2DD0-5D99EA401471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D6FD9D2E-BE81-6559-7A1A-CE3B05A00EA8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F25BAD-D233-F3A7-1819-F3ACD570EA99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7F01834-6051-E7F2-F8ED-0773B5EA25DB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01E88CA9-A93D-678D-4BDD-5E29C637DDC3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01E88CA9-A93D-678D-4BDD-5E29C637D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162DCDB3-115C-8055-3F08-BFDA5C6227D8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D05E61FF-F394-C381-A5BA-E4E4F85F3AE4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CCBCE058-DD21-13BD-A59C-1D6F897E214B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CCBCE058-DD21-13BD-A59C-1D6F897E2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1B3594FF-7130-434D-65DB-E715E8611D90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1B3594FF-7130-434D-65DB-E715E8611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DCDD8477-3AC3-181C-C3A5-7828AE0B05F3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DCDD8477-3AC3-181C-C3A5-7828AE0B0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BCDE97D4-7DDA-FD2E-BF75-C3AF0039E759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BCDE97D4-7DDA-FD2E-BF75-C3AF0039E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7514D450-FAD0-F6FE-E4BF-449E2C434CBD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7514D450-FAD0-F6FE-E4BF-449E2C434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F215A8EB-7079-9859-4770-7ED8D317B5CF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F215A8EB-7079-9859-4770-7ED8D317B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9F343F7D-A0C4-6A7E-A9EB-C2D415704AD4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81B66848-6982-C10E-3804-F87E627C9AA1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51582091-6967-97B9-9ED9-01F85E8635BC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10B9D0A6-73B3-408B-1972-6EC7466B35B9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5E373D2F-0431-39BE-8A97-FF87FE2B09F3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5E373D2F-0431-39BE-8A97-FF87FE2B0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88B3A1F2-F141-07B5-76D4-C7507CE2A920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88B3A1F2-F141-07B5-76D4-C7507CE2A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CB039406-F91E-E91B-4180-AFC5C7FC4E37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CB039406-F91E-E91B-4180-AFC5C7FC4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9CC2E2EE-C768-9155-AC7E-C54AD0E8842B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9CC2E2EE-C768-9155-AC7E-C54AD0E88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EFBC9642-F41E-BC75-AD01-9BB88F8C638E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EFBC9642-F41E-BC75-AD01-9BB88F8C6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0BD4BFE0-E876-33A2-EB11-0BF9C32BCDED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F40F3C67-D5D3-E7A7-7BE7-30F68D690301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8091B8-6804-3C59-AFF8-0BABC19DFC50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2E8F7F-AD80-BC67-91AF-94D9D4A5C5D2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51671774-5BF3-02BB-725F-5D711B49B710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C04C571-0B23-875F-1123-5909B010636C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4225951-6DA8-BA87-C2CD-2DE50CCAA8E0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BF209A3-BF71-53FB-00FF-11AB6C5C4FFB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F5D7770-B638-3E04-2441-66BEE95FC443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BA1CF57-0491-5052-687A-AEFB59E19F2D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0AE4072-1530-2216-E2B7-F12D76A16C48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8FC7F4D-FDF6-0C59-9ABB-4DF5DAA99CEA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8FE40F0-6318-3606-E047-1E9DF123265E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EE54991-28BC-49B8-2B3B-F76E707FE655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6DF8A98-2864-B6D9-5967-576E863BF6B4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2C69404C-5E75-7845-3ABA-15B706F63918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731DB01A-0731-A485-0FDB-83305FD34666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17B841D-2155-122B-1A64-76A754AAB97E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0E85C7DC-8893-3026-FC64-8023746D1F5B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FA74E2B8-EE7A-B93C-3898-076C4C56D89C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72CDBE24-6F89-2944-3991-C20E219B2E3F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9A439DB-27AD-A5D1-A43C-FB2093C194CA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249AACF2-45F9-75BF-4C8C-81054D826614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26614897-6A16-F37C-7356-2323D386F9DF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389A866A-AF69-257D-810D-7924E6877B57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05299619-92D2-E397-AADD-1FDC1C0F9317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B48B5A1C-012E-F66E-1517-5346EDB1F6ED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A0CC39C4-6C58-DEB7-EA52-1DF4ED2F159F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A8EF2963-C908-30F5-4866-EB395DBC0B7C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6966E7FE-3866-9148-6442-34E924FE6829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320BD723-5EC6-BD43-9A42-596E7169AB58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21FE5F88-D853-DAAE-F278-09FA3CE285D0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63336A3F-839F-D20F-E3A8-EE7CFC0BF24B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F2FCFC78-5DC2-9308-2F1D-06E4FD593AB6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25D83366-C45F-7BFB-11B7-6847E3A3ED21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F0E3732E-B900-06DA-AF25-87D00E6DFB49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D51435F5-6BD1-752A-744A-D0CFBBB10753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B16AEBA8-5B12-9314-730C-E7E1556166ED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9CF80FF5-C9BE-E388-B0D1-E4CFB2BEA965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190CDC02-18AD-3101-F9D3-627F053603D9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11401209-541B-FC33-14EF-E936B47B0645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A61BE922-C19F-A106-D0C2-CC8A33FC999F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F0E72B40-F9BF-D42E-210E-6AEB008A8D32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4C786B86-0552-CD33-3DD6-663E719AD65B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696B64CD-5534-5152-2DBC-F25DBD18E11D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31039B8D-266C-B519-BB1C-35DCFB97C952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B36D7DBF-9092-C8A9-E1BF-CBEC525DFA44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E107EAC5-B6F7-3A71-3EB8-4E8BEF222257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693DF350-F994-D777-2B5F-1F5E2DA2E48A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78C38474-D6AC-39DC-DED5-3823484C93DF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E9E45024-AFE6-4B8F-A486-D6388A0F480A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EC855AAE-68F0-A5A3-011E-8B14C9FC29D1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B588086-8AD6-E63F-0BA7-48C2C1001B12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DAC0649-6028-BBFB-0375-8E48E8DA3450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42519FD-EC6C-8FD9-1A19-AA21B7548059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7EB4CC0D-C7D5-FFA8-1CF8-6D7578A472C1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F9B28D2-8517-FABE-7501-DCFAD3D869FA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B7E44850-6E32-D51B-C056-CCA7733B9D61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61E71CA-E0AF-8B51-A7C6-22C5D8D1674C}"/>
              </a:ext>
            </a:extLst>
          </p:cNvPr>
          <p:cNvSpPr txBox="1"/>
          <p:nvPr/>
        </p:nvSpPr>
        <p:spPr>
          <a:xfrm>
            <a:off x="2151129" y="11371066"/>
            <a:ext cx="365035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x(10x3)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A98CC2-3A79-F182-F672-A5EDD8F4C44B}"/>
              </a:ext>
            </a:extLst>
          </p:cNvPr>
          <p:cNvSpPr txBox="1"/>
          <p:nvPr/>
        </p:nvSpPr>
        <p:spPr>
          <a:xfrm>
            <a:off x="1850652" y="9471349"/>
            <a:ext cx="574554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#four connected links (loop)</a:t>
            </a:r>
          </a:p>
          <a:p>
            <a:r>
              <a:rPr lang="en-US" sz="3600" dirty="0"/>
              <a:t>=# two connected faces</a:t>
            </a:r>
          </a:p>
          <a:p>
            <a:r>
              <a:rPr lang="en-US" sz="3600" dirty="0"/>
              <a:t>=#type XZ x 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C45024-E01F-3735-CAB8-1F5DC23FE810}"/>
              </a:ext>
            </a:extLst>
          </p:cNvPr>
          <p:cNvCxnSpPr>
            <a:cxnSpLocks/>
          </p:cNvCxnSpPr>
          <p:nvPr/>
        </p:nvCxnSpPr>
        <p:spPr>
          <a:xfrm flipV="1">
            <a:off x="13126704" y="10670631"/>
            <a:ext cx="9271147" cy="92057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0A3597-3E83-3BA7-C007-DE00F303CCD9}"/>
              </a:ext>
            </a:extLst>
          </p:cNvPr>
          <p:cNvCxnSpPr>
            <a:cxnSpLocks/>
          </p:cNvCxnSpPr>
          <p:nvPr/>
        </p:nvCxnSpPr>
        <p:spPr>
          <a:xfrm>
            <a:off x="7991525" y="18291146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030EA4-0F0F-FA16-4ABD-3CAC329B4CE6}"/>
              </a:ext>
            </a:extLst>
          </p:cNvPr>
          <p:cNvCxnSpPr>
            <a:cxnSpLocks/>
          </p:cNvCxnSpPr>
          <p:nvPr/>
        </p:nvCxnSpPr>
        <p:spPr>
          <a:xfrm flipV="1">
            <a:off x="4252581" y="18295817"/>
            <a:ext cx="3661534" cy="363569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F1C889-A16B-D6A6-5ECA-18B7FF98389E}"/>
              </a:ext>
            </a:extLst>
          </p:cNvPr>
          <p:cNvCxnSpPr>
            <a:cxnSpLocks/>
          </p:cNvCxnSpPr>
          <p:nvPr/>
        </p:nvCxnSpPr>
        <p:spPr>
          <a:xfrm flipV="1">
            <a:off x="9600819" y="18107133"/>
            <a:ext cx="1924446" cy="191086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77E5A3-1AE9-9C2C-0FC0-A21F5C477430}"/>
              </a:ext>
            </a:extLst>
          </p:cNvPr>
          <p:cNvCxnSpPr>
            <a:cxnSpLocks/>
          </p:cNvCxnSpPr>
          <p:nvPr/>
        </p:nvCxnSpPr>
        <p:spPr>
          <a:xfrm>
            <a:off x="11493852" y="18186537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76BBE2-074E-C080-3103-65C236FDE885}"/>
              </a:ext>
            </a:extLst>
          </p:cNvPr>
          <p:cNvCxnSpPr>
            <a:cxnSpLocks/>
          </p:cNvCxnSpPr>
          <p:nvPr/>
        </p:nvCxnSpPr>
        <p:spPr>
          <a:xfrm>
            <a:off x="4279447" y="21946536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39A6BE8-EACB-258F-C2E7-509C9BD0F605}"/>
              </a:ext>
            </a:extLst>
          </p:cNvPr>
          <p:cNvCxnSpPr>
            <a:cxnSpLocks/>
          </p:cNvCxnSpPr>
          <p:nvPr/>
        </p:nvCxnSpPr>
        <p:spPr>
          <a:xfrm flipV="1">
            <a:off x="4015302" y="23595406"/>
            <a:ext cx="1924446" cy="191086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DFE6D12-48DE-98AA-4D30-42197F63CAF7}"/>
              </a:ext>
            </a:extLst>
          </p:cNvPr>
          <p:cNvCxnSpPr>
            <a:cxnSpLocks/>
          </p:cNvCxnSpPr>
          <p:nvPr/>
        </p:nvCxnSpPr>
        <p:spPr>
          <a:xfrm flipV="1">
            <a:off x="3920677" y="27195234"/>
            <a:ext cx="1924446" cy="191086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7BB0BC4-DCAC-C37B-2520-BB187FF27940}"/>
              </a:ext>
            </a:extLst>
          </p:cNvPr>
          <p:cNvCxnSpPr>
            <a:cxnSpLocks/>
          </p:cNvCxnSpPr>
          <p:nvPr/>
        </p:nvCxnSpPr>
        <p:spPr>
          <a:xfrm>
            <a:off x="4127288" y="25501593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98B0069F-9CBF-4570-8A52-DC624BE1C318}"/>
              </a:ext>
            </a:extLst>
          </p:cNvPr>
          <p:cNvSpPr/>
          <p:nvPr/>
        </p:nvSpPr>
        <p:spPr>
          <a:xfrm rot="16200000">
            <a:off x="6881200" y="20916373"/>
            <a:ext cx="3626382" cy="3626382"/>
          </a:xfrm>
          <a:prstGeom prst="rtTriangl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771A0E4F-DB66-3D8F-BB7F-58D00A7DE100}"/>
              </a:ext>
            </a:extLst>
          </p:cNvPr>
          <p:cNvSpPr/>
          <p:nvPr/>
        </p:nvSpPr>
        <p:spPr>
          <a:xfrm rot="5400000">
            <a:off x="6825052" y="20908351"/>
            <a:ext cx="3626382" cy="3626382"/>
          </a:xfrm>
          <a:prstGeom prst="rtTriangl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2507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7E187-6D63-F707-A8A9-AA5548130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01F1EAF-7E33-AE41-60A7-19D24AE23950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72928C15-5B16-84AF-ECAD-905E2418E303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67CBADB-B17D-E02C-AC69-7CD00FD524C2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36EE60FB-A1E7-8FE6-45FE-47C7010C0B64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2C822303-719B-02A6-A81B-D73355E416E6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7E4C72B9-7D7C-E465-404B-191A1697438F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F47C5231-9677-A564-8FB4-E01F238A80FB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083B8F-E972-3AF6-344F-DF7593016C1A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760736C-50E2-980C-02A9-FA1F853BEA3C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60597BA2-979E-310C-B6BE-8317395EB38D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60597BA2-979E-310C-B6BE-8317395EB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A677FE59-50FD-0293-038E-CB2822E4845D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E8ED5F97-4A19-6C20-F4ED-31C1B25A0B2C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CA919735-D019-5D27-3248-8A9ECB94A960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CA919735-D019-5D27-3248-8A9ECB94A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3381B6DB-C564-576E-A0CB-89EC2D8CA352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3381B6DB-C564-576E-A0CB-89EC2D8CA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3522727E-BBAF-A7F1-AF8B-29D14C1F14BA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3522727E-BBAF-A7F1-AF8B-29D14C1F1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BDEA99A9-57C7-0FF0-AA18-050F3B826528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BDEA99A9-57C7-0FF0-AA18-050F3B826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0E7620DD-5EFC-580E-29AB-274435F8496A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0E7620DD-5EFC-580E-29AB-274435F84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961C980F-742B-D9F1-41A0-B70A5EE831A4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961C980F-742B-D9F1-41A0-B70A5EE83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C62DD9B0-7BB8-19D6-DC09-19E458D8DF3D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F20324C2-B548-F264-934F-35901B6675A0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50F23FD-8C7E-51AF-7774-B3C052B74E5E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A4F45FFA-6B0A-00D5-2790-A93301E02309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FBB23F4D-90A2-7FAB-A84D-F69FBC14129C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FBB23F4D-90A2-7FAB-A84D-F69FBC141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329D171D-2319-5E60-8F33-F477D09A6F2C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329D171D-2319-5E60-8F33-F477D09A6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63E8DE5B-ED82-05B5-380C-1A9F08741139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63E8DE5B-ED82-05B5-380C-1A9F08741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49DD92AD-0A32-BC3A-2A09-5A5A0D741BB5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49DD92AD-0A32-BC3A-2A09-5A5A0D741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DF436BC8-FA9A-F478-6842-2AB9CFCB1948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DF436BC8-FA9A-F478-6842-2AB9CFCB1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C06FDBDB-25E7-44EC-F9B1-1FD6DB3A8AF0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721D05EC-7BF8-B88E-D5DE-5C523162A429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961F5AB-5968-E76E-31E3-489F1D08FA1A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AF7632D-62BA-2580-FC52-E8EA10CCF9CD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41FDA45C-2F80-D527-AD17-D4AA9AFC2243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F0F1C48-6603-9CEF-2D8D-052D83A89296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F84E64E-DFDE-FECB-A0DC-1684755A9816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91F45FE-EF62-FE5E-0C48-A76934E9EB9C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61EE17F-75D8-2101-AAED-8FB069C1113F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80AC58F-8D3F-EB8A-49A7-395898F60EB7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E2D4BBA-3AF2-8210-D513-95196F4202D1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11E180E-19B9-7F73-1A76-6F75FEEA1A7D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CABC250-4460-30F6-2924-313C02A2D8E8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249FCD0-1DEA-1DE5-05C7-88AB6EA9BF6F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08C7A8E6-61CB-590C-6CD2-18D371B3338E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BE985881-A6AB-A504-2654-DA72A9C655A1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24B8F9FA-B50E-6256-E57D-354AE79F81CE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A00A048D-0D93-2766-5991-874E39E22DE6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216CFDDB-B65E-1CEC-E081-DC297903F413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A5FE37F4-E521-F0B9-6CF6-837F1404779D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79411705-98A7-007F-1FF6-0C4EDFF5660D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3BB0E840-6C4D-399A-9767-1CB95542E44B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11EF697A-4B6A-E788-B4DC-8B7A01DB736F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219273C-4124-3A2D-B298-E611A07932E8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214AEEF3-963F-269F-6C14-AC2084F337EA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DB36ADD9-C87D-5C9B-07E8-000C42EBC3F4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0C895D5F-BA6C-2827-DD81-EE6A04FBE062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30D2B332-3D59-D0AF-455F-3B6DF5A59FA7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9C17D323-4395-7699-E548-CCCFEE9E5EA8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EFFBAEC5-71B7-5B2B-7185-7D5FAF59BA8E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A460B0CE-3F15-A51C-64B1-104305F9097D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036BC856-10E2-34DE-014E-7323A3B535A8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14305936-837B-6A49-B3C1-D03DFD50381F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7883DAF4-A017-FF8E-3269-F245BDF8EEE6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28E6C85E-2DF9-70A4-E4C2-BE31C1A3AE24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2BCE6DC1-8082-B80D-D47D-4A39116A22C5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24C46CA9-DA3D-2FA6-A704-66B1A30C17C4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9D127751-BD41-B95B-B425-3A740328EBE5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F4EE6E32-7B62-2DD1-0A38-357AF17987E3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48FDCF90-0AC3-AA03-2AF4-634A55EB0245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1F693CAB-A7DC-888B-9398-4E6F016B5D4A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7CDD3879-8663-0867-F6C7-B7C9A8E81F90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7C15BD0C-F47B-E025-4321-01BB61779AAB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8B50A579-EF72-F025-95FA-6514A1B28365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BDCED06B-B66C-1B24-1208-0D918F7BE09D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7FC7A5E8-2CCD-D71E-BD0B-7E35F952F45E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DFD290B7-5DA6-3F03-E63C-45774205C707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8E3FB88-609D-DC56-48C9-3B8F36858790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AB25045B-68F7-B31A-37CE-54F11BC8506D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0444FCCD-A6C7-8EA3-60E7-EB61D04908C3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3F598F1B-7EDC-6833-D6A7-18E8431E8AC6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F358BE0-25B0-9971-3517-EB28D835505E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6874748-2575-50F1-2C24-5FD4611FAC19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6164F0F1-2DC0-8718-387E-365E9B2A40AC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342BA8F0-3200-6187-C532-4FA28FD0459E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2C278542-4F64-729C-56EE-BC2FEFF2DDC8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F0CFD51-275A-4E82-0A92-76D2D06E15E7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2ADF70AC-29A0-EE91-ECDD-2F84E80BFD16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F759E58-EAC0-FABF-2D3C-6BC494CB0AB1}"/>
              </a:ext>
            </a:extLst>
          </p:cNvPr>
          <p:cNvSpPr txBox="1"/>
          <p:nvPr/>
        </p:nvSpPr>
        <p:spPr>
          <a:xfrm>
            <a:off x="2151129" y="11371066"/>
            <a:ext cx="47516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x(10x3)</a:t>
            </a:r>
            <a:r>
              <a:rPr lang="en-US" sz="8800" dirty="0">
                <a:solidFill>
                  <a:schemeClr val="accent4"/>
                </a:solidFill>
              </a:rPr>
              <a:t>x2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66B6A3-5AC9-FB85-2635-53911C9B66B3}"/>
              </a:ext>
            </a:extLst>
          </p:cNvPr>
          <p:cNvSpPr txBox="1"/>
          <p:nvPr/>
        </p:nvSpPr>
        <p:spPr>
          <a:xfrm>
            <a:off x="1850652" y="9471349"/>
            <a:ext cx="574554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#four connected links (loop)</a:t>
            </a:r>
          </a:p>
          <a:p>
            <a:r>
              <a:rPr lang="en-US" sz="3600" dirty="0"/>
              <a:t>=# two connected faces</a:t>
            </a:r>
          </a:p>
          <a:p>
            <a:r>
              <a:rPr lang="en-US" sz="3600" dirty="0"/>
              <a:t>=#type XZ x 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64AE79-6706-1CAA-BB2B-611F8E7CB00E}"/>
              </a:ext>
            </a:extLst>
          </p:cNvPr>
          <p:cNvCxnSpPr>
            <a:cxnSpLocks/>
          </p:cNvCxnSpPr>
          <p:nvPr/>
        </p:nvCxnSpPr>
        <p:spPr>
          <a:xfrm flipV="1">
            <a:off x="13126704" y="10670631"/>
            <a:ext cx="9271147" cy="92057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5D0EE7-6141-0C1B-6AD9-6616FCE28EFA}"/>
              </a:ext>
            </a:extLst>
          </p:cNvPr>
          <p:cNvCxnSpPr>
            <a:cxnSpLocks/>
          </p:cNvCxnSpPr>
          <p:nvPr/>
        </p:nvCxnSpPr>
        <p:spPr>
          <a:xfrm>
            <a:off x="7991525" y="18291146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6E278A-7292-33A8-3C7C-8F4C100C9084}"/>
              </a:ext>
            </a:extLst>
          </p:cNvPr>
          <p:cNvCxnSpPr>
            <a:cxnSpLocks/>
          </p:cNvCxnSpPr>
          <p:nvPr/>
        </p:nvCxnSpPr>
        <p:spPr>
          <a:xfrm flipV="1">
            <a:off x="4252581" y="18295817"/>
            <a:ext cx="3661534" cy="363569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292AF8-8068-53CC-09E8-E7CBEA63D025}"/>
              </a:ext>
            </a:extLst>
          </p:cNvPr>
          <p:cNvCxnSpPr>
            <a:cxnSpLocks/>
          </p:cNvCxnSpPr>
          <p:nvPr/>
        </p:nvCxnSpPr>
        <p:spPr>
          <a:xfrm flipV="1">
            <a:off x="9600819" y="18107133"/>
            <a:ext cx="1924446" cy="191086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33C421-97DA-7F2A-1B21-D111375DF64E}"/>
              </a:ext>
            </a:extLst>
          </p:cNvPr>
          <p:cNvCxnSpPr>
            <a:cxnSpLocks/>
          </p:cNvCxnSpPr>
          <p:nvPr/>
        </p:nvCxnSpPr>
        <p:spPr>
          <a:xfrm>
            <a:off x="11493852" y="18186537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B3D1283-4006-97AD-F738-F85CCEE05E5D}"/>
              </a:ext>
            </a:extLst>
          </p:cNvPr>
          <p:cNvCxnSpPr>
            <a:cxnSpLocks/>
          </p:cNvCxnSpPr>
          <p:nvPr/>
        </p:nvCxnSpPr>
        <p:spPr>
          <a:xfrm>
            <a:off x="4279447" y="21946536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C1E7B03-F2D7-1CEE-1B2E-24AE77E54C12}"/>
              </a:ext>
            </a:extLst>
          </p:cNvPr>
          <p:cNvCxnSpPr>
            <a:cxnSpLocks/>
          </p:cNvCxnSpPr>
          <p:nvPr/>
        </p:nvCxnSpPr>
        <p:spPr>
          <a:xfrm flipV="1">
            <a:off x="4015302" y="23595406"/>
            <a:ext cx="1924446" cy="191086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ADABC09-919C-B246-45B9-4242E505D8AE}"/>
              </a:ext>
            </a:extLst>
          </p:cNvPr>
          <p:cNvCxnSpPr>
            <a:cxnSpLocks/>
          </p:cNvCxnSpPr>
          <p:nvPr/>
        </p:nvCxnSpPr>
        <p:spPr>
          <a:xfrm flipV="1">
            <a:off x="3920677" y="27195234"/>
            <a:ext cx="1924446" cy="191086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E52A8C6-7A64-2A5A-B89D-F0ECC7623312}"/>
              </a:ext>
            </a:extLst>
          </p:cNvPr>
          <p:cNvCxnSpPr>
            <a:cxnSpLocks/>
          </p:cNvCxnSpPr>
          <p:nvPr/>
        </p:nvCxnSpPr>
        <p:spPr>
          <a:xfrm>
            <a:off x="4127288" y="25501593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3631419-E8D7-6577-6544-FBCAC5D70C28}"/>
              </a:ext>
            </a:extLst>
          </p:cNvPr>
          <p:cNvSpPr/>
          <p:nvPr/>
        </p:nvSpPr>
        <p:spPr>
          <a:xfrm rot="18900000">
            <a:off x="11704637" y="12409691"/>
            <a:ext cx="5132565" cy="2455719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D3A4C813-0C86-C455-6C45-E7993D6D1B60}"/>
              </a:ext>
            </a:extLst>
          </p:cNvPr>
          <p:cNvSpPr/>
          <p:nvPr/>
        </p:nvSpPr>
        <p:spPr>
          <a:xfrm rot="5400000">
            <a:off x="6825052" y="20908351"/>
            <a:ext cx="3626382" cy="3626382"/>
          </a:xfrm>
          <a:prstGeom prst="rtTriangl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6ED04FF6-D2CD-3F84-04DF-E9E959412971}"/>
              </a:ext>
            </a:extLst>
          </p:cNvPr>
          <p:cNvSpPr/>
          <p:nvPr/>
        </p:nvSpPr>
        <p:spPr>
          <a:xfrm rot="16200000">
            <a:off x="6881200" y="20916373"/>
            <a:ext cx="3626382" cy="3626382"/>
          </a:xfrm>
          <a:prstGeom prst="rtTriangl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2208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1E10-B777-99A6-34C3-33B670B51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91F9A5F-BF39-5837-DBDD-494704D4682D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6C6D55D-0B02-6BE6-CC52-D9B0A5C4F014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2253B41-AB4C-AAEB-3EB1-F25246BECB90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78F85624-3308-8FE0-F127-55433ADF56F7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619ED796-4A34-A770-F488-874292B882DB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DDF06A8D-09C7-0E5A-124E-645E54850333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2EFD3011-2AA2-BF19-F1AD-0CDD019D9D18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087C0F-6548-449E-01B1-0924929BA918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ECB3B1E-871A-8567-0AC0-B8BA9B818224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700D6BF9-79D9-1466-CA49-E9774AED933A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700D6BF9-79D9-1466-CA49-E9774AED9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90545FA3-DAF1-729F-217F-0F7920EC083D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8384BF3C-E553-230C-B130-CBF65F13C54F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2246BF2A-D15C-BE67-31CC-8C4616F278D0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2246BF2A-D15C-BE67-31CC-8C4616F27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D6865516-C3E7-ADC2-48BB-139F77986598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D6865516-C3E7-ADC2-48BB-139F77986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C01B2419-9309-5B01-D765-73ECDA6E250F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C01B2419-9309-5B01-D765-73ECDA6E2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16AC343F-76E5-E0F5-F054-FD4E0C3412AB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16AC343F-76E5-E0F5-F054-FD4E0C341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3E9A43B9-10CE-DEED-DCAE-FA85D9653791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3E9A43B9-10CE-DEED-DCAE-FA85D9653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FE9DAC4F-9C7F-155D-F36C-7CE6A3F9B017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FE9DAC4F-9C7F-155D-F36C-7CE6A3F9B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7AA8BDE0-102F-BE3E-0C34-1FEBEA2C8A1D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1F4F49C1-7915-8021-B3FC-CE05316C8104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477DA3DC-A15B-B1CA-5D4B-E6DE19CA5E49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CC785EB7-B117-B67A-061F-82F70DE2C93C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E5BEA993-976C-0F4E-7D3B-EC3563A40294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E5BEA993-976C-0F4E-7D3B-EC3563A40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CECE26EE-E23A-3F6D-A2A2-8D4C03A0DC3E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CECE26EE-E23A-3F6D-A2A2-8D4C03A0D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D8952532-62EB-588F-C475-23AF576B4E8C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D8952532-62EB-588F-C475-23AF576B4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E0B5B78E-F7CB-E2E4-B2E2-951DACA964AD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E0B5B78E-F7CB-E2E4-B2E2-951DACA96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519EB12B-2BC7-DC21-5128-E18D0DBD5AF2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519EB12B-2BC7-DC21-5128-E18D0DBD5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2F7899F7-9E93-B1FA-CD66-998C403455AF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FDB3A6B5-9B52-76CF-D3CC-D90DA89EC6C9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5E9989-A139-36F1-4B52-B131825E3B3F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EA477A4-AF5F-061E-65E7-3C47B01AD379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5DEB91F0-C97C-1938-191A-4DD4B667BB9A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C9D6EDD-3CD8-DA49-E019-42157FA2CD38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0F24A99-4813-A74F-D4FD-BE3C0862CD14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757D72E-EAF8-ACE7-880F-CBF72E863EC7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E9B9855-2CB4-DF5C-C6A7-11C91110B903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EF17436-0937-9FE0-0BBF-5484E109CC6A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097A51B-9B9F-8F01-BFE6-1328957679D2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20E402F-6169-F259-F0B3-65152DEB25DA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2DC5B31-0C81-4BCD-D97E-2132DF3DAEE0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2C1BFCF-2827-D015-03E7-3C27114409BE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7951FA57-5D8B-B704-DCE8-DDADD4064217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AE0B26B7-FD28-8025-1C50-0AE120C8EBA4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BDF6C142-67ED-AE3F-C836-2BEA76116DC1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CDF533FD-7E3C-616A-7A72-BD98A5F97389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C70A54C0-239A-A036-0CDD-495774044ECA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B9269F9D-B1FB-2E53-0D78-8F8AA073DB60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6F4A9073-E8D9-C512-0789-D5A443C025BF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D3C8C4BB-E4DC-34E0-ED08-AF5D27B5EE90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F41B98BB-EF32-DE73-D9BB-9DC6B327E204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25D73C6-6C32-D11C-F167-B23411B081C7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7110A7DE-E2DD-DFC5-1F34-F758E62D44BD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3251034F-4AF5-7AE1-8BC6-E6100A687B7E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CBCF6DD4-9D35-907A-46E1-B320A9B75812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BE7D5830-B391-9694-350D-A15A58ECF77E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45E71732-9B90-CCA2-ED3A-80714F0B7244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6074009F-AD9F-CA6E-1C87-D8E2345CE1E1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B8888620-AE7A-1C9D-2BE4-6D237F3422E8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BF3D3E2E-160F-D0E7-74A9-6D4F3DDA6A3D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782ACA2A-36FD-3256-1310-03997D3B811B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8AAB17A6-EEA0-D6B2-0B3A-2C539434F634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4DA1EFE2-56EC-0330-D858-225038C423F3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E9F33631-1D97-6C81-EB1E-18274F99AE61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7EEEC745-989B-44F5-077C-0F2F2398F9AF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7E0CDA02-0004-2765-DECF-248AC0D8F28A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0A5969C2-5ED2-BDB9-2099-4A1AA5D4B83C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3CE7B1CC-CE6B-6BCD-180F-7319E6E1D466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5AF8CC7D-2BC9-F8BC-90D9-336D76FC00C0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68850709-C568-5611-C561-5C9A08EE7129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4FE5E375-C95F-F12F-3936-2F824BFC9903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51560BFE-644F-C852-E924-1EECACB6B5F2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F2CBDCED-1493-9CD1-2E55-4D9B9E2E2424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36114309-1AB8-A9E3-768F-994BDB3BC6A1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A4F0AFE-8FE0-5389-F843-F9EEC6CCE310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AA439315-00BC-8552-6941-74E130F0FBF0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170AC33E-F5E6-1535-CC35-0C619287E6B6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D0320F5-D084-49EC-0E00-62071D5B2862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74C92A8A-078F-B0C9-4552-69FC941FE80F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EAD3DA8B-5A90-17F0-FFA3-47E1DDA63432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DF195D5-9913-4400-A1DE-1EBA8FF9436B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2F641917-8388-8B6D-96F0-27345E47C1BA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7109ACCE-B49A-42EB-F8AB-9507FE701C48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CB35DF7-D009-2682-A55D-6ACACB268376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A0182C22-E83A-6DCF-5B9A-05A3E762383D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6332912B-ABE1-FA38-09FF-CEE6866236F0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47145C4-016E-651C-67EA-F9007215D091}"/>
              </a:ext>
            </a:extLst>
          </p:cNvPr>
          <p:cNvSpPr txBox="1"/>
          <p:nvPr/>
        </p:nvSpPr>
        <p:spPr>
          <a:xfrm>
            <a:off x="2151129" y="11371066"/>
            <a:ext cx="365035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x(10x3)</a:t>
            </a:r>
            <a:endParaRPr lang="en-US" sz="8800" dirty="0">
              <a:solidFill>
                <a:schemeClr val="accent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00F8BA-E8AD-F108-ED28-A8E7F8D89609}"/>
              </a:ext>
            </a:extLst>
          </p:cNvPr>
          <p:cNvSpPr txBox="1"/>
          <p:nvPr/>
        </p:nvSpPr>
        <p:spPr>
          <a:xfrm>
            <a:off x="1850652" y="9471349"/>
            <a:ext cx="574554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#four connected links (loop)</a:t>
            </a:r>
          </a:p>
          <a:p>
            <a:r>
              <a:rPr lang="en-US" sz="3600" dirty="0"/>
              <a:t>=# two connected faces</a:t>
            </a:r>
          </a:p>
          <a:p>
            <a:r>
              <a:rPr lang="en-US" sz="3600" dirty="0"/>
              <a:t>=#type XZ x 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760BF5-AD55-92A6-6609-4DA476347FB2}"/>
              </a:ext>
            </a:extLst>
          </p:cNvPr>
          <p:cNvCxnSpPr>
            <a:cxnSpLocks/>
          </p:cNvCxnSpPr>
          <p:nvPr/>
        </p:nvCxnSpPr>
        <p:spPr>
          <a:xfrm flipV="1">
            <a:off x="13126704" y="10670631"/>
            <a:ext cx="9271147" cy="9205725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347EAF-AC8A-4780-B586-E2E219702396}"/>
              </a:ext>
            </a:extLst>
          </p:cNvPr>
          <p:cNvCxnSpPr>
            <a:cxnSpLocks/>
          </p:cNvCxnSpPr>
          <p:nvPr/>
        </p:nvCxnSpPr>
        <p:spPr>
          <a:xfrm>
            <a:off x="7991525" y="18291146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CF7AECD-4427-8AFA-306D-E85B0DEC4373}"/>
              </a:ext>
            </a:extLst>
          </p:cNvPr>
          <p:cNvCxnSpPr>
            <a:cxnSpLocks/>
          </p:cNvCxnSpPr>
          <p:nvPr/>
        </p:nvCxnSpPr>
        <p:spPr>
          <a:xfrm flipV="1">
            <a:off x="4252581" y="18295817"/>
            <a:ext cx="3661534" cy="363569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21952A-3578-70C1-5714-28BA4CB1DF38}"/>
              </a:ext>
            </a:extLst>
          </p:cNvPr>
          <p:cNvCxnSpPr>
            <a:cxnSpLocks/>
          </p:cNvCxnSpPr>
          <p:nvPr/>
        </p:nvCxnSpPr>
        <p:spPr>
          <a:xfrm flipV="1">
            <a:off x="9600819" y="18107133"/>
            <a:ext cx="1924446" cy="191086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340A95-4DA2-1DB3-0205-7A8CEC2871C0}"/>
              </a:ext>
            </a:extLst>
          </p:cNvPr>
          <p:cNvCxnSpPr>
            <a:cxnSpLocks/>
          </p:cNvCxnSpPr>
          <p:nvPr/>
        </p:nvCxnSpPr>
        <p:spPr>
          <a:xfrm>
            <a:off x="11493852" y="18186537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CF39F6A-0B23-75B2-D426-1F5883422DD0}"/>
              </a:ext>
            </a:extLst>
          </p:cNvPr>
          <p:cNvCxnSpPr>
            <a:cxnSpLocks/>
          </p:cNvCxnSpPr>
          <p:nvPr/>
        </p:nvCxnSpPr>
        <p:spPr>
          <a:xfrm>
            <a:off x="4279447" y="21946536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603C781-0A1A-78FB-8387-AB0033D47DC3}"/>
              </a:ext>
            </a:extLst>
          </p:cNvPr>
          <p:cNvCxnSpPr>
            <a:cxnSpLocks/>
          </p:cNvCxnSpPr>
          <p:nvPr/>
        </p:nvCxnSpPr>
        <p:spPr>
          <a:xfrm flipV="1">
            <a:off x="4015302" y="23595406"/>
            <a:ext cx="1924446" cy="191086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7E32E1-329D-4EF7-E650-2279CC216C0A}"/>
              </a:ext>
            </a:extLst>
          </p:cNvPr>
          <p:cNvCxnSpPr>
            <a:cxnSpLocks/>
          </p:cNvCxnSpPr>
          <p:nvPr/>
        </p:nvCxnSpPr>
        <p:spPr>
          <a:xfrm flipV="1">
            <a:off x="3920677" y="27195234"/>
            <a:ext cx="1924446" cy="191086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49FB19-D406-2F79-092E-84791A02FA36}"/>
              </a:ext>
            </a:extLst>
          </p:cNvPr>
          <p:cNvCxnSpPr>
            <a:cxnSpLocks/>
          </p:cNvCxnSpPr>
          <p:nvPr/>
        </p:nvCxnSpPr>
        <p:spPr>
          <a:xfrm>
            <a:off x="4127288" y="25501593"/>
            <a:ext cx="1631633" cy="16661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6838B71-9928-97C9-080B-8FF852ABC928}"/>
              </a:ext>
            </a:extLst>
          </p:cNvPr>
          <p:cNvSpPr/>
          <p:nvPr/>
        </p:nvSpPr>
        <p:spPr>
          <a:xfrm rot="18900000">
            <a:off x="10990823" y="10570202"/>
            <a:ext cx="10335424" cy="2455719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FE7246-5857-7D33-E8B8-E477CE569A91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16E8FC0A-8BC9-45DD-D24A-A6D1322E811A}"/>
              </a:ext>
            </a:extLst>
          </p:cNvPr>
          <p:cNvSpPr/>
          <p:nvPr/>
        </p:nvSpPr>
        <p:spPr>
          <a:xfrm rot="5400000">
            <a:off x="6825052" y="20908351"/>
            <a:ext cx="3626382" cy="3626382"/>
          </a:xfrm>
          <a:prstGeom prst="rtTriangl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4E3DBB92-D8F7-4D0C-2537-5AF53CE49845}"/>
              </a:ext>
            </a:extLst>
          </p:cNvPr>
          <p:cNvSpPr/>
          <p:nvPr/>
        </p:nvSpPr>
        <p:spPr>
          <a:xfrm rot="16200000">
            <a:off x="6881200" y="20916373"/>
            <a:ext cx="3626382" cy="3626382"/>
          </a:xfrm>
          <a:prstGeom prst="rtTriangl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D87B3E1-35D9-6F8C-BD5A-F1F08937884C}"/>
              </a:ext>
            </a:extLst>
          </p:cNvPr>
          <p:cNvCxnSpPr>
            <a:cxnSpLocks/>
          </p:cNvCxnSpPr>
          <p:nvPr/>
        </p:nvCxnSpPr>
        <p:spPr>
          <a:xfrm flipV="1">
            <a:off x="14293753" y="9976531"/>
            <a:ext cx="3533254" cy="350832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7912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5F782-262F-0620-AE0F-7291C04D4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50D1AB-980F-4D28-A5E8-C90FD4AC2B25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4B8BAB-3063-9B9F-C8B2-089C778890CC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5AD25EEC-218B-DA52-AD4C-4C47403A483F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81C17AD2-7BF1-4C79-0A03-630BF42D1F00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1F421C62-9F0B-4128-3B11-AB9AA7FDA506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77502A61-10CC-7B6D-702D-C77CB3420856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113A1C-CE41-512E-930A-2CFAE6747AA4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652E8A8-D2D7-C30E-FBFB-BFB02B95BF22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0D56611A-68C1-551E-7735-4861479F0BC8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0D56611A-68C1-551E-7735-4861479F0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70C6F488-E8BD-47A5-F33A-CD84E2B8712F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0B7423BD-EF46-C676-33C9-228A7B4CE4F6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38FB228D-9D89-A89F-375D-E5612E6EAB85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38FB228D-9D89-A89F-375D-E5612E6EA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AAB59E2D-9B7C-6264-6AA3-CE13D2DDA2CF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AAB59E2D-9B7C-6264-6AA3-CE13D2DDA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2CC23958-7E3C-9BE1-DB67-31F5428C7EC2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2CC23958-7E3C-9BE1-DB67-31F5428C7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60621E5C-6EB0-C622-8E03-4BEEC9EF28A2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60621E5C-6EB0-C622-8E03-4BEEC9EF2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C9D004F7-9D2E-838E-D15C-91BB0B5B7081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C9D004F7-9D2E-838E-D15C-91BB0B5B7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AD187424-69FB-235A-BF61-926EB3781DFD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AD187424-69FB-235A-BF61-926EB3781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2E38E19-E907-6B0C-2AEB-2A2BB6A30B5D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53856052-4156-DB10-62D0-F415327BB1FA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8820A5AD-F007-8DB0-D2A8-EEA2FB3B38F6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193CF695-1631-79E8-9BD4-813B40B2CED0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F6655F72-AC2E-5B79-77B5-77347D2D3A57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F6655F72-AC2E-5B79-77B5-77347D2D3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E3955496-A680-B806-0B9F-6CB898B4564B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E3955496-A680-B806-0B9F-6CB898B45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49646350-BC83-6250-8DB7-0BDC008944CA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49646350-BC83-6250-8DB7-0BDC00894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90666100-33E3-210B-A89F-D591EF6288C8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90666100-33E3-210B-A89F-D591EF628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C2982A07-8D8F-7DBB-82A0-B10E68B39F7E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C2982A07-8D8F-7DBB-82A0-B10E68B39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2AA463D4-3FE1-45D9-84D8-0773AA322022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CAD287F3-1F08-A4C3-A327-76EC6E628885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233EE4-1722-4C08-0D5C-E8632B041A08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F508DB3-DC23-0472-BEED-9A6E8A95CC23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C2AC902D-66A5-8730-4783-69CC7608B1DB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11EE217-C3E8-6BA1-65B7-127C188A9757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2FFFB3B-7EEA-59FD-6172-0978DD20C286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E576CA1-7490-3DEE-B4D4-9190C7CE4119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DCBF53B-698A-BD56-47EC-5C920A93E37C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8D2A0E8-A304-9766-FEAE-939F034C121B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73DE85F-0A23-7D93-07C5-24C841397D90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C16DC6E-96D9-FE6F-30B8-E102F3A2A9D2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3AA47FF-27AF-E6A9-1780-6B0770A70A33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E0FACF12-1965-3300-5111-2DD63694200E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49C811DC-C01F-E192-6C2C-CA6576028589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A25BD997-57B6-15FA-7B2A-E3B1B7BA22CB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266AAEF8-B570-72E5-D163-14FEC7C9EFA5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E17968F9-92B3-28FA-7F48-DDF5B3066FB9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D2DBB3E4-5234-9894-638B-B484BA4DCC7F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A6B69DC4-15A9-AB68-64B1-004F434F1A66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D750FE4F-66F8-E076-E803-5685B8036251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15CBA3D5-AC81-7FA3-3022-406A68B37D9A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1832FA7E-9083-1D76-28ED-2AA71B7B0D92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A3D17FF6-282B-12FC-2B31-3DA2AB710C4E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F44787F0-E3AE-07BA-78DD-505C5D27A64D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3A5C1503-B9AC-550A-40C9-B9C5F2169B2E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A434449D-01C2-2A9E-BAAC-D959F9EB1129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F541EA5F-A2DC-21A6-A217-DF0DCA66E454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457255B0-7F75-120E-1F54-57C6C10EB81F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CB5DEBA9-37F8-1C77-ACE5-D8E3A5DB1B6B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E0215520-346E-D9F4-0E67-F33769703855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285B6791-F80B-E9AF-5607-B62275641F73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804A8659-FF79-6B0A-4F7E-2C70E414222D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F51022CA-BDA7-7E28-913C-8C3173CD8668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CD86C4CF-B36D-A926-6EF5-590F4844F2C6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F03BFA3B-B98C-26F8-EDFE-4AE8B716AEC2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E4BAAAB2-07A5-9B9F-CA7A-C12D87664C4D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EC3DCF30-D371-A07C-8078-CD6DFF394BB2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75ACDEDB-7503-95F3-81A1-C98E4B0FDFB1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3F9F34C2-8E80-569A-5515-8E784E87E71C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A13ED01F-9F45-1C0D-5FA2-063E476AA693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ACF78A48-3A25-3AE2-6665-A2FB523B4DCF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D352FEF8-3CC4-71B4-2DC3-398F00486128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37723F6D-0A1E-D101-C120-F26E28886FCE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171F3528-B0F3-8543-FF2A-1A515B708976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16D6554B-AC3A-34D9-562F-066909694A83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918F829B-1233-EB04-DE37-29B514A9B27D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262CD90C-7331-CE3F-58C0-95E1C493B6B7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4976267D-115C-F8F3-327D-315C7C86859E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AFF97E9B-C536-3639-949D-03CE002ACF4A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572B81F1-8205-A1EA-07E5-06480A1E3EBE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B8365FB-2FE9-DD8D-7A51-8DBAD7E5D8A0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58B2C3E8-3F3A-BFB2-4E70-7D802F9741BD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1C5056C-F7F0-D1F0-FED2-567D2BC90453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D366A8C8-2B5E-22E4-9120-C303392CA02F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97556E61-BB6E-65EA-6BE2-4A24F9EBE5AE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418F353A-8883-EC1F-AD00-FF69B3C7C207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AE33D349-8E50-C0D4-AFE1-BC5DC2B97418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EACFECC4-BC99-54D8-7F5E-D425041E24ED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0C5B13A-D154-9383-BF13-BCC138D6FE0D}"/>
              </a:ext>
            </a:extLst>
          </p:cNvPr>
          <p:cNvSpPr txBox="1"/>
          <p:nvPr/>
        </p:nvSpPr>
        <p:spPr>
          <a:xfrm>
            <a:off x="2151129" y="11371066"/>
            <a:ext cx="365035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x(10x3)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841B4A-55D7-D296-9D64-3B46B62F22CA}"/>
              </a:ext>
            </a:extLst>
          </p:cNvPr>
          <p:cNvSpPr txBox="1"/>
          <p:nvPr/>
        </p:nvSpPr>
        <p:spPr>
          <a:xfrm>
            <a:off x="1850652" y="9471349"/>
            <a:ext cx="955152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#four connected links (not a loop, middle 4pi/5)</a:t>
            </a:r>
          </a:p>
          <a:p>
            <a:r>
              <a:rPr lang="en-US" sz="3600" dirty="0"/>
              <a:t>=# two connected faces</a:t>
            </a:r>
          </a:p>
          <a:p>
            <a:r>
              <a:rPr lang="en-US" sz="3600" dirty="0"/>
              <a:t>=#type XZ x 3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099571-150E-1DED-CD49-FEBC1606C8E6}"/>
              </a:ext>
            </a:extLst>
          </p:cNvPr>
          <p:cNvCxnSpPr>
            <a:cxnSpLocks/>
          </p:cNvCxnSpPr>
          <p:nvPr/>
        </p:nvCxnSpPr>
        <p:spPr>
          <a:xfrm flipV="1">
            <a:off x="6786761" y="17280046"/>
            <a:ext cx="7363009" cy="731105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4925ED5-C41F-0A4A-E4DB-AC553BF4E2A3}"/>
              </a:ext>
            </a:extLst>
          </p:cNvPr>
          <p:cNvCxnSpPr>
            <a:cxnSpLocks/>
          </p:cNvCxnSpPr>
          <p:nvPr/>
        </p:nvCxnSpPr>
        <p:spPr>
          <a:xfrm flipH="1" flipV="1">
            <a:off x="10479587" y="17186149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72DDA0A-A893-FF3F-9116-0E68290ED77F}"/>
              </a:ext>
            </a:extLst>
          </p:cNvPr>
          <p:cNvCxnSpPr>
            <a:cxnSpLocks/>
          </p:cNvCxnSpPr>
          <p:nvPr/>
        </p:nvCxnSpPr>
        <p:spPr>
          <a:xfrm flipH="1">
            <a:off x="10392086" y="17236329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59602ED-72EF-70E2-4462-67F42B378A14}"/>
              </a:ext>
            </a:extLst>
          </p:cNvPr>
          <p:cNvCxnSpPr>
            <a:cxnSpLocks/>
          </p:cNvCxnSpPr>
          <p:nvPr/>
        </p:nvCxnSpPr>
        <p:spPr>
          <a:xfrm flipV="1">
            <a:off x="4268759" y="14654193"/>
            <a:ext cx="7346592" cy="729475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9AAD8A8-3966-16BF-A701-09883E7B2D2E}"/>
              </a:ext>
            </a:extLst>
          </p:cNvPr>
          <p:cNvCxnSpPr>
            <a:cxnSpLocks/>
          </p:cNvCxnSpPr>
          <p:nvPr/>
        </p:nvCxnSpPr>
        <p:spPr>
          <a:xfrm flipV="1">
            <a:off x="5834007" y="16205325"/>
            <a:ext cx="11034647" cy="110088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08930BF-79BE-4B36-43A7-0A5872815156}"/>
              </a:ext>
            </a:extLst>
          </p:cNvPr>
          <p:cNvCxnSpPr>
            <a:cxnSpLocks/>
          </p:cNvCxnSpPr>
          <p:nvPr/>
        </p:nvCxnSpPr>
        <p:spPr>
          <a:xfrm flipV="1">
            <a:off x="13229914" y="14540129"/>
            <a:ext cx="1786648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2CE121E-711D-21F5-82C0-5A250E6CF076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587090" y="14630135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C976BAD-D2C5-51C6-27B1-08D4249951B5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150529" y="14543396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9B1F6C-25C4-25A2-8897-079CA97E929B}"/>
              </a:ext>
            </a:extLst>
          </p:cNvPr>
          <p:cNvCxnSpPr>
            <a:cxnSpLocks/>
          </p:cNvCxnSpPr>
          <p:nvPr/>
        </p:nvCxnSpPr>
        <p:spPr>
          <a:xfrm rot="16200000" flipV="1">
            <a:off x="4011515" y="25404708"/>
            <a:ext cx="1786649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88C2C8B-865C-F895-6EC5-69248302FE44}"/>
              </a:ext>
            </a:extLst>
          </p:cNvPr>
          <p:cNvCxnSpPr>
            <a:cxnSpLocks/>
          </p:cNvCxnSpPr>
          <p:nvPr/>
        </p:nvCxnSpPr>
        <p:spPr>
          <a:xfrm flipH="1" flipV="1">
            <a:off x="6829912" y="20844360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DCCC119-5CC0-5D6C-E3D1-31B57FD5443B}"/>
              </a:ext>
            </a:extLst>
          </p:cNvPr>
          <p:cNvCxnSpPr>
            <a:cxnSpLocks/>
          </p:cNvCxnSpPr>
          <p:nvPr/>
        </p:nvCxnSpPr>
        <p:spPr>
          <a:xfrm flipH="1">
            <a:off x="6742411" y="20894540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921327D-4006-454E-6F0C-896515E3850E}"/>
              </a:ext>
            </a:extLst>
          </p:cNvPr>
          <p:cNvCxnSpPr>
            <a:cxnSpLocks/>
          </p:cNvCxnSpPr>
          <p:nvPr/>
        </p:nvCxnSpPr>
        <p:spPr>
          <a:xfrm flipV="1">
            <a:off x="6789101" y="17287620"/>
            <a:ext cx="3711656" cy="368546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E98C0E5-51FF-32E2-D423-2F6059DDCF0B}"/>
              </a:ext>
            </a:extLst>
          </p:cNvPr>
          <p:cNvCxnSpPr>
            <a:cxnSpLocks/>
          </p:cNvCxnSpPr>
          <p:nvPr/>
        </p:nvCxnSpPr>
        <p:spPr>
          <a:xfrm rot="16200000" flipV="1">
            <a:off x="4279357" y="21947782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897C7E4-2CD4-43CD-72FB-B213788052B3}"/>
              </a:ext>
            </a:extLst>
          </p:cNvPr>
          <p:cNvCxnSpPr>
            <a:cxnSpLocks/>
          </p:cNvCxnSpPr>
          <p:nvPr/>
        </p:nvCxnSpPr>
        <p:spPr>
          <a:xfrm flipV="1">
            <a:off x="4047182" y="23739323"/>
            <a:ext cx="1786648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6A643C-6367-4440-288B-F836EF039182}"/>
              </a:ext>
            </a:extLst>
          </p:cNvPr>
          <p:cNvCxnSpPr>
            <a:cxnSpLocks/>
          </p:cNvCxnSpPr>
          <p:nvPr/>
        </p:nvCxnSpPr>
        <p:spPr>
          <a:xfrm flipV="1">
            <a:off x="14200053" y="6297906"/>
            <a:ext cx="7363009" cy="731105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25C6ECF-2EF7-5B4B-E5FA-3A568DFA2DA0}"/>
              </a:ext>
            </a:extLst>
          </p:cNvPr>
          <p:cNvCxnSpPr>
            <a:cxnSpLocks/>
          </p:cNvCxnSpPr>
          <p:nvPr/>
        </p:nvCxnSpPr>
        <p:spPr>
          <a:xfrm flipH="1" flipV="1">
            <a:off x="17892879" y="6204009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4C8F6B-44EB-2363-7F9D-0A8CBD3230BE}"/>
              </a:ext>
            </a:extLst>
          </p:cNvPr>
          <p:cNvCxnSpPr>
            <a:cxnSpLocks/>
          </p:cNvCxnSpPr>
          <p:nvPr/>
        </p:nvCxnSpPr>
        <p:spPr>
          <a:xfrm flipH="1">
            <a:off x="17805378" y="6254189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997D3E7-95E2-872E-83EF-EE37F956A409}"/>
              </a:ext>
            </a:extLst>
          </p:cNvPr>
          <p:cNvCxnSpPr>
            <a:cxnSpLocks/>
          </p:cNvCxnSpPr>
          <p:nvPr/>
        </p:nvCxnSpPr>
        <p:spPr>
          <a:xfrm flipH="1" flipV="1">
            <a:off x="14172608" y="9799401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D71FC63-B9C6-DC2E-5868-7733E10620F0}"/>
              </a:ext>
            </a:extLst>
          </p:cNvPr>
          <p:cNvCxnSpPr>
            <a:cxnSpLocks/>
          </p:cNvCxnSpPr>
          <p:nvPr/>
        </p:nvCxnSpPr>
        <p:spPr>
          <a:xfrm flipH="1">
            <a:off x="14141994" y="9862496"/>
            <a:ext cx="737714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2FB674-6E47-ACEF-EE43-36E9C6B6E642}"/>
              </a:ext>
            </a:extLst>
          </p:cNvPr>
          <p:cNvCxnSpPr>
            <a:cxnSpLocks/>
          </p:cNvCxnSpPr>
          <p:nvPr/>
        </p:nvCxnSpPr>
        <p:spPr>
          <a:xfrm flipH="1" flipV="1">
            <a:off x="17875628" y="9845758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265EB14-D535-878C-8FC8-47F2533AB088}"/>
              </a:ext>
            </a:extLst>
          </p:cNvPr>
          <p:cNvCxnSpPr>
            <a:cxnSpLocks/>
          </p:cNvCxnSpPr>
          <p:nvPr/>
        </p:nvCxnSpPr>
        <p:spPr>
          <a:xfrm flipV="1">
            <a:off x="17968944" y="9947660"/>
            <a:ext cx="3479204" cy="3454653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255F4F2-ACAB-EE3F-2A10-45226516061F}"/>
              </a:ext>
            </a:extLst>
          </p:cNvPr>
          <p:cNvCxnSpPr>
            <a:cxnSpLocks/>
          </p:cNvCxnSpPr>
          <p:nvPr/>
        </p:nvCxnSpPr>
        <p:spPr>
          <a:xfrm flipV="1">
            <a:off x="21538759" y="6457032"/>
            <a:ext cx="0" cy="7138707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826AB4-160C-EE9B-D5F8-FEDC6DFDE65F}"/>
              </a:ext>
            </a:extLst>
          </p:cNvPr>
          <p:cNvCxnSpPr>
            <a:cxnSpLocks/>
          </p:cNvCxnSpPr>
          <p:nvPr/>
        </p:nvCxnSpPr>
        <p:spPr>
          <a:xfrm flipH="1">
            <a:off x="14070552" y="13556828"/>
            <a:ext cx="7591868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90055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512AA-D415-976B-CF16-5CF146880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9C5774-34CB-DEB6-40A7-C08797092D4E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371885B-2C4E-8A44-03DC-605D737C6A86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ADBC5386-43E8-72D1-8A2E-3485FEC9779B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6440BE20-0BF9-192F-384B-6DBCE4B8AEB2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21713A6D-EF5B-D3BD-F497-6FD659AACE16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0D7AA2CE-24BD-F6AD-DCF9-8FD110945D9B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6BFC7C-78CF-C572-E429-48EDA0F2AF64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4B5B278-3A96-71AE-EB48-D86969D7427B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B5433484-3A02-DFAB-AAA7-3A3799897D27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0D56611A-68C1-551E-7735-4861479F0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330DD3F4-64C4-E2A4-ADE7-49931E169011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91BDD9F0-0406-650E-9059-BEFF4955161C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028C3B31-744B-702D-25F9-1D62FA20D4C5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38FB228D-9D89-A89F-375D-E5612E6EA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0625AFEE-A02A-C7DB-8525-7FEBBFF9BBC1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AAB59E2D-9B7C-6264-6AA3-CE13D2DDA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389D2A7A-2F6F-227F-3DBD-9460F2DB8723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2CC23958-7E3C-9BE1-DB67-31F5428C7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A3476B11-24B1-9405-E395-7F84A38D7147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60621E5C-6EB0-C622-8E03-4BEEC9EF2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5ED4636C-6A4E-F88B-14E1-EA7D810A4A26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C9D004F7-9D2E-838E-D15C-91BB0B5B7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C718C7D2-1964-AC7A-D8BE-63BA80A26975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AD187424-69FB-235A-BF61-926EB3781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900331C9-55A2-E7D9-7F24-B25231090329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4935171B-FBE7-564D-3710-04792B4F6C06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A94F7B8-A862-A09D-B50C-AAD2546CB5CF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87110310-2CD0-C87E-996D-9C165E57F503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C19598D0-450F-3B3E-C61A-ECCF0B4E4B6E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F6655F72-AC2E-5B79-77B5-77347D2D3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8150C110-628C-568A-E7E8-753A66E6CF04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E3955496-A680-B806-0B9F-6CB898B45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1A69AF0C-1C4B-FA40-7C83-70541D70DF0F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49646350-BC83-6250-8DB7-0BDC00894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71433E27-2CAB-EB68-D39F-81C57118C483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90666100-33E3-210B-A89F-D591EF628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5E35D6B8-852C-2CE0-9888-721A171B7EB0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C2982A07-8D8F-7DBB-82A0-B10E68B39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C2BE3DF7-D1C9-5D8D-99D4-41AE0A072BF4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F6231776-B89B-3D44-7B52-6F23CF368ADB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07EF564-E710-789F-337F-E76919A8CECE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BF16EB3-4018-619F-152B-B489DB813CEF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48193C18-79D4-9EA3-FF8A-4E28C27A16A1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2C94070-5933-7278-6429-D9DF080835D1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CBE9B00-9870-C1C4-BBB0-A5EA19FAE11B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F788F3C-FE82-BB3C-E8FC-0C1F7F45463D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828A6DF-50DA-1035-5A29-CA05AE55BD3E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E4440EB-7063-E2C7-089B-1556171AEB30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6A2F3B8-2B0C-1A0F-1BF3-C381E53F0443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F13C36E-4584-4019-23D9-68DEF588AD41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EE931AF-DBC1-2FB4-CDEA-E339BC8D0A60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5027658-8701-D44E-D15C-9FF3946C9D3F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7DC5A3B0-B2E2-559A-568A-29A9798C9596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AAF6A0D3-BA40-A231-8F76-B0F959AC20A1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D632D22-4810-09FB-4D65-7D6CC09EDAF6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6BD7951F-9FB1-043A-1E0D-FE7072E20BF0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AA670F8C-EA4B-EF3B-E54E-8817AE3E8DF2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405D7537-2EAF-BDBA-94E5-E80F83A547E0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1D3B37C-B865-CDB7-18A3-C68531862266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7C9A705C-125E-DA8C-1D75-3B94F2DF7CFD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E97B7476-7B4D-AD59-40EF-D8022D0784B7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B7D852A4-CE6B-A15C-759B-073BF1D487EF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7E96684-2B34-8BFF-604E-A93EBEFD8395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A890CACB-7E91-DD87-4EAF-FE59BE606C7A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65865857-C313-71BF-9765-FD51A907F703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6170EA35-54EA-BA78-C84A-F6C0CEF8AA36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8C28146E-CB06-DA2C-3F28-84CDA2EC8226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70956B47-ACCB-60A9-519E-59596AF9CCAE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D25C241A-0178-6536-00F3-6E9CE39DC007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0E1157FE-5B1B-35EF-CFA4-874DCE61EEFE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AD711069-B9C3-5FE0-3D93-65617673C8EC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99098B1F-3D2D-E404-589C-D2B637EC8945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35FB156A-239F-ADB1-1872-70552D23BC4A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FE90863A-B290-00FC-A1C6-8A9E1E92013E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597238F7-98A2-D854-C766-1F1A6CCDDF84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C6BAC97A-44F4-2292-7AE5-023F053D2D7B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6D765AEF-BAE2-FB0C-C4A2-03B977ED1315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D5C513DB-8B74-EACF-B06B-8163CF352EEC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89B1BF96-B5C8-B677-6B35-954F2B5FD407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389B4B47-1E86-1206-1176-8FD34552E5E8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2FF50E7A-DD45-FF5E-73DB-690A0BFCF665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43EF9DE3-6054-E751-6B5E-DCF66F96A86D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7BD08D9A-DAFF-F54B-8675-6DE65BDA19B8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6E32F70F-A74F-2940-FF2F-5B440B41175A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FDE519C1-CC26-5D50-35DD-1A9B70DE8E81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A13F0407-5A6A-E4ED-6F09-92B9FDDD4163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01ABEF6B-F1B7-82AE-CD20-F573476905DB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28C217C3-901E-BE4B-BD59-2E55306F8B0E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07BF770A-51DE-BC60-038C-3E46DD1CCBB2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356D543D-E127-2AE2-6D54-458DC9B36FAE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12C7512-F35A-4320-3E8E-B911B8830878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4886882-8DBE-3112-15DC-F244E5F5B2B1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779A8874-B7A2-3FD0-6CFE-9F3D6F90062F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71297AC0-0932-AF5E-8327-DB46F96C5C33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FF0A225-9DE3-FA01-09E1-66E896562A74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3E07075-E519-F645-606D-6F0963902205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2EBA6C11-0F18-010E-AB39-F7D6A8FE984C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A606C5E-F6E7-3237-D0DF-7F30731D90D1}"/>
              </a:ext>
            </a:extLst>
          </p:cNvPr>
          <p:cNvSpPr txBox="1"/>
          <p:nvPr/>
        </p:nvSpPr>
        <p:spPr>
          <a:xfrm>
            <a:off x="2151129" y="11371066"/>
            <a:ext cx="365035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x(10x3)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FF9A6F-CDE9-2A42-22D5-6034F492E77E}"/>
              </a:ext>
            </a:extLst>
          </p:cNvPr>
          <p:cNvSpPr txBox="1"/>
          <p:nvPr/>
        </p:nvSpPr>
        <p:spPr>
          <a:xfrm>
            <a:off x="1850652" y="9471349"/>
            <a:ext cx="955152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#four connected links (not a loop, middle 4pi/5)</a:t>
            </a:r>
          </a:p>
          <a:p>
            <a:r>
              <a:rPr lang="en-US" sz="3600" dirty="0"/>
              <a:t>=# two connected faces</a:t>
            </a:r>
          </a:p>
          <a:p>
            <a:r>
              <a:rPr lang="en-US" sz="3600" dirty="0"/>
              <a:t>=#type XZ x 3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63D687A-0B5C-0032-0699-CB394125FED1}"/>
              </a:ext>
            </a:extLst>
          </p:cNvPr>
          <p:cNvCxnSpPr>
            <a:cxnSpLocks/>
          </p:cNvCxnSpPr>
          <p:nvPr/>
        </p:nvCxnSpPr>
        <p:spPr>
          <a:xfrm flipV="1">
            <a:off x="6786761" y="17280046"/>
            <a:ext cx="7363009" cy="731105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FAA5915-5CFF-6A3A-1AFE-45AFCEEFFC0F}"/>
              </a:ext>
            </a:extLst>
          </p:cNvPr>
          <p:cNvCxnSpPr>
            <a:cxnSpLocks/>
          </p:cNvCxnSpPr>
          <p:nvPr/>
        </p:nvCxnSpPr>
        <p:spPr>
          <a:xfrm flipH="1" flipV="1">
            <a:off x="10479587" y="17186149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20A31A-F005-4851-1047-618D32CB9306}"/>
              </a:ext>
            </a:extLst>
          </p:cNvPr>
          <p:cNvCxnSpPr>
            <a:cxnSpLocks/>
          </p:cNvCxnSpPr>
          <p:nvPr/>
        </p:nvCxnSpPr>
        <p:spPr>
          <a:xfrm flipH="1">
            <a:off x="10392086" y="17236329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4F7485F-B12F-156F-34D5-38BDDC81DAC6}"/>
              </a:ext>
            </a:extLst>
          </p:cNvPr>
          <p:cNvCxnSpPr>
            <a:cxnSpLocks/>
          </p:cNvCxnSpPr>
          <p:nvPr/>
        </p:nvCxnSpPr>
        <p:spPr>
          <a:xfrm flipV="1">
            <a:off x="4268759" y="14654193"/>
            <a:ext cx="7346592" cy="729475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A4AB9E1-C5F2-07C0-D661-ECCA4728FD5B}"/>
              </a:ext>
            </a:extLst>
          </p:cNvPr>
          <p:cNvCxnSpPr>
            <a:cxnSpLocks/>
          </p:cNvCxnSpPr>
          <p:nvPr/>
        </p:nvCxnSpPr>
        <p:spPr>
          <a:xfrm flipV="1">
            <a:off x="5834007" y="16205325"/>
            <a:ext cx="11034647" cy="110088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EC8013E-E0DA-D2B6-576E-90516E592764}"/>
              </a:ext>
            </a:extLst>
          </p:cNvPr>
          <p:cNvCxnSpPr>
            <a:cxnSpLocks/>
          </p:cNvCxnSpPr>
          <p:nvPr/>
        </p:nvCxnSpPr>
        <p:spPr>
          <a:xfrm flipV="1">
            <a:off x="13229914" y="14540129"/>
            <a:ext cx="1786648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A0481A0-9664-FA0E-4C40-54808007859B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587090" y="14630135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3B5AFA9-69B5-BF13-6B58-27EC478FD8C9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150529" y="14543396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BE93C85-706E-C63C-3B4D-1FF0110CCA48}"/>
              </a:ext>
            </a:extLst>
          </p:cNvPr>
          <p:cNvCxnSpPr>
            <a:cxnSpLocks/>
          </p:cNvCxnSpPr>
          <p:nvPr/>
        </p:nvCxnSpPr>
        <p:spPr>
          <a:xfrm rot="16200000" flipV="1">
            <a:off x="4011515" y="25404708"/>
            <a:ext cx="1786649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931DCA4-DF0C-709E-5869-88D1007CB8DD}"/>
              </a:ext>
            </a:extLst>
          </p:cNvPr>
          <p:cNvCxnSpPr>
            <a:cxnSpLocks/>
          </p:cNvCxnSpPr>
          <p:nvPr/>
        </p:nvCxnSpPr>
        <p:spPr>
          <a:xfrm flipH="1" flipV="1">
            <a:off x="6829912" y="20844360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E0AB34E-F2B9-D9FE-FEFD-0AE92436463F}"/>
              </a:ext>
            </a:extLst>
          </p:cNvPr>
          <p:cNvCxnSpPr>
            <a:cxnSpLocks/>
          </p:cNvCxnSpPr>
          <p:nvPr/>
        </p:nvCxnSpPr>
        <p:spPr>
          <a:xfrm flipH="1">
            <a:off x="6742411" y="20894540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888C80E-0C95-DF7E-95D2-348C4B57BF4D}"/>
              </a:ext>
            </a:extLst>
          </p:cNvPr>
          <p:cNvCxnSpPr>
            <a:cxnSpLocks/>
          </p:cNvCxnSpPr>
          <p:nvPr/>
        </p:nvCxnSpPr>
        <p:spPr>
          <a:xfrm flipV="1">
            <a:off x="6789101" y="17287620"/>
            <a:ext cx="3711656" cy="368546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6D3AB4C-8589-72C5-6DEA-789A6D644555}"/>
              </a:ext>
            </a:extLst>
          </p:cNvPr>
          <p:cNvCxnSpPr>
            <a:cxnSpLocks/>
          </p:cNvCxnSpPr>
          <p:nvPr/>
        </p:nvCxnSpPr>
        <p:spPr>
          <a:xfrm rot="16200000" flipV="1">
            <a:off x="4279357" y="21947782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CE6DCA6-1920-55DF-8B77-6A173293DD96}"/>
              </a:ext>
            </a:extLst>
          </p:cNvPr>
          <p:cNvCxnSpPr>
            <a:cxnSpLocks/>
          </p:cNvCxnSpPr>
          <p:nvPr/>
        </p:nvCxnSpPr>
        <p:spPr>
          <a:xfrm flipV="1">
            <a:off x="4047182" y="23739323"/>
            <a:ext cx="1786648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E1A08E-4C91-9E43-6D7A-957A39CF698A}"/>
              </a:ext>
            </a:extLst>
          </p:cNvPr>
          <p:cNvCxnSpPr>
            <a:cxnSpLocks/>
          </p:cNvCxnSpPr>
          <p:nvPr/>
        </p:nvCxnSpPr>
        <p:spPr>
          <a:xfrm flipH="1">
            <a:off x="17805378" y="6254189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2017EC-3AD0-47FC-322E-E5A9FF00DBAA}"/>
              </a:ext>
            </a:extLst>
          </p:cNvPr>
          <p:cNvCxnSpPr>
            <a:cxnSpLocks/>
          </p:cNvCxnSpPr>
          <p:nvPr/>
        </p:nvCxnSpPr>
        <p:spPr>
          <a:xfrm flipH="1" flipV="1">
            <a:off x="14172608" y="9799401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CCE892-A4C0-3B5A-976E-5A75B7A2C00F}"/>
              </a:ext>
            </a:extLst>
          </p:cNvPr>
          <p:cNvCxnSpPr>
            <a:cxnSpLocks/>
          </p:cNvCxnSpPr>
          <p:nvPr/>
        </p:nvCxnSpPr>
        <p:spPr>
          <a:xfrm flipV="1">
            <a:off x="17968944" y="9947660"/>
            <a:ext cx="3479204" cy="3454653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8CD4676-64BC-F898-0EC6-80F88ED6444D}"/>
              </a:ext>
            </a:extLst>
          </p:cNvPr>
          <p:cNvCxnSpPr>
            <a:cxnSpLocks/>
          </p:cNvCxnSpPr>
          <p:nvPr/>
        </p:nvCxnSpPr>
        <p:spPr>
          <a:xfrm flipV="1">
            <a:off x="21538759" y="6457032"/>
            <a:ext cx="0" cy="7138707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4F038AE-82B6-8865-706F-3592AF636D38}"/>
              </a:ext>
            </a:extLst>
          </p:cNvPr>
          <p:cNvCxnSpPr>
            <a:cxnSpLocks/>
          </p:cNvCxnSpPr>
          <p:nvPr/>
        </p:nvCxnSpPr>
        <p:spPr>
          <a:xfrm flipH="1">
            <a:off x="14070552" y="13556828"/>
            <a:ext cx="7591868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0248B59-96CD-AAC8-1B29-02950D4D96D5}"/>
              </a:ext>
            </a:extLst>
          </p:cNvPr>
          <p:cNvSpPr/>
          <p:nvPr/>
        </p:nvSpPr>
        <p:spPr>
          <a:xfrm rot="18900000">
            <a:off x="15403479" y="8754182"/>
            <a:ext cx="5132565" cy="2455719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6900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5FD1-FFB1-90BD-67DB-F156D4F78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A08F85-C3D2-7896-1B43-89A24864F085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E27E3AE-C8DC-2292-8EB1-C84DA1AEC029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CECE81D0-2721-8869-15AE-387D6F083792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7F57F976-8209-225E-61B7-203550327750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E9DED359-FC40-F17B-B964-AE1D1E24D71F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785BCA1F-DFDB-292B-C847-42795A5CC722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94AA09-2078-D605-AF72-545A22EA599A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BF20F45-2C7A-4A5D-AA5D-15E1343FF0D5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FD744C4A-EEAF-1A99-53BE-D11AD6EE7773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0D56611A-68C1-551E-7735-4861479F0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D08FC435-DC3A-5C2A-AF1B-C279EA33845F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51FDDE52-F5E3-1BEB-AD4C-48FE46158040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5C9E58B2-66DC-7412-EEF4-A48A2F8F8AC3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38FB228D-9D89-A89F-375D-E5612E6EA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F3C491B5-B2FD-898F-B8D2-9F29FE3654B2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AAB59E2D-9B7C-6264-6AA3-CE13D2DDA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D9AF1622-6B9A-E0A2-08BA-5C67F6967810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2CC23958-7E3C-9BE1-DB67-31F5428C7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FCAA98BF-120F-2DE8-1670-65513E4775CC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60621E5C-6EB0-C622-8E03-4BEEC9EF2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F25BA852-1AB3-7920-D312-A4D3482A4496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C9D004F7-9D2E-838E-D15C-91BB0B5B7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3AA14CAE-A970-348B-50CE-974A737DAE01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AD187424-69FB-235A-BF61-926EB3781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E51D376D-C5FE-EAB6-4753-C986255D377E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EAED3B0-F06B-1265-0574-8F2A245C2FAA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78714E18-811F-6370-D2B7-BE0FCEA6A33C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71AA9BC0-29A0-8EB9-2A60-50591C5ACE4A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3F2C8AEC-ADA3-5915-E5EB-46B6FDEADF67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F6655F72-AC2E-5B79-77B5-77347D2D3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A5C1063B-5B54-B303-D4D5-409E66FB4382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E3955496-A680-B806-0B9F-6CB898B45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6A2C5E74-95B7-01EC-F53D-EFC814975AA7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49646350-BC83-6250-8DB7-0BDC00894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FA642AA0-7901-0A8F-C7B2-AC1061B64A5D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90666100-33E3-210B-A89F-D591EF628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1E029737-5612-BDC9-0FCA-6BC319590300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C2982A07-8D8F-7DBB-82A0-B10E68B39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08EA3D22-68A2-8EAC-CF37-4D8883494DC9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81F11BA-5937-48AB-571A-8F7CC95DEB0F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9FB2033-5034-F917-637A-749A2DBE2C2E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FE4E975-5D02-E832-DEF3-F7C4F11E6109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FF132FE0-0E64-FA75-CC85-6424FE68F614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B26E72D-BACA-5AEF-BD76-CB4BDD5D23F0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B360923-B7FC-CC82-42A8-3D0358A39789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C077FD1-DC8E-960B-1641-4EE9A5DCE3D2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386DEAD-855A-B9F7-AEF9-02B6B7692E4D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40499FD-761F-D813-2CF3-78D71670FC8B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F944453-8237-A417-8480-28485FBE1660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4B51866-1704-C00B-ED16-AB45525D31DF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27C87E6-62DB-B20E-7A59-A152CC43849F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15C48F04-7323-DA74-8D54-74A230C6F405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4281A87B-70F3-F79E-4F87-54E346EEAC26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89A064D-D2BA-B5AD-6383-58963B3430A7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781ABFA8-C05A-DA0A-3550-47E9A38EDD1A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30EFA70-9060-8E60-B575-CA943B92AD94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13B48657-2D95-2B43-4E43-8BF54F8E6894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8B29E0AB-46AE-FEDE-396E-89CFC51E00B6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41C384D0-81AD-BB15-9BAF-4A5F353017AD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13715449-8339-1C4B-337E-7C2363B16D1D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6F1694E3-7797-F618-ACC9-9B51D3B9C011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112A0FD3-8478-CFB2-3BB7-B11305924CA6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8EBCD68-6462-7ECC-08B4-1169C471C9AD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B6A59211-6A01-AB38-6333-A67D65E90D6C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ADC6FB9E-89E2-3994-54FD-E0011EACDF60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B4797D4C-68B7-4013-4212-A41DBEABB8FD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D0D99E18-59A6-0979-07FE-D70E44A3D8D0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8B30AA1F-DACA-65D2-D000-63F22262EA58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142F5D01-0E1B-79A4-547F-59870A9428D7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A86DF314-3D69-D27C-8245-55F2DA22AAE5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5DFC5FFE-DF5C-6360-3501-060137661ED6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B24443CE-3474-7333-BEF9-E4E4E3EC1B2C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351FF3FF-2FD5-AF3D-0AFB-3BBDFEBC29B7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5A6B7B36-8982-E21B-D4D8-5E2E7840EC4B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B535A815-7C48-9F0B-4669-C421E721C2EF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56183B61-AD37-C4DF-4814-123C84D7A097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58A05441-5942-B237-1BA3-FDAB21EF7109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F89D1D3F-3AA9-86F6-29D2-A3AB32F805E0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9F6C421D-63DA-4D2A-8263-190B236192B7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876024F5-408F-32B9-12FC-0FC1FAE38058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0CB28ADC-C8E9-A2A2-20D8-A507E2953E6B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17576EDF-2814-0E22-79DB-70B6867C77ED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FAE01227-6812-F8FA-D023-B3FA13454AFD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AB0F0898-CFAA-A51C-D80B-E60D3BD41D90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88DC4BF0-352E-0253-019E-5817DA637EA8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343B3DF0-FF12-3C47-CF76-E6D1F28C5D25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5DB61163-DD25-8664-E423-E086121C0F94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A7FDCE4D-76A5-A882-01AA-73F1DF7C61E1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625CE90F-A10D-4C69-89BC-C54FD6C28F02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8FC4E9DE-B8D8-9BA9-A8AB-052E546E4D29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5EE4461A-5985-2A92-8C67-948837E983FD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45592D0E-0048-87E7-622E-5B0E431A0405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EC0F9AA9-231A-6FF8-CD4A-BD6D112C5576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66ECE6E7-6201-A6C2-23E8-25851E5579D2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26FE16CE-D2C9-A831-9DE9-FA69A250EAF2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D6C7E3F-CD14-5244-DEBE-2869112D1EA4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D2DD1E00-6678-9F9E-19F3-49BF26F97631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B83EB09-8E17-C49A-46ED-ED4EE3AC8E62}"/>
              </a:ext>
            </a:extLst>
          </p:cNvPr>
          <p:cNvSpPr txBox="1"/>
          <p:nvPr/>
        </p:nvSpPr>
        <p:spPr>
          <a:xfrm>
            <a:off x="2151129" y="11371066"/>
            <a:ext cx="365035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x(10x3)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C7FB4E-74B5-C487-A89B-EF19DB287B26}"/>
              </a:ext>
            </a:extLst>
          </p:cNvPr>
          <p:cNvSpPr txBox="1"/>
          <p:nvPr/>
        </p:nvSpPr>
        <p:spPr>
          <a:xfrm>
            <a:off x="1850652" y="9471349"/>
            <a:ext cx="955152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#four connected links (not a loop, middle 4pi/5)</a:t>
            </a:r>
          </a:p>
          <a:p>
            <a:r>
              <a:rPr lang="en-US" sz="3600" dirty="0"/>
              <a:t>=# two connected faces</a:t>
            </a:r>
          </a:p>
          <a:p>
            <a:r>
              <a:rPr lang="en-US" sz="3600" dirty="0"/>
              <a:t>=#type XZ x 3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2DA9659-DB3D-34C9-C085-C664CB3314BB}"/>
              </a:ext>
            </a:extLst>
          </p:cNvPr>
          <p:cNvCxnSpPr>
            <a:cxnSpLocks/>
          </p:cNvCxnSpPr>
          <p:nvPr/>
        </p:nvCxnSpPr>
        <p:spPr>
          <a:xfrm flipV="1">
            <a:off x="6786761" y="17280046"/>
            <a:ext cx="7363009" cy="731105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4C71403-2543-BBF2-44AF-DCC82107314C}"/>
              </a:ext>
            </a:extLst>
          </p:cNvPr>
          <p:cNvCxnSpPr>
            <a:cxnSpLocks/>
          </p:cNvCxnSpPr>
          <p:nvPr/>
        </p:nvCxnSpPr>
        <p:spPr>
          <a:xfrm flipH="1" flipV="1">
            <a:off x="10479587" y="17186149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767FB1-6552-3C35-1DD8-D31F06322192}"/>
              </a:ext>
            </a:extLst>
          </p:cNvPr>
          <p:cNvCxnSpPr>
            <a:cxnSpLocks/>
          </p:cNvCxnSpPr>
          <p:nvPr/>
        </p:nvCxnSpPr>
        <p:spPr>
          <a:xfrm flipH="1">
            <a:off x="10392086" y="17236329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73CB44A-2934-5B9D-BD12-8FBD6CF60292}"/>
              </a:ext>
            </a:extLst>
          </p:cNvPr>
          <p:cNvCxnSpPr>
            <a:cxnSpLocks/>
          </p:cNvCxnSpPr>
          <p:nvPr/>
        </p:nvCxnSpPr>
        <p:spPr>
          <a:xfrm flipV="1">
            <a:off x="11590546" y="5636770"/>
            <a:ext cx="9069020" cy="9005024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AD0277D-906D-09C7-BDCA-000D3987D12E}"/>
              </a:ext>
            </a:extLst>
          </p:cNvPr>
          <p:cNvCxnSpPr>
            <a:cxnSpLocks/>
          </p:cNvCxnSpPr>
          <p:nvPr/>
        </p:nvCxnSpPr>
        <p:spPr>
          <a:xfrm flipV="1">
            <a:off x="5834007" y="16205325"/>
            <a:ext cx="11034647" cy="110088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4D362A4-1469-E08F-1690-7625F19E754F}"/>
              </a:ext>
            </a:extLst>
          </p:cNvPr>
          <p:cNvCxnSpPr>
            <a:cxnSpLocks/>
          </p:cNvCxnSpPr>
          <p:nvPr/>
        </p:nvCxnSpPr>
        <p:spPr>
          <a:xfrm flipV="1">
            <a:off x="13229914" y="14540129"/>
            <a:ext cx="1786648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A399457-81EE-3B73-B071-81768B693B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587090" y="14630135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4A0E855-DFF7-93F2-4873-A166C612FB1C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150529" y="14543396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FCE52E1-AA3F-1ED4-786B-53F719892C9C}"/>
              </a:ext>
            </a:extLst>
          </p:cNvPr>
          <p:cNvCxnSpPr>
            <a:cxnSpLocks/>
          </p:cNvCxnSpPr>
          <p:nvPr/>
        </p:nvCxnSpPr>
        <p:spPr>
          <a:xfrm rot="16200000" flipV="1">
            <a:off x="4011515" y="25404708"/>
            <a:ext cx="1786649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87783C4-ABBF-A463-8C1B-11E205427532}"/>
              </a:ext>
            </a:extLst>
          </p:cNvPr>
          <p:cNvCxnSpPr>
            <a:cxnSpLocks/>
          </p:cNvCxnSpPr>
          <p:nvPr/>
        </p:nvCxnSpPr>
        <p:spPr>
          <a:xfrm flipH="1" flipV="1">
            <a:off x="6829912" y="20844360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8976AE0-C38B-BAC9-E4A1-D3F5F1E4448A}"/>
              </a:ext>
            </a:extLst>
          </p:cNvPr>
          <p:cNvCxnSpPr>
            <a:cxnSpLocks/>
          </p:cNvCxnSpPr>
          <p:nvPr/>
        </p:nvCxnSpPr>
        <p:spPr>
          <a:xfrm flipH="1">
            <a:off x="6742411" y="20894540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43783C5-3BD7-BDF4-823B-3C646F84BD08}"/>
              </a:ext>
            </a:extLst>
          </p:cNvPr>
          <p:cNvCxnSpPr>
            <a:cxnSpLocks/>
          </p:cNvCxnSpPr>
          <p:nvPr/>
        </p:nvCxnSpPr>
        <p:spPr>
          <a:xfrm flipV="1">
            <a:off x="6789101" y="17287620"/>
            <a:ext cx="3711656" cy="368546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6BCBC8E-ED6A-B72F-A641-7532363E159F}"/>
              </a:ext>
            </a:extLst>
          </p:cNvPr>
          <p:cNvCxnSpPr>
            <a:cxnSpLocks/>
          </p:cNvCxnSpPr>
          <p:nvPr/>
        </p:nvCxnSpPr>
        <p:spPr>
          <a:xfrm rot="16200000" flipV="1">
            <a:off x="4279357" y="21947782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2CE92AA-46F8-90A0-3A3D-AB86E60D6F36}"/>
              </a:ext>
            </a:extLst>
          </p:cNvPr>
          <p:cNvCxnSpPr>
            <a:cxnSpLocks/>
          </p:cNvCxnSpPr>
          <p:nvPr/>
        </p:nvCxnSpPr>
        <p:spPr>
          <a:xfrm flipV="1">
            <a:off x="4047182" y="23739323"/>
            <a:ext cx="1786648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DF758-C97A-6138-4718-7D6707D07B8C}"/>
              </a:ext>
            </a:extLst>
          </p:cNvPr>
          <p:cNvCxnSpPr>
            <a:cxnSpLocks/>
          </p:cNvCxnSpPr>
          <p:nvPr/>
        </p:nvCxnSpPr>
        <p:spPr>
          <a:xfrm flipV="1">
            <a:off x="14200053" y="6297906"/>
            <a:ext cx="7363009" cy="731105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A26C937-FB3D-E442-DB3E-1CE7287BEAA8}"/>
              </a:ext>
            </a:extLst>
          </p:cNvPr>
          <p:cNvCxnSpPr>
            <a:cxnSpLocks/>
          </p:cNvCxnSpPr>
          <p:nvPr/>
        </p:nvCxnSpPr>
        <p:spPr>
          <a:xfrm flipH="1" flipV="1">
            <a:off x="17875628" y="9845758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52FBE36-8D77-DBEF-46D3-E3B9278AAE22}"/>
              </a:ext>
            </a:extLst>
          </p:cNvPr>
          <p:cNvCxnSpPr>
            <a:cxnSpLocks/>
          </p:cNvCxnSpPr>
          <p:nvPr/>
        </p:nvCxnSpPr>
        <p:spPr>
          <a:xfrm flipV="1">
            <a:off x="17968944" y="9947660"/>
            <a:ext cx="3479204" cy="3454653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2979515-CF07-DE4D-C8AC-0964064A2182}"/>
              </a:ext>
            </a:extLst>
          </p:cNvPr>
          <p:cNvCxnSpPr>
            <a:cxnSpLocks/>
          </p:cNvCxnSpPr>
          <p:nvPr/>
        </p:nvCxnSpPr>
        <p:spPr>
          <a:xfrm flipV="1">
            <a:off x="21538759" y="6457032"/>
            <a:ext cx="0" cy="7138707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4BD3014-A8C2-E5E0-3FAD-0F453597478A}"/>
              </a:ext>
            </a:extLst>
          </p:cNvPr>
          <p:cNvCxnSpPr>
            <a:cxnSpLocks/>
          </p:cNvCxnSpPr>
          <p:nvPr/>
        </p:nvCxnSpPr>
        <p:spPr>
          <a:xfrm flipH="1">
            <a:off x="14070552" y="13556828"/>
            <a:ext cx="7591868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3C08E8C-9990-88D5-2A4F-483AA15A2F5A}"/>
              </a:ext>
            </a:extLst>
          </p:cNvPr>
          <p:cNvCxnSpPr>
            <a:cxnSpLocks/>
          </p:cNvCxnSpPr>
          <p:nvPr/>
        </p:nvCxnSpPr>
        <p:spPr>
          <a:xfrm flipH="1" flipV="1">
            <a:off x="6866300" y="17120261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9C210F-D062-5E8F-B219-B7F5986989BD}"/>
              </a:ext>
            </a:extLst>
          </p:cNvPr>
          <p:cNvCxnSpPr>
            <a:cxnSpLocks/>
          </p:cNvCxnSpPr>
          <p:nvPr/>
        </p:nvCxnSpPr>
        <p:spPr>
          <a:xfrm flipH="1">
            <a:off x="6778799" y="17170441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6AC51C0-AA29-7F1B-3AF9-0745A22C28BB}"/>
              </a:ext>
            </a:extLst>
          </p:cNvPr>
          <p:cNvCxnSpPr>
            <a:cxnSpLocks/>
          </p:cNvCxnSpPr>
          <p:nvPr/>
        </p:nvCxnSpPr>
        <p:spPr>
          <a:xfrm flipV="1">
            <a:off x="2449669" y="21965663"/>
            <a:ext cx="1786648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9243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E5D2D-7E03-445D-096D-B788F19A5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94540D-6A92-872F-F1BF-4210D9BEF818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842717E-8171-1C5C-4436-63EE58DB8E5C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8654ACA6-62DA-4FA0-03F2-9588FB6CDA2D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EBCD6E45-6092-8558-635F-8CAEEFE292D1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FEF23D35-2C5C-708C-8220-9AB0DB40A3DF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79ACB6E2-E518-BAAF-46CE-02D3DE5C2624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1D7B55-7D8D-A878-1A6E-05A7E271290B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B5D9CC1-FE0B-AC41-F805-1FB3112FC0DF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344D6934-4AEB-C125-010B-CDD8C10F94B7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0D56611A-68C1-551E-7735-4861479F0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0D5F28FB-9D0C-EFD9-9027-215076D9A8F9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48426C2D-CFDF-9F35-D783-77235A3446B4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6E88B0FB-5854-BC9F-84C5-B5F59D06881E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38FB228D-9D89-A89F-375D-E5612E6EA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53A54B5E-CD8B-7148-EEB6-42BB61A2CE55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AAB59E2D-9B7C-6264-6AA3-CE13D2DDA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46C097A9-0A77-DAAC-9FE3-4A8277A98ECB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2CC23958-7E3C-9BE1-DB67-31F5428C7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2169F88C-C9DE-FEA3-7890-F8252726D7DD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60621E5C-6EB0-C622-8E03-4BEEC9EF2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CD33C2C6-CAEF-250B-39CF-76FE18D41098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C9D004F7-9D2E-838E-D15C-91BB0B5B7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4E6DB6C0-C18C-1260-F673-686A8700FA2A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AD187424-69FB-235A-BF61-926EB3781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6E9ADA48-4BDA-BBA9-47D3-423623189A25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ED086E4-9B7B-A9E5-1043-501E4368C024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AAC504C6-B5E5-2CD4-1F1B-517BF33CA10D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EC1A0FAD-63D5-D472-FFD1-54987A20F90E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CB57F058-7FBE-0C08-53E8-0CAB651DE211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F6655F72-AC2E-5B79-77B5-77347D2D3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D9D9FB78-B934-616F-9B71-1E45E55040CB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E3955496-A680-B806-0B9F-6CB898B45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7ED26254-E2EC-CA38-CFA7-CED232EB6EFF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49646350-BC83-6250-8DB7-0BDC00894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AA438383-7A43-FD35-C0D0-E4A7156FBD6B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90666100-33E3-210B-A89F-D591EF628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0E6A8029-E37A-56AD-228F-FD6262442DD4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C2982A07-8D8F-7DBB-82A0-B10E68B39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D53646B1-9A51-0E40-CA45-9AF8CB349328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9B331727-C64A-942E-2C45-91EE28BB30D5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4632AAE-20F7-E048-356E-2744C83F287A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FC7FA0B-4025-5AD9-8A9D-4F8357DA8EF6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5AB74D5B-EB34-A4C6-38EF-B5B709435185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623FCA6-C34F-8456-EDDA-8DC29A1A86DD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A2FD861-DC19-2D9B-B94E-51ADC1FFEE27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E903AD7-2ACE-530E-4E19-AD48C381EB6F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B8DF997-BB66-3564-A45B-905D8F20160B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2C225C0-0539-3707-C1B0-8EE26713727F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F564532-6F9C-EB97-3F83-4CC2A5579995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5C717C8-C197-E06E-1A98-3606D83FB18A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8029575-5FD8-FAF0-E2A0-FF84BDFD2F01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AEA31EF2-CD8F-4966-59F2-68177B39BD2C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0D87E43-AF2A-B8EC-3209-D9C9EC9E6531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2A423390-C5A9-F5DC-3BBB-6167FD053A86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8583333-D9AB-AAB8-CEB7-3A7312C106B0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BFEFE385-BC87-1422-2EF8-DEEC3B255762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777004EC-D810-1BD1-2F53-9C2B6278E095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E964E2E8-A46A-3A99-E4E2-475B05E84926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26944FA2-F5DF-E4B3-DCAA-913497F727FF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5B0B7B6-42DF-F0EE-6475-B1056DAA9C5A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7909C391-AD9E-1864-94B4-F3A9427A001B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6299175B-5F6C-048F-36E7-AFAC8A165EEF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A75FD2D1-AABA-5E9A-C718-3AD990EDB78B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709F3137-1B71-82FC-D33E-EA7634D21A3E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007C1E62-C2AA-7552-3A0B-9814C427F9D4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5E375F2B-F49D-E234-A06F-D43967A57E8F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E5A334AF-378F-DFEB-49A8-CE244C67C4EC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D013C384-A253-080D-510F-28416557145D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B950EA82-9FDB-CF70-1C9B-C7639CB09CC5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C302661A-B28E-2ADE-4909-7D0E938638F1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77AE6B54-59D9-88E7-695D-3FC380885ADC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C30A0D5F-A717-57E1-0DA6-0A02655DC67A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53446CBE-FD09-6FDB-875C-45D36582F775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F15DC20A-A4FB-619F-1DF0-306943C20276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CC9624EA-4D5E-D720-D2E2-7C6363CB6DF4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DCD3D00A-7DBC-7F1A-F6E6-ECC6834FCA28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1A459127-83E9-6B1C-CF56-C740C5409174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90260A5D-E53D-1D1B-E216-81261D32B999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75080549-3829-6796-8F08-91BD25C76B24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321BEA33-D2B3-884C-E27F-FE6F431FB004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43EB9402-02A0-1436-7F11-EE56240909D1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C6A971E1-17F1-AB6A-FA25-8361A21F63CF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AF8DE07D-CD71-78FA-F589-BD18BD192F39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D696E845-7B5C-8136-CD72-0AE2716CFACE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F6E981BE-C3FD-1FFC-44D6-8FC21549B19A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86732FD4-45B9-B917-1660-1A0CF934BCD1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B4F8AEE-793A-0E32-BC3F-1CE87FEDB977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A10D9EA-FA82-1F5B-A09E-129A5B116668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D81AA8CB-0C9D-D551-1FB3-4422204D6754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06CBB2BA-D24B-760B-79C7-5C4D21FA33D3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50EB061A-940F-C651-7BAB-9A843A7A2BD0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1C59C50B-6B7D-730D-D6C1-5796F2B30DDB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0267688F-C860-9007-D9BB-BE3A4C2769E7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3B0BE468-46CD-3D43-A4C8-B81F1D5CFA95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EF4BEA2D-0135-1ADD-BE46-A9E42B1343FA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D33F1763-E2CC-8802-C279-CF164E3D2A4A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CCA8A1D1-84A8-B2D2-9E97-11D5934E3ACB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A35C1DA-5D0A-5D12-514C-3A8C5C3058E7}"/>
              </a:ext>
            </a:extLst>
          </p:cNvPr>
          <p:cNvSpPr txBox="1"/>
          <p:nvPr/>
        </p:nvSpPr>
        <p:spPr>
          <a:xfrm>
            <a:off x="2151129" y="11371066"/>
            <a:ext cx="365035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x(10x3)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33EC87-E049-176D-0649-2D2D7FCF0D32}"/>
              </a:ext>
            </a:extLst>
          </p:cNvPr>
          <p:cNvSpPr txBox="1"/>
          <p:nvPr/>
        </p:nvSpPr>
        <p:spPr>
          <a:xfrm>
            <a:off x="1850652" y="9471349"/>
            <a:ext cx="955152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#four connected links (not a loop, middle 4pi/5)</a:t>
            </a:r>
          </a:p>
          <a:p>
            <a:r>
              <a:rPr lang="en-US" sz="3600" dirty="0"/>
              <a:t>=# two connected faces</a:t>
            </a:r>
          </a:p>
          <a:p>
            <a:r>
              <a:rPr lang="en-US" sz="3600" dirty="0"/>
              <a:t>=#type XZ x 3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2873B3-004C-A520-0CCA-C8FAC55D5506}"/>
              </a:ext>
            </a:extLst>
          </p:cNvPr>
          <p:cNvCxnSpPr>
            <a:cxnSpLocks/>
          </p:cNvCxnSpPr>
          <p:nvPr/>
        </p:nvCxnSpPr>
        <p:spPr>
          <a:xfrm flipV="1">
            <a:off x="6786761" y="17280046"/>
            <a:ext cx="7363009" cy="731105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9E8040-A3FE-6F99-BC5A-5B55786C7856}"/>
              </a:ext>
            </a:extLst>
          </p:cNvPr>
          <p:cNvCxnSpPr>
            <a:cxnSpLocks/>
          </p:cNvCxnSpPr>
          <p:nvPr/>
        </p:nvCxnSpPr>
        <p:spPr>
          <a:xfrm flipH="1" flipV="1">
            <a:off x="10479587" y="17186149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BB23F0-E41C-1C79-04F6-35A19A8BF769}"/>
              </a:ext>
            </a:extLst>
          </p:cNvPr>
          <p:cNvCxnSpPr>
            <a:cxnSpLocks/>
          </p:cNvCxnSpPr>
          <p:nvPr/>
        </p:nvCxnSpPr>
        <p:spPr>
          <a:xfrm flipH="1">
            <a:off x="10392086" y="17236329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01202FE-A5D1-9D22-89F0-62601A1C7C6A}"/>
              </a:ext>
            </a:extLst>
          </p:cNvPr>
          <p:cNvCxnSpPr>
            <a:cxnSpLocks/>
          </p:cNvCxnSpPr>
          <p:nvPr/>
        </p:nvCxnSpPr>
        <p:spPr>
          <a:xfrm flipV="1">
            <a:off x="11590546" y="5636770"/>
            <a:ext cx="9069020" cy="9005024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BB4A4F5-2A81-6727-3B73-321DF2073C45}"/>
              </a:ext>
            </a:extLst>
          </p:cNvPr>
          <p:cNvCxnSpPr>
            <a:cxnSpLocks/>
          </p:cNvCxnSpPr>
          <p:nvPr/>
        </p:nvCxnSpPr>
        <p:spPr>
          <a:xfrm flipV="1">
            <a:off x="5834007" y="16205325"/>
            <a:ext cx="11034647" cy="110088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307F897-E59C-EF5D-B3E7-2DC5D0205360}"/>
              </a:ext>
            </a:extLst>
          </p:cNvPr>
          <p:cNvCxnSpPr>
            <a:cxnSpLocks/>
          </p:cNvCxnSpPr>
          <p:nvPr/>
        </p:nvCxnSpPr>
        <p:spPr>
          <a:xfrm flipV="1">
            <a:off x="13229914" y="14540129"/>
            <a:ext cx="1786648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F550E44-1E82-44CC-AE3A-B4841A63C065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587090" y="14630135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DF400DC-C16A-4FA1-DAB5-9CD4D00F4185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150529" y="14543396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4440B8C-FD0E-1035-6C9D-D15821512259}"/>
              </a:ext>
            </a:extLst>
          </p:cNvPr>
          <p:cNvCxnSpPr>
            <a:cxnSpLocks/>
          </p:cNvCxnSpPr>
          <p:nvPr/>
        </p:nvCxnSpPr>
        <p:spPr>
          <a:xfrm rot="16200000" flipV="1">
            <a:off x="4011515" y="25404708"/>
            <a:ext cx="1786649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6382770-DFD1-3452-E9BC-AC5E4655A4BD}"/>
              </a:ext>
            </a:extLst>
          </p:cNvPr>
          <p:cNvCxnSpPr>
            <a:cxnSpLocks/>
          </p:cNvCxnSpPr>
          <p:nvPr/>
        </p:nvCxnSpPr>
        <p:spPr>
          <a:xfrm flipH="1" flipV="1">
            <a:off x="6829912" y="20844360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49AB87D-8ED6-F253-BB15-09E66DB86555}"/>
              </a:ext>
            </a:extLst>
          </p:cNvPr>
          <p:cNvCxnSpPr>
            <a:cxnSpLocks/>
          </p:cNvCxnSpPr>
          <p:nvPr/>
        </p:nvCxnSpPr>
        <p:spPr>
          <a:xfrm flipH="1">
            <a:off x="6742411" y="20894540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9DC83E5-4B04-20B5-CCFC-BF0A89EB0C18}"/>
              </a:ext>
            </a:extLst>
          </p:cNvPr>
          <p:cNvCxnSpPr>
            <a:cxnSpLocks/>
          </p:cNvCxnSpPr>
          <p:nvPr/>
        </p:nvCxnSpPr>
        <p:spPr>
          <a:xfrm flipV="1">
            <a:off x="6789101" y="17287620"/>
            <a:ext cx="3711656" cy="368546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EC4169F-69D9-F931-1DB9-686E3C93BED0}"/>
              </a:ext>
            </a:extLst>
          </p:cNvPr>
          <p:cNvCxnSpPr>
            <a:cxnSpLocks/>
          </p:cNvCxnSpPr>
          <p:nvPr/>
        </p:nvCxnSpPr>
        <p:spPr>
          <a:xfrm rot="16200000" flipV="1">
            <a:off x="4279357" y="21947782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0FE9624-303E-1AC1-39AF-47D63088461C}"/>
              </a:ext>
            </a:extLst>
          </p:cNvPr>
          <p:cNvCxnSpPr>
            <a:cxnSpLocks/>
          </p:cNvCxnSpPr>
          <p:nvPr/>
        </p:nvCxnSpPr>
        <p:spPr>
          <a:xfrm flipV="1">
            <a:off x="4047182" y="23739323"/>
            <a:ext cx="1786648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5D6EAA8-ADC3-58CB-49F4-65A7C5273606}"/>
              </a:ext>
            </a:extLst>
          </p:cNvPr>
          <p:cNvCxnSpPr>
            <a:cxnSpLocks/>
          </p:cNvCxnSpPr>
          <p:nvPr/>
        </p:nvCxnSpPr>
        <p:spPr>
          <a:xfrm flipV="1">
            <a:off x="14200053" y="6297906"/>
            <a:ext cx="7363009" cy="731105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943367-6220-D940-06CC-F9D24CC105D6}"/>
              </a:ext>
            </a:extLst>
          </p:cNvPr>
          <p:cNvCxnSpPr>
            <a:cxnSpLocks/>
          </p:cNvCxnSpPr>
          <p:nvPr/>
        </p:nvCxnSpPr>
        <p:spPr>
          <a:xfrm flipH="1" flipV="1">
            <a:off x="17875628" y="9845758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AF46EB-3A8A-7D62-A07A-86979695BBC8}"/>
              </a:ext>
            </a:extLst>
          </p:cNvPr>
          <p:cNvCxnSpPr>
            <a:cxnSpLocks/>
          </p:cNvCxnSpPr>
          <p:nvPr/>
        </p:nvCxnSpPr>
        <p:spPr>
          <a:xfrm flipV="1">
            <a:off x="17968944" y="9947660"/>
            <a:ext cx="3479204" cy="3454653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29F71E0-F901-FF05-8E51-966E6BB2B966}"/>
              </a:ext>
            </a:extLst>
          </p:cNvPr>
          <p:cNvCxnSpPr>
            <a:cxnSpLocks/>
          </p:cNvCxnSpPr>
          <p:nvPr/>
        </p:nvCxnSpPr>
        <p:spPr>
          <a:xfrm flipV="1">
            <a:off x="21538759" y="6457032"/>
            <a:ext cx="0" cy="7138707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487DE9F-59B4-075D-51ED-A53FF49C624A}"/>
              </a:ext>
            </a:extLst>
          </p:cNvPr>
          <p:cNvCxnSpPr>
            <a:cxnSpLocks/>
          </p:cNvCxnSpPr>
          <p:nvPr/>
        </p:nvCxnSpPr>
        <p:spPr>
          <a:xfrm flipH="1">
            <a:off x="14070552" y="13556828"/>
            <a:ext cx="7591868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F608A39-A6E3-3581-44E6-C75D4B0760CB}"/>
              </a:ext>
            </a:extLst>
          </p:cNvPr>
          <p:cNvCxnSpPr>
            <a:cxnSpLocks/>
          </p:cNvCxnSpPr>
          <p:nvPr/>
        </p:nvCxnSpPr>
        <p:spPr>
          <a:xfrm flipH="1" flipV="1">
            <a:off x="6866300" y="17120261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70A23F0-3A5F-6DF0-9A37-659F97257E97}"/>
              </a:ext>
            </a:extLst>
          </p:cNvPr>
          <p:cNvCxnSpPr>
            <a:cxnSpLocks/>
          </p:cNvCxnSpPr>
          <p:nvPr/>
        </p:nvCxnSpPr>
        <p:spPr>
          <a:xfrm flipH="1">
            <a:off x="6778799" y="17170441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7C3D31B-1E66-451D-350F-6D934A6323B8}"/>
              </a:ext>
            </a:extLst>
          </p:cNvPr>
          <p:cNvCxnSpPr>
            <a:cxnSpLocks/>
          </p:cNvCxnSpPr>
          <p:nvPr/>
        </p:nvCxnSpPr>
        <p:spPr>
          <a:xfrm flipV="1">
            <a:off x="2449669" y="21965663"/>
            <a:ext cx="1786648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294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366BD-771F-E735-50A0-A289A66A8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F8DBD4-2E72-A936-8814-E2C2B52BD541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7BF4893-E840-18EA-C922-616144BF0D53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4DD6F91D-C09E-B077-194A-3917F72B91D6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37C29478-A35D-4E62-771B-67E9FF05B19A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A1963B62-A929-CE35-C4C8-5B7158E0B18C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BED22F06-135B-EB61-E3E0-BC2651A61C35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CBAB13-40FB-5106-589B-955F4AC73A20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98C413D-A315-0AA6-0ABE-C569212E982F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EE677FC7-6748-1129-1E3E-9788675D214D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0D56611A-68C1-551E-7735-4861479F0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EB0EC8E6-748A-B599-728A-FA1388D9CD25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ED643B32-BA43-BEFA-0546-BA7A572F5AD0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98DF9892-E055-22A6-14A4-71983BA8DBE0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38FB228D-9D89-A89F-375D-E5612E6EA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E050BD4A-27CB-5CA7-8578-7B5933082154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AAB59E2D-9B7C-6264-6AA3-CE13D2DDA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7D70EABD-3CFE-E224-4987-ABA0A99DD0BE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2CC23958-7E3C-9BE1-DB67-31F5428C7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4A2CB4D6-D651-5DF3-D33F-8A415A495F96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60621E5C-6EB0-C622-8E03-4BEEC9EF2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E8381DD3-7110-FDA2-019C-255BB8751C10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C9D004F7-9D2E-838E-D15C-91BB0B5B7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AEB01F2A-A705-8EC8-FC76-8F6D3ECECC7C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AD187424-69FB-235A-BF61-926EB3781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A9EBD959-AE4D-406F-E828-E702A2910FB1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EABB3738-50A9-1B6D-DBC2-FBBEA4F5CD81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AAB78D9E-2C21-75A7-DE2C-256D1C799E96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14E374DD-D227-2BE0-7E76-B05301952DCF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FE248ACC-AC4C-2BD4-22E5-C5068C092C55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F6655F72-AC2E-5B79-77B5-77347D2D3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9399D313-25DC-FA38-A397-E4980F3CB8E2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E3955496-A680-B806-0B9F-6CB898B45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EAC578CA-CBD5-6314-2DC3-EBE4CE244AA1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49646350-BC83-6250-8DB7-0BDC00894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8D040E74-6715-400F-3F68-96C0949D158A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90666100-33E3-210B-A89F-D591EF628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4C91DE30-75DA-52C7-B9A0-BAEEAABD123E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C2982A07-8D8F-7DBB-82A0-B10E68B39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4CBEE308-FB75-66B0-C777-4376F2FFFC70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108EC72F-CD87-9A40-2096-270356A11B4B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26E67C3-54C9-8DC3-DB87-BBD2343F81AC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0DC7761-F32D-46E3-2044-4F5E1DE06050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BD5F27E6-99D3-7D79-93DD-5DB38214BEBA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80C129D-CFA7-4D58-56E2-AF87DFCD7CCB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AC708DD-8D27-B785-E3C1-384E4BA5E7D6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98D72D9-ED40-E746-A1BB-FC7BCA195080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9D0C96F-F41C-DF89-7456-B8EB4B67AB39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9F149CE-5F01-4B55-E444-BD7161F00532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BFEF6EC-CCB4-5EFD-67BE-3A8D9614EFAB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A5088C8-7679-03D1-9DDB-AB00DDD8BF3D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D7843D3-2A60-DFF7-A36D-A07D78F84823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ED566166-C3BC-5F45-C4E5-EE330897D46B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B1541B2-189A-EA59-C41D-1870740BD6E7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65ED63BB-4E6A-97CB-DF1C-DE0016FB8BFC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2B5AF6A7-E3CD-9633-D07D-1CCA5C26F1C2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A7475D2E-6005-A953-FD74-180AF6285405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03F9AC6F-15D7-E4FF-661A-1B37600F0885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F71CD877-AC4B-0AC8-8703-D92792698772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2E63B193-3A72-A134-98EF-85F5ACD8A26A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4A54E73A-54D2-A37D-94B8-88B84C216345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C5F559B8-BB93-AB49-9FE7-7678D51BC105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BCDB8644-121D-6E55-510E-C552E56FBFA1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026F4E80-E6CB-8EC9-8382-A91CD1C3D143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3E803E00-0832-9D3C-9173-FB57F475F47B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391AACF9-9DD3-40AF-9D1A-25FCF4656F26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1876DDBB-3F44-83E6-25FE-DFDF2A26B81B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9CE71493-8189-C73E-FC44-219D3D0C09C9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524C993D-8914-71A9-1B16-EE21FED8A019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763D3585-F911-C80E-8135-A26341F8CC2A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53A18AE1-7851-7D7B-4B80-4805214C3E28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48FAB0A1-83A9-E4B2-BE7A-67E193D8B12B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9C33AE98-4C2E-AEE2-F04B-AA123448DF4F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DBF423DA-A023-6C22-9308-0E165419B286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6CFDB9D2-4E1D-D975-4D5D-6D53CD019C8D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E672971A-86D8-70CD-7AB0-4B5E288916E0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5236D3CB-9CAB-C2B4-41C3-B8CC7D63AA36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435A5B25-CAEF-7EB1-8978-A2C947D17782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8040A957-C580-1089-3F23-DB3ECDB1CD93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CD42396B-3AFD-944C-99DC-661169AA10A7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CE950A8B-33FB-2EFF-E23B-D67527123BAA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80023A0D-667E-FCA8-3857-52FEEE349391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38D2364E-D4F7-448F-E2CE-9F4DD0C8A5B3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1F3D302A-37B9-46D1-8AFD-4294CDEEEE6F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C75AB5E8-408F-B7F6-DBF7-7C90BC81ADC1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24779E0C-2AD6-84FE-A824-7D673DADCFFA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58ED3E20-1630-4E39-7062-9C6D259A40D4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6020AF72-55CE-AE8A-4CAE-B4318A9B7B93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44729442-3758-805C-7B12-19036E411BB4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9B74B9A2-A3B0-E3FE-B4D8-1198731ECD5F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A202CF43-CCD4-7D37-3F1D-0841CF00E260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00117F8E-9FE6-096B-403B-408C4E413F8B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C112A002-4081-81D9-A063-9C54CB3E162B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09FB893D-E89F-F14C-6F2C-6C198F7A75F5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69E12AF9-4E03-FB32-D195-3A5C2FD5BFA3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AF750878-C588-1BD2-A067-3BAEA8915A63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88152357-1231-6452-DB7C-37D7AF7F1896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AD257778-B586-D666-BC65-938CFA085E87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0FFB31E-653B-E9DB-1344-75F4342F8A81}"/>
              </a:ext>
            </a:extLst>
          </p:cNvPr>
          <p:cNvSpPr txBox="1"/>
          <p:nvPr/>
        </p:nvSpPr>
        <p:spPr>
          <a:xfrm>
            <a:off x="2151129" y="11371066"/>
            <a:ext cx="365035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x(10x3)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3FB52-D002-1A25-F915-353B16617AE6}"/>
              </a:ext>
            </a:extLst>
          </p:cNvPr>
          <p:cNvSpPr txBox="1"/>
          <p:nvPr/>
        </p:nvSpPr>
        <p:spPr>
          <a:xfrm>
            <a:off x="1850652" y="9471349"/>
            <a:ext cx="955152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#four connected links (not a loop, middle 4pi/5)</a:t>
            </a:r>
          </a:p>
          <a:p>
            <a:r>
              <a:rPr lang="en-US" sz="3600" dirty="0"/>
              <a:t>=# two connected faces</a:t>
            </a:r>
          </a:p>
          <a:p>
            <a:r>
              <a:rPr lang="en-US" sz="3600" dirty="0"/>
              <a:t>=#type XZ x 3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9C80AF-6C11-A5EC-5A29-66B3026026E3}"/>
              </a:ext>
            </a:extLst>
          </p:cNvPr>
          <p:cNvCxnSpPr>
            <a:cxnSpLocks/>
          </p:cNvCxnSpPr>
          <p:nvPr/>
        </p:nvCxnSpPr>
        <p:spPr>
          <a:xfrm flipV="1">
            <a:off x="6786761" y="17280046"/>
            <a:ext cx="7363009" cy="731105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2F27DC-95C9-B5CF-D973-7AF83A45D179}"/>
              </a:ext>
            </a:extLst>
          </p:cNvPr>
          <p:cNvCxnSpPr>
            <a:cxnSpLocks/>
          </p:cNvCxnSpPr>
          <p:nvPr/>
        </p:nvCxnSpPr>
        <p:spPr>
          <a:xfrm flipH="1" flipV="1">
            <a:off x="10479587" y="17186149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99A887-3AA4-D25A-8907-9E7AE0B2DF8B}"/>
              </a:ext>
            </a:extLst>
          </p:cNvPr>
          <p:cNvCxnSpPr>
            <a:cxnSpLocks/>
          </p:cNvCxnSpPr>
          <p:nvPr/>
        </p:nvCxnSpPr>
        <p:spPr>
          <a:xfrm flipH="1">
            <a:off x="10392086" y="17236329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946E649-3CEA-5C5B-C342-C5BCEB207F8C}"/>
              </a:ext>
            </a:extLst>
          </p:cNvPr>
          <p:cNvCxnSpPr>
            <a:cxnSpLocks/>
          </p:cNvCxnSpPr>
          <p:nvPr/>
        </p:nvCxnSpPr>
        <p:spPr>
          <a:xfrm flipV="1">
            <a:off x="4312228" y="11057061"/>
            <a:ext cx="10924428" cy="108473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9401A3D-52E4-49BB-0ECB-82C7B9CEC992}"/>
              </a:ext>
            </a:extLst>
          </p:cNvPr>
          <p:cNvCxnSpPr>
            <a:cxnSpLocks/>
          </p:cNvCxnSpPr>
          <p:nvPr/>
        </p:nvCxnSpPr>
        <p:spPr>
          <a:xfrm flipV="1">
            <a:off x="5834007" y="16205325"/>
            <a:ext cx="11034647" cy="1100883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9097C2F-8E0C-FA55-CBF9-368812D07509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244824" y="10887133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73817B8-4E5E-A1AC-4217-0537F3F02F0E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150529" y="14543396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32FABAD-191A-C85E-88F3-1CEDC21E7B68}"/>
              </a:ext>
            </a:extLst>
          </p:cNvPr>
          <p:cNvCxnSpPr>
            <a:cxnSpLocks/>
          </p:cNvCxnSpPr>
          <p:nvPr/>
        </p:nvCxnSpPr>
        <p:spPr>
          <a:xfrm rot="16200000" flipV="1">
            <a:off x="4011515" y="25404708"/>
            <a:ext cx="1786649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7AC65B7-F2B7-277B-0F61-DD57A7C1D0A6}"/>
              </a:ext>
            </a:extLst>
          </p:cNvPr>
          <p:cNvCxnSpPr>
            <a:cxnSpLocks/>
          </p:cNvCxnSpPr>
          <p:nvPr/>
        </p:nvCxnSpPr>
        <p:spPr>
          <a:xfrm flipH="1" flipV="1">
            <a:off x="6829912" y="20844360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E10469B-9D25-CB04-AD5A-6B0F4D112963}"/>
              </a:ext>
            </a:extLst>
          </p:cNvPr>
          <p:cNvCxnSpPr>
            <a:cxnSpLocks/>
          </p:cNvCxnSpPr>
          <p:nvPr/>
        </p:nvCxnSpPr>
        <p:spPr>
          <a:xfrm flipH="1">
            <a:off x="6742411" y="20894540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2DDEABC-A649-9E67-1FFB-CA36F5490114}"/>
              </a:ext>
            </a:extLst>
          </p:cNvPr>
          <p:cNvCxnSpPr>
            <a:cxnSpLocks/>
          </p:cNvCxnSpPr>
          <p:nvPr/>
        </p:nvCxnSpPr>
        <p:spPr>
          <a:xfrm flipV="1">
            <a:off x="6789101" y="13641501"/>
            <a:ext cx="7383688" cy="7331583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B490E66-571E-27DC-4916-0E6CBB254482}"/>
              </a:ext>
            </a:extLst>
          </p:cNvPr>
          <p:cNvCxnSpPr>
            <a:cxnSpLocks/>
          </p:cNvCxnSpPr>
          <p:nvPr/>
        </p:nvCxnSpPr>
        <p:spPr>
          <a:xfrm rot="16200000" flipV="1">
            <a:off x="4279357" y="21947782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10EBE58-CD64-741A-B8C7-11BE34C9E4FF}"/>
              </a:ext>
            </a:extLst>
          </p:cNvPr>
          <p:cNvCxnSpPr>
            <a:cxnSpLocks/>
          </p:cNvCxnSpPr>
          <p:nvPr/>
        </p:nvCxnSpPr>
        <p:spPr>
          <a:xfrm flipV="1">
            <a:off x="4047182" y="23739323"/>
            <a:ext cx="1786648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AACCEB-9DDD-6FBD-6237-20EA1BD3BF4A}"/>
              </a:ext>
            </a:extLst>
          </p:cNvPr>
          <p:cNvCxnSpPr>
            <a:cxnSpLocks/>
          </p:cNvCxnSpPr>
          <p:nvPr/>
        </p:nvCxnSpPr>
        <p:spPr>
          <a:xfrm flipH="1">
            <a:off x="17805378" y="6254189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98D9E6-D53C-8612-8BC7-92AE6838C21E}"/>
              </a:ext>
            </a:extLst>
          </p:cNvPr>
          <p:cNvCxnSpPr>
            <a:cxnSpLocks/>
          </p:cNvCxnSpPr>
          <p:nvPr/>
        </p:nvCxnSpPr>
        <p:spPr>
          <a:xfrm flipH="1">
            <a:off x="17869775" y="9862496"/>
            <a:ext cx="364936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730D17-432E-0A36-4918-B10EAD299F93}"/>
              </a:ext>
            </a:extLst>
          </p:cNvPr>
          <p:cNvCxnSpPr>
            <a:cxnSpLocks/>
          </p:cNvCxnSpPr>
          <p:nvPr/>
        </p:nvCxnSpPr>
        <p:spPr>
          <a:xfrm flipH="1" flipV="1">
            <a:off x="14217349" y="13418673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E79AD3B-2F25-D20E-4CF4-102DA47C570A}"/>
              </a:ext>
            </a:extLst>
          </p:cNvPr>
          <p:cNvCxnSpPr>
            <a:cxnSpLocks/>
          </p:cNvCxnSpPr>
          <p:nvPr/>
        </p:nvCxnSpPr>
        <p:spPr>
          <a:xfrm flipV="1">
            <a:off x="17968944" y="9947660"/>
            <a:ext cx="3479204" cy="3454653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C7F4E47-646B-F45B-BC90-74695B0EB664}"/>
              </a:ext>
            </a:extLst>
          </p:cNvPr>
          <p:cNvCxnSpPr>
            <a:cxnSpLocks/>
          </p:cNvCxnSpPr>
          <p:nvPr/>
        </p:nvCxnSpPr>
        <p:spPr>
          <a:xfrm flipV="1">
            <a:off x="21538759" y="6457032"/>
            <a:ext cx="0" cy="7138707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28723A-79B9-3997-F71B-53D036090150}"/>
              </a:ext>
            </a:extLst>
          </p:cNvPr>
          <p:cNvCxnSpPr>
            <a:cxnSpLocks/>
          </p:cNvCxnSpPr>
          <p:nvPr/>
        </p:nvCxnSpPr>
        <p:spPr>
          <a:xfrm flipH="1" flipV="1">
            <a:off x="17920707" y="13529775"/>
            <a:ext cx="3658585" cy="27053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13F3C54-1281-0445-8BF6-9DDF648F306A}"/>
              </a:ext>
            </a:extLst>
          </p:cNvPr>
          <p:cNvCxnSpPr>
            <a:cxnSpLocks/>
          </p:cNvCxnSpPr>
          <p:nvPr/>
        </p:nvCxnSpPr>
        <p:spPr>
          <a:xfrm flipV="1">
            <a:off x="15138163" y="12631167"/>
            <a:ext cx="1786648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CEDF82C-198C-F777-42C7-5363EF347E55}"/>
              </a:ext>
            </a:extLst>
          </p:cNvPr>
          <p:cNvCxnSpPr>
            <a:cxnSpLocks/>
          </p:cNvCxnSpPr>
          <p:nvPr/>
        </p:nvCxnSpPr>
        <p:spPr>
          <a:xfrm flipV="1">
            <a:off x="17869775" y="6366642"/>
            <a:ext cx="0" cy="7138707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68BF68B-5C69-0C20-7F44-9E2C97A8CA84}"/>
              </a:ext>
            </a:extLst>
          </p:cNvPr>
          <p:cNvCxnSpPr>
            <a:cxnSpLocks/>
          </p:cNvCxnSpPr>
          <p:nvPr/>
        </p:nvCxnSpPr>
        <p:spPr>
          <a:xfrm flipV="1">
            <a:off x="17955102" y="6359209"/>
            <a:ext cx="3479204" cy="3454653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6466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EB1E7-733D-214C-5D82-171E907B9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160519-7862-FA67-B214-DBFFD5F5D950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DFA3C52-D0C3-D082-34E8-3B5209E6B1F1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C5B6304D-717D-7821-D4B6-5B7FA8CF32AD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6F67AFD4-3763-1D58-2303-FF0669517EB3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1DC86839-D3AF-A639-AD68-30A3E7A16683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EB1B4D02-098C-90BF-CDBC-4E283C7D1DF5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EE634D-8B1C-AE1E-61EC-451978492F55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9C4076A-663B-2BEB-CADE-E1853D334894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77A04183-A142-16D4-0ACA-271B15CC6D6B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77A04183-A142-16D4-0ACA-271B15CC6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E57B46F3-D836-271D-4B75-DC90F5B30EBE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DB32A160-875B-5C9D-8662-D6734D125A1E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A2133599-368D-004B-09FB-BB8F28C4BB30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A2133599-368D-004B-09FB-BB8F28C4B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1326D255-DAF2-758F-EFD1-25D6A3891A03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1326D255-DAF2-758F-EFD1-25D6A3891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3F6B37B7-15BD-6FCC-AFC7-000BC99BACE1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3F6B37B7-15BD-6FCC-AFC7-000BC99BA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6F563697-029F-2422-416D-CAB6F96C52E3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6F563697-029F-2422-416D-CAB6F96C5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78F8EB2D-F38A-87E4-09DC-5F6FEC4B75BE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78F8EB2D-F38A-87E4-09DC-5F6FEC4B7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75CE191B-A871-A166-971E-086CA79E8682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75CE191B-A871-A166-971E-086CA79E8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03AE2A72-484F-DFDE-6A6D-10CC7735B801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CCDA36DD-8870-BDCE-B57E-1B449479B818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B0E3676A-222A-ACEB-692A-68FE496D0FBB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640A29E8-CE1C-87D3-1B13-35FCDF477BA1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963605E1-F59D-091A-C65C-ACC1B13BC491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963605E1-F59D-091A-C65C-ACC1B13BC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CA4B47AF-7529-C211-9432-4192B2434DCD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CA4B47AF-7529-C211-9432-4192B2434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2EA8A15D-7CAA-06F8-AB36-24DE228FED67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2EA8A15D-7CAA-06F8-AB36-24DE228FE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7250BB2D-670F-4F95-B031-7131D9681E1F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7250BB2D-670F-4F95-B031-7131D9681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8AEE9DA3-2AE7-E884-9061-2C737E64BC21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8AEE9DA3-2AE7-E884-9061-2C737E64B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49E331AC-9B14-E3B9-86D9-7895A2534B1C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B84A8D12-F4F1-96B4-6B48-2FB0B1FA037B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8C0AD59-5D80-1526-F7D4-31D068CB1C4E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FF3455-1240-2592-C334-6AA889CE722C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CE578647-DABB-2AE8-B08F-A6CD385FF6F1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310AF36-12CE-4235-87CE-5DA5E82644ED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B8A3B82-046B-67D7-C2EF-5B583265BBE7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B441158-00D5-6BEE-F76C-A23D45C83A15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A87275F-6446-0F31-0018-BF45250D2A6B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7703B1B-0D4E-947C-AB4F-41C159936B4E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8ED13FC-E4D7-0A16-D7D9-A29A197F5387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1424B63-BFB9-7653-83F9-674E9D468F59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729B70F-33B3-B85D-18C7-CCE7E0D9F45F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4364BA96-C2D2-1A35-4C2A-38798B6C231A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B25E32B5-51EA-D914-94DC-43D601898B14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72479B8-8B97-735F-DC70-E777B1443EA2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E83FA122-EB2C-84F0-0755-6E9D24B04189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AADCA0A-0509-2A68-042C-F68305AEC368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2F21A028-E37C-5717-11E9-B13042FE2504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90F17830-E265-002C-2CE5-C03A97FEDB43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7167FE2F-3A4B-233D-252C-8857E82FA349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2A388C51-3FFF-3A5D-2652-965FD0A3F948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588F96BB-41AA-BCC6-B83F-C51CFDA885BF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4F918596-7446-AD67-78BC-F5C3825F0D75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182455CF-C61B-1096-F38C-1BBD04C9602A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F37C531B-EAE8-40FE-9D01-B71705F282A2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92A7F791-90B7-AF0A-A945-2A2AAEC8C212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EC2B10AA-5DF0-5BCD-A6CD-33F5606061A6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FB8A0503-CD84-359F-8F8D-DFB3A7B1F209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AEC292E5-F5A0-2E9D-E877-E3C0C76844BF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70F9C0AC-B437-B23F-888C-06462BC0ED0B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7CE29548-D743-EC79-2F4F-ACB8BE22442C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ED3E4EE3-7B8B-6E5E-47AE-3B73EC5C8B5B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2F35D2F9-CCBA-908D-C5C2-F7E8124A9E1B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F14EF5CF-40B5-C991-8DB9-9EAE8C43EAA8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1F9A7EFB-023B-986E-C058-63CE362721E8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5301C343-7918-2A69-8CCA-95DF04D7DD55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A553A6F2-8DB9-959D-E87F-CAEB6BE25D48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45ECC2BE-14EE-6EF0-9060-48942F963838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F4924D9E-0F61-86D2-8A04-5A470BE5CE0B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CBDA0B9E-DA85-A40A-EEEF-FAEDBF4FEA75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9EE42958-865E-C630-8DBD-80FB2BCDDDFB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D2CD97AA-C85F-0668-4472-F61DF0643BD8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C8D8CFC9-6B12-2946-2FA5-13B847E3505A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A88C0F05-BC79-D643-F5D4-982D75408FBD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8C96257D-36EB-93C0-B290-4B937ECB2CC5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4E07BE84-7CC9-3DC6-630C-8DB9C3327739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A57A3E1F-06AB-9143-BEC6-A5439BBE5EC1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FBCB066-F3CA-9D55-8831-1C8F59D7E701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6DC11D98-2F44-22FD-343E-FF2EB207B9F7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2639747-1EA5-A199-A530-F3626781D7E0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E3B5CE5D-D203-2039-D238-5668A707E320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8D4F08E-3AD2-2DFC-4A53-C7D457EFB1D0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FD5E7CAC-4D3D-4635-6EA3-56DA9B385362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6708A0C-BCAB-7EFD-F014-4D21A13EAA47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2FE14388-6B48-FDBD-DF8D-1B3033A0A691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76A3EE7E-DBA5-53C8-2AD1-27EC025B85B4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27C84BD8-8D24-3C10-FA00-9531D72461FA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ABD3141B-30E3-060B-FFEB-47C69A621BE6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1B2D9DE-0B0E-8CE1-BBA0-C849E5F812AF}"/>
              </a:ext>
            </a:extLst>
          </p:cNvPr>
          <p:cNvSpPr txBox="1"/>
          <p:nvPr/>
        </p:nvSpPr>
        <p:spPr>
          <a:xfrm>
            <a:off x="2151129" y="11371066"/>
            <a:ext cx="365035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x(10x3)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EA3CAD-8977-DC86-3E51-731F6E6BF30B}"/>
              </a:ext>
            </a:extLst>
          </p:cNvPr>
          <p:cNvSpPr txBox="1"/>
          <p:nvPr/>
        </p:nvSpPr>
        <p:spPr>
          <a:xfrm>
            <a:off x="1850652" y="9471349"/>
            <a:ext cx="955152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#four connected links (not a loop, middle 4pi/5)</a:t>
            </a:r>
          </a:p>
          <a:p>
            <a:r>
              <a:rPr lang="en-US" sz="3600" dirty="0"/>
              <a:t>=# two connected faces</a:t>
            </a:r>
          </a:p>
          <a:p>
            <a:r>
              <a:rPr lang="en-US" sz="3600" dirty="0"/>
              <a:t>=#type XZ x 3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83E7C39-2021-0235-0EC2-452197034D8A}"/>
              </a:ext>
            </a:extLst>
          </p:cNvPr>
          <p:cNvCxnSpPr>
            <a:cxnSpLocks/>
          </p:cNvCxnSpPr>
          <p:nvPr/>
        </p:nvCxnSpPr>
        <p:spPr>
          <a:xfrm flipV="1">
            <a:off x="6786761" y="17280046"/>
            <a:ext cx="7363009" cy="731105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4393A8-94A0-7129-E8AE-7BCC1D8F163C}"/>
              </a:ext>
            </a:extLst>
          </p:cNvPr>
          <p:cNvCxnSpPr>
            <a:cxnSpLocks/>
          </p:cNvCxnSpPr>
          <p:nvPr/>
        </p:nvCxnSpPr>
        <p:spPr>
          <a:xfrm flipH="1" flipV="1">
            <a:off x="10479587" y="17186149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3385ADB-F6A5-D3AF-973E-62C3FF02425D}"/>
              </a:ext>
            </a:extLst>
          </p:cNvPr>
          <p:cNvCxnSpPr>
            <a:cxnSpLocks/>
          </p:cNvCxnSpPr>
          <p:nvPr/>
        </p:nvCxnSpPr>
        <p:spPr>
          <a:xfrm flipH="1">
            <a:off x="10392086" y="17236329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0578493-6208-FB24-049D-8D9555BA0356}"/>
              </a:ext>
            </a:extLst>
          </p:cNvPr>
          <p:cNvCxnSpPr>
            <a:cxnSpLocks/>
          </p:cNvCxnSpPr>
          <p:nvPr/>
        </p:nvCxnSpPr>
        <p:spPr>
          <a:xfrm flipV="1">
            <a:off x="4268759" y="14654193"/>
            <a:ext cx="7346592" cy="729475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95D8C14-560D-0A4D-661E-8AA57F88378F}"/>
              </a:ext>
            </a:extLst>
          </p:cNvPr>
          <p:cNvCxnSpPr>
            <a:cxnSpLocks/>
          </p:cNvCxnSpPr>
          <p:nvPr/>
        </p:nvCxnSpPr>
        <p:spPr>
          <a:xfrm flipV="1">
            <a:off x="16826297" y="10495174"/>
            <a:ext cx="5757607" cy="574414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9E48F7-5F65-D5C7-BF62-8A5FB9132FC8}"/>
              </a:ext>
            </a:extLst>
          </p:cNvPr>
          <p:cNvCxnSpPr>
            <a:cxnSpLocks/>
          </p:cNvCxnSpPr>
          <p:nvPr/>
        </p:nvCxnSpPr>
        <p:spPr>
          <a:xfrm flipV="1">
            <a:off x="13229914" y="14540129"/>
            <a:ext cx="1786648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19A050B-67F1-A170-AD12-040D7099D14E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587090" y="14630135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1E018D6-F86D-E95C-7457-F824FE9CBC93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150529" y="14543396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98BADD4-B633-A433-0C4F-19BDA969FAB2}"/>
              </a:ext>
            </a:extLst>
          </p:cNvPr>
          <p:cNvCxnSpPr>
            <a:cxnSpLocks/>
          </p:cNvCxnSpPr>
          <p:nvPr/>
        </p:nvCxnSpPr>
        <p:spPr>
          <a:xfrm rot="16200000" flipV="1">
            <a:off x="4011515" y="25404708"/>
            <a:ext cx="1786649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6F905E2-3B3B-228F-4C06-527EC919641D}"/>
              </a:ext>
            </a:extLst>
          </p:cNvPr>
          <p:cNvCxnSpPr>
            <a:cxnSpLocks/>
          </p:cNvCxnSpPr>
          <p:nvPr/>
        </p:nvCxnSpPr>
        <p:spPr>
          <a:xfrm flipH="1" flipV="1">
            <a:off x="10487424" y="20752148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7F0B7DF-3D8D-2737-0B65-D46A042D4F4C}"/>
              </a:ext>
            </a:extLst>
          </p:cNvPr>
          <p:cNvCxnSpPr>
            <a:cxnSpLocks/>
          </p:cNvCxnSpPr>
          <p:nvPr/>
        </p:nvCxnSpPr>
        <p:spPr>
          <a:xfrm flipH="1">
            <a:off x="6879232" y="24552160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9DE0CEA-A9D6-537B-DE11-3B2CDC150F47}"/>
              </a:ext>
            </a:extLst>
          </p:cNvPr>
          <p:cNvCxnSpPr>
            <a:cxnSpLocks/>
          </p:cNvCxnSpPr>
          <p:nvPr/>
        </p:nvCxnSpPr>
        <p:spPr>
          <a:xfrm rot="16200000" flipV="1">
            <a:off x="4279357" y="21947782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6613016-D0D3-6583-14C3-1276C746D1E2}"/>
              </a:ext>
            </a:extLst>
          </p:cNvPr>
          <p:cNvCxnSpPr>
            <a:cxnSpLocks/>
          </p:cNvCxnSpPr>
          <p:nvPr/>
        </p:nvCxnSpPr>
        <p:spPr>
          <a:xfrm flipV="1">
            <a:off x="4047182" y="23739323"/>
            <a:ext cx="1786648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AA2F86-E4A1-F99E-08B7-9A01CCFB2205}"/>
              </a:ext>
            </a:extLst>
          </p:cNvPr>
          <p:cNvCxnSpPr>
            <a:cxnSpLocks/>
          </p:cNvCxnSpPr>
          <p:nvPr/>
        </p:nvCxnSpPr>
        <p:spPr>
          <a:xfrm flipV="1">
            <a:off x="4179508" y="27236487"/>
            <a:ext cx="1683194" cy="1679257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BC2306A-42F0-4736-4DBC-A9F04DF11D51}"/>
              </a:ext>
            </a:extLst>
          </p:cNvPr>
          <p:cNvCxnSpPr>
            <a:cxnSpLocks/>
          </p:cNvCxnSpPr>
          <p:nvPr/>
        </p:nvCxnSpPr>
        <p:spPr>
          <a:xfrm flipH="1" flipV="1">
            <a:off x="6837469" y="20767253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156A8E-1C97-9DBD-B833-8516489159D0}"/>
              </a:ext>
            </a:extLst>
          </p:cNvPr>
          <p:cNvCxnSpPr>
            <a:cxnSpLocks/>
          </p:cNvCxnSpPr>
          <p:nvPr/>
        </p:nvCxnSpPr>
        <p:spPr>
          <a:xfrm flipH="1">
            <a:off x="6749968" y="20817433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504242-E493-A582-9F87-263C527AC835}"/>
              </a:ext>
            </a:extLst>
          </p:cNvPr>
          <p:cNvCxnSpPr>
            <a:cxnSpLocks/>
          </p:cNvCxnSpPr>
          <p:nvPr/>
        </p:nvCxnSpPr>
        <p:spPr>
          <a:xfrm flipH="1" flipV="1">
            <a:off x="14159753" y="17064885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FD547F-662F-1C1D-77E1-99D7F9CD1C0F}"/>
              </a:ext>
            </a:extLst>
          </p:cNvPr>
          <p:cNvCxnSpPr>
            <a:cxnSpLocks/>
          </p:cNvCxnSpPr>
          <p:nvPr/>
        </p:nvCxnSpPr>
        <p:spPr>
          <a:xfrm flipH="1">
            <a:off x="10551561" y="20864897"/>
            <a:ext cx="3658585" cy="0"/>
          </a:xfrm>
          <a:prstGeom prst="line">
            <a:avLst/>
          </a:prstGeom>
          <a:ln w="762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B627B5-55BF-BA03-2901-A23A7CC249AC}"/>
              </a:ext>
            </a:extLst>
          </p:cNvPr>
          <p:cNvCxnSpPr>
            <a:cxnSpLocks/>
          </p:cNvCxnSpPr>
          <p:nvPr/>
        </p:nvCxnSpPr>
        <p:spPr>
          <a:xfrm flipV="1">
            <a:off x="14162423" y="6321867"/>
            <a:ext cx="7363009" cy="731105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8D933DD-9191-352C-010F-9578C282F578}"/>
              </a:ext>
            </a:extLst>
          </p:cNvPr>
          <p:cNvCxnSpPr>
            <a:cxnSpLocks/>
          </p:cNvCxnSpPr>
          <p:nvPr/>
        </p:nvCxnSpPr>
        <p:spPr>
          <a:xfrm flipH="1" flipV="1">
            <a:off x="17855249" y="6227970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3673F2C-8E44-AECB-4484-D044E4C3035E}"/>
              </a:ext>
            </a:extLst>
          </p:cNvPr>
          <p:cNvCxnSpPr>
            <a:cxnSpLocks/>
          </p:cNvCxnSpPr>
          <p:nvPr/>
        </p:nvCxnSpPr>
        <p:spPr>
          <a:xfrm flipH="1">
            <a:off x="17767748" y="6278150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AE3BB26-C4CC-E763-BBB9-DC42E4315B0E}"/>
              </a:ext>
            </a:extLst>
          </p:cNvPr>
          <p:cNvCxnSpPr>
            <a:cxnSpLocks/>
          </p:cNvCxnSpPr>
          <p:nvPr/>
        </p:nvCxnSpPr>
        <p:spPr>
          <a:xfrm flipH="1" flipV="1">
            <a:off x="17863086" y="9793969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EDD4AA-0A22-8280-8C24-FB45790DDFFA}"/>
              </a:ext>
            </a:extLst>
          </p:cNvPr>
          <p:cNvCxnSpPr>
            <a:cxnSpLocks/>
          </p:cNvCxnSpPr>
          <p:nvPr/>
        </p:nvCxnSpPr>
        <p:spPr>
          <a:xfrm flipH="1">
            <a:off x="14254894" y="13593981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49CA0A0-6184-C91D-387A-47DDD9A140C2}"/>
              </a:ext>
            </a:extLst>
          </p:cNvPr>
          <p:cNvCxnSpPr>
            <a:cxnSpLocks/>
          </p:cNvCxnSpPr>
          <p:nvPr/>
        </p:nvCxnSpPr>
        <p:spPr>
          <a:xfrm flipH="1" flipV="1">
            <a:off x="14213131" y="9809074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565575E-DC55-F22D-1E1B-D8E6E82B4862}"/>
              </a:ext>
            </a:extLst>
          </p:cNvPr>
          <p:cNvCxnSpPr>
            <a:cxnSpLocks/>
          </p:cNvCxnSpPr>
          <p:nvPr/>
        </p:nvCxnSpPr>
        <p:spPr>
          <a:xfrm flipH="1">
            <a:off x="14125630" y="9859254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AAA7387-C876-5783-39BF-371AC78384FD}"/>
              </a:ext>
            </a:extLst>
          </p:cNvPr>
          <p:cNvCxnSpPr>
            <a:cxnSpLocks/>
          </p:cNvCxnSpPr>
          <p:nvPr/>
        </p:nvCxnSpPr>
        <p:spPr>
          <a:xfrm flipH="1" flipV="1">
            <a:off x="21535415" y="6106706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C80B03C-E3A4-1009-FCB8-B26304ED4938}"/>
              </a:ext>
            </a:extLst>
          </p:cNvPr>
          <p:cNvCxnSpPr>
            <a:cxnSpLocks/>
          </p:cNvCxnSpPr>
          <p:nvPr/>
        </p:nvCxnSpPr>
        <p:spPr>
          <a:xfrm flipH="1">
            <a:off x="17927223" y="9906718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4E47307-A023-931C-4668-CCFF300EA3B4}"/>
              </a:ext>
            </a:extLst>
          </p:cNvPr>
          <p:cNvCxnSpPr>
            <a:cxnSpLocks/>
            <a:endCxn id="29" idx="7"/>
          </p:cNvCxnSpPr>
          <p:nvPr/>
        </p:nvCxnSpPr>
        <p:spPr>
          <a:xfrm flipV="1">
            <a:off x="6892745" y="17138626"/>
            <a:ext cx="3772298" cy="3672566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261DC57-89AC-4241-29B5-E06A6D320A8A}"/>
              </a:ext>
            </a:extLst>
          </p:cNvPr>
          <p:cNvCxnSpPr>
            <a:cxnSpLocks/>
          </p:cNvCxnSpPr>
          <p:nvPr/>
        </p:nvCxnSpPr>
        <p:spPr>
          <a:xfrm flipV="1">
            <a:off x="17835147" y="9840721"/>
            <a:ext cx="3772298" cy="3672566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0069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F9D86-87F7-26CD-E4E4-AA9B391CD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424261-6183-6068-7F65-16BE079B531A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394F584-4EF2-5EE2-55F0-F2AB2B30A231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093067DB-6F8E-64E5-B569-492E0433816C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C865EB66-7BD7-C147-EAAE-7ED3FB1DD2F2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439A957D-5B70-7732-14F2-4225DF405B83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08061633-55A6-04AE-29B1-EDBF6E912236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842ED8-B7DF-C34E-31D9-FCBD39D0E515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BB441B5-FCA7-6F55-4694-4D2D1378BC24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8BCFDD50-BCB3-5952-0DDD-11E798CEB6C6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8BCFDD50-BCB3-5952-0DDD-11E798CEB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4F596908-4F19-79E3-7380-65244AEB5DB4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045A568F-6826-A089-4AC8-E93FD9B556DD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6A872C4A-AA47-DA3F-BCC4-B024CE2A9D33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6A872C4A-AA47-DA3F-BCC4-B024CE2A9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1B253F05-73C5-CCDA-2683-6B5BCA5D1290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1B253F05-73C5-CCDA-2683-6B5BCA5D1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E9DD0953-1454-D107-CD29-0B0C2DAA7DC8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E9DD0953-1454-D107-CD29-0B0C2DAA7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EF419CDA-D6C7-C566-DBB7-68C1A5516FB1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EF419CDA-D6C7-C566-DBB7-68C1A5516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08F3652E-FDF0-6838-4593-DB149C4DB72A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08F3652E-FDF0-6838-4593-DB149C4DB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2E8F2C6A-3253-5893-6830-67AA9E46C0A6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2E8F2C6A-3253-5893-6830-67AA9E46C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77D34DDD-9FA9-6903-DDEF-06B9D934D490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20519A50-3A27-2B5B-7256-F45434CB3BA7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44C9C527-5BEF-C7B8-C2B1-37C8049B0B53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AA13FE2E-D3CC-3F54-0198-8C117FB16280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2454FE55-0821-C4F0-4D1B-CC5647B91EDC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2454FE55-0821-C4F0-4D1B-CC5647B91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270FDE61-954D-F546-F1C2-6C78D9E5D669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270FDE61-954D-F546-F1C2-6C78D9E5D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2C163C8C-7F48-A02C-6F98-D7CB22013550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2C163C8C-7F48-A02C-6F98-D7CB22013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3C0E1136-C45A-DEB1-57C5-58664E641007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3C0E1136-C45A-DEB1-57C5-58664E641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2C3D36D1-5B00-D42D-6C77-39731011307D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2C3D36D1-5B00-D42D-6C77-397310113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D6CB9D0-8FEF-CEC4-B660-98BC49ED068E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F746056F-A42D-2202-4F46-07A557FF5E55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76E92CA-558F-E346-720C-367B67F3DF0B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3FC77F5-DEDB-2878-6C41-12F40903E4B0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9244E5ED-3DCE-6D79-99B7-BB3DE7421DC5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D8E1EB8-C89C-0DB4-BC2B-99B2574EBB64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F8D4693-8A9E-C07C-13C1-253CC6FE19C6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714A3A1-6FD3-D224-80EA-867C9B3C9054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F1D3DEF-0102-F4D7-46CC-90D91A53336E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AF993BB-F4E5-9A51-14F5-3AA833385A88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9A0C0F2-CAE6-45D2-6126-80EBC18743C0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5CBD38A-8338-2DEF-1018-87DFC5601291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CC21D41-ED82-664F-8ACE-889EF9845AA1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D888C4D-F582-CA97-5685-124E22AEA085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411CA2B-9545-F9B2-3EF0-0980AEE2529C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72CBDBA6-71CC-E0E3-F10A-853B25440F31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200A9903-7F2B-F1EA-B699-31F5681D4B5E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8B513788-9B8B-0258-936E-C826C98ED4CC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729340EB-06FB-140D-F403-396219F39889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4BBB7FA4-F5E0-5984-8E5D-FCA66C947878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B6D37D7-E491-9DC4-93C2-8E7515C1F1DF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AB08BB05-C61F-2E90-D64A-4DD80C1AF47C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3380099A-9C0D-E582-5BCB-CF31944C1919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7CE3C331-0C5C-B479-F97A-5676CD7E44C6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1CB0A3C1-0C10-2E32-238B-C0CEE36DC623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3E76C1E7-D92B-B7E3-F4F6-1CF596DB05E5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E89F7ED2-54B2-C60B-BDD3-8315B8F01283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438CD5BF-05ED-7D08-018F-C006445F17B2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F9438A8E-7D23-BCFE-0C5D-3A087286C6BA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E250A378-233C-14A7-6DED-6718C097F15F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B3E2019F-ADE6-595C-01A5-6FC5FAF91161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E0574F31-FE58-EE4B-692E-ED1090735428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5C930372-475E-8A31-47B5-FBF29624819E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A6C10C40-675F-A620-F96F-F112AC7D483B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29E80F2D-4A15-82BE-2825-0C9698B39995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E0D33C5C-CC40-480E-076A-B8BB9AFDC248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6E0D5175-8EBF-B557-229E-FAC7B233A5E6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B96C2463-C161-010B-4CB4-6DB02FD0AC2A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C81DC4DF-69D8-8D7D-8431-31291C1006EF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7DDC58AE-CE7E-EE97-EC5A-3FD2E9B23083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F49DAECE-ACCB-8705-A653-54101689B97C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CD286AB6-A480-B4A4-FFF2-2B2C1BF29D0C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6092D140-1C17-726B-0763-55A5CBC34C89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A4247B97-47A6-D821-0E4A-EC58902D2CCA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23804E81-8D26-B331-2EE1-65D6AB9312EA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E4E12AF7-66D2-56CC-165C-20FC2532889C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DCC2E960-E4C3-CEC3-F923-9CC7EA9019D9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EEEC5B8A-2164-466D-8A86-C54C181BF111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059A8AEF-6542-D69A-B627-00355DDDC867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0A45B9A0-1035-6B46-94B6-3E9EE733CF2D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2F6BC96C-383E-9501-57AC-FDFFF39A56A4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1A785FAA-F05A-7022-DE48-54C8C23E3002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B36365D6-028C-309E-9FF1-C6F3432B0CBB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D0C7DCE-74C2-CD66-A0C6-FE7AAE3A5F09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E8621349-BDDC-CAF8-A74D-150F1EE57B76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27AF09C-1339-3989-9008-79304DD5D01C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C048004-587B-270A-6AE9-3381AB3637B7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8D26ADDE-A1D8-299E-E1E8-EFACBBC2C1CB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0ECEAEA0-D25B-8B07-63FD-9273038495F4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F82876D-19F4-3A33-17CB-AEE8E7142676}"/>
              </a:ext>
            </a:extLst>
          </p:cNvPr>
          <p:cNvSpPr txBox="1"/>
          <p:nvPr/>
        </p:nvSpPr>
        <p:spPr>
          <a:xfrm>
            <a:off x="2151129" y="11371066"/>
            <a:ext cx="365035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x(10x3)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CF0555-F173-CCAA-46C3-EBAF19535955}"/>
              </a:ext>
            </a:extLst>
          </p:cNvPr>
          <p:cNvSpPr txBox="1"/>
          <p:nvPr/>
        </p:nvSpPr>
        <p:spPr>
          <a:xfrm>
            <a:off x="1850652" y="9471349"/>
            <a:ext cx="955152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#four connected links (not a loop, middle 4pi/5)</a:t>
            </a:r>
          </a:p>
          <a:p>
            <a:r>
              <a:rPr lang="en-US" sz="3600" dirty="0"/>
              <a:t>=# two connected faces</a:t>
            </a:r>
          </a:p>
          <a:p>
            <a:r>
              <a:rPr lang="en-US" sz="3600" dirty="0"/>
              <a:t>=#type XZ x 3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9831E2-AFA1-B545-A1E1-A7FD973C7176}"/>
              </a:ext>
            </a:extLst>
          </p:cNvPr>
          <p:cNvCxnSpPr>
            <a:cxnSpLocks/>
          </p:cNvCxnSpPr>
          <p:nvPr/>
        </p:nvCxnSpPr>
        <p:spPr>
          <a:xfrm flipV="1">
            <a:off x="6951618" y="13573492"/>
            <a:ext cx="10901059" cy="1082413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FDADB3-164D-73AA-D8EB-6F67CFDABFB2}"/>
              </a:ext>
            </a:extLst>
          </p:cNvPr>
          <p:cNvCxnSpPr>
            <a:cxnSpLocks/>
          </p:cNvCxnSpPr>
          <p:nvPr/>
        </p:nvCxnSpPr>
        <p:spPr>
          <a:xfrm flipH="1" flipV="1">
            <a:off x="14182494" y="13479595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B6B281-E846-0099-10CB-48F66BCEBE7E}"/>
              </a:ext>
            </a:extLst>
          </p:cNvPr>
          <p:cNvCxnSpPr>
            <a:cxnSpLocks/>
            <a:stCxn id="32" idx="2"/>
            <a:endCxn id="31" idx="2"/>
          </p:cNvCxnSpPr>
          <p:nvPr/>
        </p:nvCxnSpPr>
        <p:spPr>
          <a:xfrm flipH="1">
            <a:off x="14094993" y="13529775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F4807E-ADA7-3450-4506-C75944CDAE88}"/>
              </a:ext>
            </a:extLst>
          </p:cNvPr>
          <p:cNvCxnSpPr>
            <a:cxnSpLocks/>
          </p:cNvCxnSpPr>
          <p:nvPr/>
        </p:nvCxnSpPr>
        <p:spPr>
          <a:xfrm flipV="1">
            <a:off x="4089868" y="16325888"/>
            <a:ext cx="9180263" cy="9115481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3CE3104-C480-2F56-EF79-B7108ADA80B6}"/>
              </a:ext>
            </a:extLst>
          </p:cNvPr>
          <p:cNvCxnSpPr>
            <a:cxnSpLocks/>
          </p:cNvCxnSpPr>
          <p:nvPr/>
        </p:nvCxnSpPr>
        <p:spPr>
          <a:xfrm flipV="1">
            <a:off x="11623023" y="10947639"/>
            <a:ext cx="3695235" cy="366915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A2937E2-9078-C14F-4CEA-B3150E5E72BD}"/>
              </a:ext>
            </a:extLst>
          </p:cNvPr>
          <p:cNvCxnSpPr>
            <a:cxnSpLocks/>
          </p:cNvCxnSpPr>
          <p:nvPr/>
        </p:nvCxnSpPr>
        <p:spPr>
          <a:xfrm flipV="1">
            <a:off x="5845123" y="12498771"/>
            <a:ext cx="14726438" cy="1469199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1904667-B033-DF85-0C2B-D753AB287A73}"/>
              </a:ext>
            </a:extLst>
          </p:cNvPr>
          <p:cNvCxnSpPr>
            <a:cxnSpLocks/>
          </p:cNvCxnSpPr>
          <p:nvPr/>
        </p:nvCxnSpPr>
        <p:spPr>
          <a:xfrm flipV="1">
            <a:off x="16932821" y="10833575"/>
            <a:ext cx="1786648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677562C-D714-56C8-8BA5-B111FFC5BD5F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289997" y="10923581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4E29AD7-529F-FC83-1D8F-3CD570FE241D}"/>
              </a:ext>
            </a:extLst>
          </p:cNvPr>
          <p:cNvCxnSpPr>
            <a:cxnSpLocks/>
          </p:cNvCxnSpPr>
          <p:nvPr/>
        </p:nvCxnSpPr>
        <p:spPr>
          <a:xfrm rot="16200000" flipV="1">
            <a:off x="18853436" y="10836842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8E4A627-19FB-788C-0B72-4299494B2F35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594400" y="14598131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FF02739-2445-A7A2-CE8B-6A0DD2E31FF8}"/>
              </a:ext>
            </a:extLst>
          </p:cNvPr>
          <p:cNvCxnSpPr>
            <a:cxnSpLocks/>
          </p:cNvCxnSpPr>
          <p:nvPr/>
        </p:nvCxnSpPr>
        <p:spPr>
          <a:xfrm rot="16200000" flipV="1">
            <a:off x="4096923" y="25531452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8980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0250A-F3B6-86D8-6099-A7676FA44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E4612A-AEE0-C79F-D18A-45512BDFC862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682589A-FFF9-FAFD-5945-0B3766B2E1A6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31171D5C-8830-3339-586F-2B4B5459F9CE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DE88B894-3482-AF14-C856-7CD330F262BA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22A6D03D-E7D9-00DE-85BD-99DD477C570A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D8C5B4A6-E5AA-25B8-61F8-36E972043876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77067A-75DC-98AE-FF82-F088E2A33149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DC0E5CA-AE75-C568-93AD-E19E27C5292E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72C02741-1AA0-550C-AC56-3398F28B9011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72C02741-1AA0-550C-AC56-3398F28B9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8A2514CA-0617-0E39-2156-C7C882B4F41F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A2B4BD3E-2D84-CCE9-4659-9C15A0935E2F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DC6383E0-622E-8180-3443-6E8473F2486A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DC6383E0-622E-8180-3443-6E8473F24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8EF626D3-5861-1543-FC96-E61D3A565A9C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8EF626D3-5861-1543-FC96-E61D3A565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DAFF3DC2-BE67-DE22-1439-C8FC60B19F0A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DAFF3DC2-BE67-DE22-1439-C8FC60B19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E14F3281-8C2A-4664-101C-B2FB061FF02B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E14F3281-8C2A-4664-101C-B2FB061FF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B3482656-6AD2-D5AF-23D5-483C7C17500F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B3482656-6AD2-D5AF-23D5-483C7C175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872E16D2-C063-0DCB-3C6D-00FF3CBCCD30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872E16D2-C063-0DCB-3C6D-00FF3CBCC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A8FEE5DD-80AE-3140-1BFA-1B2CCEA9157C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C757643C-4F18-D8E6-E6A9-6D22A638CE75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E668906D-CC24-65F5-3F52-B149AD743D54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472859F6-2119-F390-6B86-543D6F8C7295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81446DD7-767D-5AB7-528B-3181B5E36C1D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81446DD7-767D-5AB7-528B-3181B5E36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1DB242B8-9204-6F58-254D-C044E4FE7746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1DB242B8-9204-6F58-254D-C044E4FE7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0101B372-FF9D-FB46-0A57-6061E2B6032D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0101B372-FF9D-FB46-0A57-6061E2B60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61A4E39C-D572-2A33-560A-1877F42F631A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61A4E39C-D572-2A33-560A-1877F42F6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421CAC9A-A643-FD46-BC95-38D82E8DE917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421CAC9A-A643-FD46-BC95-38D82E8DE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05F249AD-AA19-770E-FD4F-4C60E4FFDA52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2D966793-B3A8-7799-FD3F-217BEFF22D42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A95978D-1317-555A-D033-6BE1952EB0C3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DBCDE1C-182D-6058-208E-58078DAFF4E1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F098D895-C1DD-443F-B497-9987CEBD9DD4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20EE970-DF12-D405-173B-B00796E47C23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87E507A-82DB-E0A6-91AD-1A72320E3523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1580EE7-35F1-108D-9F3F-82D38249C728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A0394E6-309E-EE81-0025-C8719A9739C5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70E57D9-99DA-D165-C2A5-84DBBCA7945C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270E581-862F-D1C0-5EEB-08275579EE7A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D4A9DC0-B788-4A3E-3553-1CDBC2EF5DE3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5793002-22D4-F952-8C2D-7BB20DF65AB1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7A5D30AF-ACBE-8BB3-2ABB-CE965FEA4A65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EFEED3C8-F26F-5CB6-5F87-DEFE28986F3C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AF7F9CDD-C6FB-8982-C844-336D05CBE487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E939FA93-BC89-C99F-6F30-AD8CD267F7BC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5305D984-D626-2E96-1101-1297EC5EB6FE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3D8A9D7-CC8B-1290-3D34-741A3F88915B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7EC2A828-E2FE-F79E-6CBF-5FAB496ED610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86DBB9BD-F100-A382-A729-8438BB45466E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D61293A2-87F5-9EDE-0B51-FAA0C3B952B7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C4C2477B-2715-20E4-8A50-3F0F4F33939B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2580605-32B3-E582-B12E-51BEE560C57F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5A238EBA-38FF-7ADB-5F5F-AE93135E498F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B9976596-B830-1279-A1AA-DF16058019BF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BD972AF5-9568-2A01-41E2-5169B82063F3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A33EF762-2DFC-7C97-8C83-456F8119BF62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BFB9D29E-CF41-14EF-D8BA-2735F6DEEEFE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634C8DAE-10B7-8831-B00B-71077E1E2EE1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887A0230-45F0-3DB9-9EE6-DA45E262BFD1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F7F173D4-05CE-6580-EA00-AA37B7C65103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47884903-9593-103D-0C96-02EB517387AC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1AB42978-B05D-5F8E-E59A-D3BAA9A4716F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A3F7BFF6-B9B1-34D3-FB17-7B418AB97F44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2887D444-3E6D-62CC-3351-03714AB27C15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16F5E7B2-EFFA-BB20-B1FF-7CF143115041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39A7AFF3-FF0F-234B-C15C-205B7EE23656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FCD01461-1CDD-24FE-17C6-20CD90CA6B65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18C1D6B3-8B52-5021-23B9-48C7A9C7D550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F4F17872-5089-7076-27D2-551B74A5FD2E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92A62B26-350E-3010-BD06-2F5FB0D55A83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006CB561-B83C-93EF-3B4F-9E93F2A4DE48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B01A3F6E-7EA8-13E8-17E4-8CCC24BA524C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216AB622-C59A-32C0-C7BD-0E37D48561D6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B3369758-E4E1-EE53-10AC-6CFCE14678E5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689664D-35BD-758F-F2BF-3733C53290EF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1283BFD-53E7-8D4A-A217-F88133709794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199FA71C-E024-2F91-8A2B-BDFAC344982A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76C743C9-5E49-32BA-3704-870D7885764D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00669402-5ED6-7789-CD6A-F2C63C544769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5E595BC0-F548-BABD-D74F-61342199E4D0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DC158E5-DC75-FB12-7303-793BA94DEDEB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02C0A730-4C42-8814-26C3-9BFA653A996C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5AA88EB-B395-F8EF-B7FA-3D01675A65A4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EA77F0A0-76B1-DE8E-9605-BB0A6BBADCCF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89DAAA36-636B-33E5-3936-0452ED9A923C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3A69BC92-8ED1-48CA-F5E5-5ECD9EFC144D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602E3D56-B32B-0CF3-D7A0-8C68106D2723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64F8598-F375-2C03-C208-5D9B8265FFAB}"/>
              </a:ext>
            </a:extLst>
          </p:cNvPr>
          <p:cNvCxnSpPr>
            <a:cxnSpLocks/>
          </p:cNvCxnSpPr>
          <p:nvPr/>
        </p:nvCxnSpPr>
        <p:spPr>
          <a:xfrm flipV="1">
            <a:off x="3119121" y="9960606"/>
            <a:ext cx="18371776" cy="18242133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77B5B6E-7B16-380A-F1A0-C6FA6C2C3E66}"/>
              </a:ext>
            </a:extLst>
          </p:cNvPr>
          <p:cNvCxnSpPr>
            <a:cxnSpLocks/>
          </p:cNvCxnSpPr>
          <p:nvPr/>
        </p:nvCxnSpPr>
        <p:spPr>
          <a:xfrm flipV="1">
            <a:off x="4040845" y="10614021"/>
            <a:ext cx="18419884" cy="18376804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9BEB5A4-4184-693A-B74C-249D27861DC7}"/>
              </a:ext>
            </a:extLst>
          </p:cNvPr>
          <p:cNvCxnSpPr>
            <a:cxnSpLocks/>
          </p:cNvCxnSpPr>
          <p:nvPr/>
        </p:nvCxnSpPr>
        <p:spPr>
          <a:xfrm flipV="1">
            <a:off x="2411435" y="7780409"/>
            <a:ext cx="19437022" cy="1939156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5538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8C172-1AE5-E93E-1E91-AA8A6870C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B2F194-1926-FBFE-5375-B2DB2EF5E2D7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6394A6B-E191-8BEF-0380-6A52A0B495D2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E0FB3BEB-7B7E-C459-6BD1-8FED8BD2DCA1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44B0B6E5-C3C2-173C-B7D6-E54BC839F165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5EFD7076-7B72-2C8E-A729-8A4E2A1748C2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AAC2F777-A787-E6A8-1AF9-E5FBF6A322AE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E9D788-6505-1D95-2280-16559CBF0E9D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A026B62-C105-2072-5172-91D16BBB56E4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7CDE1DF6-9120-A7B3-6D20-DB1DB255145C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7CDE1DF6-9120-A7B3-6D20-DB1DB2551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FF9ADE8A-387A-55D8-F44A-084DD7D1B93A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FEADB029-92F8-AA39-92B0-21E7A60F7852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22E7CF3F-AEA6-4406-9660-349F29EE5E43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22E7CF3F-AEA6-4406-9660-349F29EE5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C31C0C9A-AC00-97D8-6377-98DD425A56EE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C31C0C9A-AC00-97D8-6377-98DD425A5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1C0ED919-959C-A34F-0D2E-7203724C61E1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1C0ED919-959C-A34F-0D2E-7203724C6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C876430E-D8F7-0B44-1DFE-0DA366148C07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C876430E-D8F7-0B44-1DFE-0DA366148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78D149E7-3B18-2FEF-404E-B1E003BED509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78D149E7-3B18-2FEF-404E-B1E003BED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FB01FAC0-5BFF-A5D2-7691-EFFBA5DF874B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FB01FAC0-5BFF-A5D2-7691-EFFBA5DF8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24CAFDF8-EEF7-DB0D-1EDE-8B3FCDBC312D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F168EAD9-0ADE-C08C-3CC5-0C80E80C3F4A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580666AC-1980-E6AA-DCA0-E4D7076394C8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16E1EEB-A149-66DD-30F1-DCCC5DA5B8C8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0F2334C1-C692-3686-30B6-EAACD9156B16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0F2334C1-C692-3686-30B6-EAACD9156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D018A2EA-A92F-0A6F-0FE5-524F6776A2C4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D018A2EA-A92F-0A6F-0FE5-524F6776A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3E790601-8E8C-8E4E-476B-B3EBAD66ABAB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3E790601-8E8C-8E4E-476B-B3EBAD66A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1F71DF7C-AA67-FEDB-8244-9742E919434C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1F71DF7C-AA67-FEDB-8244-9742E9194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705B6734-18EC-D079-533A-572B44CC1E00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705B6734-18EC-D079-533A-572B44CC1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82ED9F3E-984A-107F-1A66-B92C65A4541A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2EC4E011-788A-5201-DA31-BDA249F223DD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28DEA96-07D5-717F-96A9-918E289472ED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2049A09-1C51-C271-9DEE-850AE58F379F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B6FD4367-6C5B-0E93-357F-D1AB07305C45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2123DB9-827D-EA7F-2005-A7C2068477F6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58B1E42-0515-E7F2-F49C-E3EAC3695197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FDB7331-C119-1A74-F17E-58BB694F1C0E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601B3EB-312A-65BE-94BB-AAB6CDD5D2E4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D483BA4-FC75-934C-2ACF-B47049C906C4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9FAACB2-9EA7-74D1-AE0E-8B6F0F45D3DF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54369B3-6969-4A0D-1EB4-B2C1528A265C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BFB01F5-6861-0C07-8C95-7FAD42BFF2C3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F14B7CB-5374-1DE0-D78B-BF6711C2D7E3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4E994C1-C312-58FA-4883-8B5275EDF51E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DD3661A6-78E3-CD7E-180D-7B3D7DE2D39B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751E41DA-AA23-D253-F3B6-E1DC8A573AD0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5EC6C897-6A6C-D3C1-7F97-008BECBA580A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715DE7F2-3805-5970-26E0-864014CB57AC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B982305C-0819-5B1F-820D-FF4022820D22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82B325DD-6C64-3E40-131B-D893C8BFAA28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2FE486E1-FDED-BEEC-6705-6A9B03651DA3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5213696C-B4AF-826D-1BE9-59E83AF2FB9F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4DA65CB4-97D9-F053-0C09-8D6A043BE95B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5678887A-AC56-422A-C035-2CDB26B22F3C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48EDBEDD-FF44-2DB6-2046-B1D4B073A534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2765E3DA-3285-F650-4DEB-490FC77BEB6B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26FFC343-C73E-A475-4DDB-D522BFFB24CB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9B00C7E7-243A-E7B3-9056-4112E666123F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B2C1CB40-CDA6-545A-1DE0-D059E6B18A33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A51BFCE8-1C80-742F-A71C-8AC6993584E7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696D6AD4-4D5A-B342-3C05-C04D821FC2E3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0A3B2E49-4507-49A8-D514-42EE7BA86004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4A0F9E0F-6EB1-B7D5-8E22-96625042239C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C7CB580D-CAD7-C51D-8A97-CB606A5AA361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D7C5912C-7BC6-D27A-7BFE-C5734589CCFE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F42CA535-7519-C8A7-C93B-0D558763B7DB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134E301B-44B4-72BF-B768-79D6D956570E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73D95142-4388-1C81-5CDD-FD86338A7019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3526A0B5-31EC-5BB3-860B-F463174A9BAC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82E8CC46-1416-BBFF-8A48-381C30E4B8C1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878F1776-0BDB-EC4C-0FFA-76B4869AA1B1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A5C7CFF1-E300-6546-6E8C-B9DD96310E29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9266440A-4465-C738-F805-AF5054E67591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AEBCE89D-05AF-5FCE-5A1E-E93CB3CFC591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A9AE84B7-C5C8-2F94-515E-54B75D95FA06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3F7B46EF-9FE8-B8F7-0DF4-78B436703AD4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A9446766-B651-4608-00D8-CC280F353DDA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C1629C21-9DBE-2ECC-53F7-5146B32AD716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BC071BCB-C6F6-8663-6EC5-6AAE0E6B832D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5839E6D-F4B6-DB67-0C5F-3F4C390ADA8A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877C9EF1-9BE8-7F2A-4ADA-9A04BD081242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F6610550-EC8B-EBF0-3A20-EC9E5C9BC18E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EDE0A9D9-F3D2-C176-3D2D-A623FF7D8C33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8860A321-D8F4-0B16-5D7A-FAFB5532D355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0B1E1627-7A7D-2E43-D338-8E5852670148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E851CB30-2DFD-5F3A-2BFD-3717C3A02DA5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2B28F365-C5E9-CDBD-01DD-FDB5C9F31149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B8679FBB-7A81-3009-17C3-783C28940570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A709819-1482-85C1-A046-CFBF335CCBA2}"/>
              </a:ext>
            </a:extLst>
          </p:cNvPr>
          <p:cNvCxnSpPr>
            <a:cxnSpLocks/>
          </p:cNvCxnSpPr>
          <p:nvPr/>
        </p:nvCxnSpPr>
        <p:spPr>
          <a:xfrm flipV="1">
            <a:off x="3119121" y="9960606"/>
            <a:ext cx="18371776" cy="18242133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D5611B-DCA9-6D42-739D-199CFD81E5BE}"/>
              </a:ext>
            </a:extLst>
          </p:cNvPr>
          <p:cNvCxnSpPr>
            <a:cxnSpLocks/>
          </p:cNvCxnSpPr>
          <p:nvPr/>
        </p:nvCxnSpPr>
        <p:spPr>
          <a:xfrm flipH="1">
            <a:off x="14179877" y="17133978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2E8864-C4E2-A7EF-B388-9D2873A748E3}"/>
              </a:ext>
            </a:extLst>
          </p:cNvPr>
          <p:cNvCxnSpPr>
            <a:cxnSpLocks/>
          </p:cNvCxnSpPr>
          <p:nvPr/>
        </p:nvCxnSpPr>
        <p:spPr>
          <a:xfrm flipH="1" flipV="1">
            <a:off x="14092376" y="17184158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401448-8069-8D9D-BE4E-C9F09A9F92DF}"/>
              </a:ext>
            </a:extLst>
          </p:cNvPr>
          <p:cNvCxnSpPr>
            <a:cxnSpLocks/>
          </p:cNvCxnSpPr>
          <p:nvPr/>
        </p:nvCxnSpPr>
        <p:spPr>
          <a:xfrm flipH="1">
            <a:off x="17846733" y="13483535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D9056D-E7F8-3C62-1DF0-AB60C12F0F0A}"/>
              </a:ext>
            </a:extLst>
          </p:cNvPr>
          <p:cNvCxnSpPr>
            <a:cxnSpLocks/>
          </p:cNvCxnSpPr>
          <p:nvPr/>
        </p:nvCxnSpPr>
        <p:spPr>
          <a:xfrm flipH="1" flipV="1">
            <a:off x="17759232" y="13533715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7E755B-D967-C1D8-A35A-D11F9CCE9C6B}"/>
              </a:ext>
            </a:extLst>
          </p:cNvPr>
          <p:cNvCxnSpPr>
            <a:cxnSpLocks/>
          </p:cNvCxnSpPr>
          <p:nvPr/>
        </p:nvCxnSpPr>
        <p:spPr>
          <a:xfrm flipH="1">
            <a:off x="10541044" y="20806960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4C21EA6-8C9F-AC10-8207-451A0F199F99}"/>
              </a:ext>
            </a:extLst>
          </p:cNvPr>
          <p:cNvCxnSpPr>
            <a:cxnSpLocks/>
          </p:cNvCxnSpPr>
          <p:nvPr/>
        </p:nvCxnSpPr>
        <p:spPr>
          <a:xfrm flipH="1" flipV="1">
            <a:off x="10453543" y="20857140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81A8A0D-0057-3674-9521-DEA16828EB30}"/>
              </a:ext>
            </a:extLst>
          </p:cNvPr>
          <p:cNvCxnSpPr>
            <a:cxnSpLocks/>
          </p:cNvCxnSpPr>
          <p:nvPr/>
        </p:nvCxnSpPr>
        <p:spPr>
          <a:xfrm flipH="1">
            <a:off x="6843865" y="24472417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4F67DF-1622-C5C3-AEE6-711CE04FC352}"/>
              </a:ext>
            </a:extLst>
          </p:cNvPr>
          <p:cNvCxnSpPr>
            <a:cxnSpLocks/>
          </p:cNvCxnSpPr>
          <p:nvPr/>
        </p:nvCxnSpPr>
        <p:spPr>
          <a:xfrm flipH="1" flipV="1">
            <a:off x="6756364" y="24522597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2BBEBAD-40FB-7477-8F83-274D567D2D13}"/>
              </a:ext>
            </a:extLst>
          </p:cNvPr>
          <p:cNvCxnSpPr>
            <a:cxnSpLocks/>
          </p:cNvCxnSpPr>
          <p:nvPr/>
        </p:nvCxnSpPr>
        <p:spPr>
          <a:xfrm flipH="1" flipV="1">
            <a:off x="3201476" y="28188823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FE2F61-2A22-EA39-58CD-420ED6C5EDF3}"/>
              </a:ext>
            </a:extLst>
          </p:cNvPr>
          <p:cNvCxnSpPr>
            <a:cxnSpLocks/>
          </p:cNvCxnSpPr>
          <p:nvPr/>
        </p:nvCxnSpPr>
        <p:spPr>
          <a:xfrm flipH="1">
            <a:off x="21560589" y="9820120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050FA2-5C75-7326-5A65-3C9816E10D42}"/>
              </a:ext>
            </a:extLst>
          </p:cNvPr>
          <p:cNvCxnSpPr>
            <a:cxnSpLocks/>
          </p:cNvCxnSpPr>
          <p:nvPr/>
        </p:nvCxnSpPr>
        <p:spPr>
          <a:xfrm flipV="1">
            <a:off x="2411435" y="7780409"/>
            <a:ext cx="19437022" cy="1939156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4662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0EE6F-2067-C095-B2F5-642109A43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05FF19-DF92-4771-53C0-C143F61DA5E7}"/>
              </a:ext>
            </a:extLst>
          </p:cNvPr>
          <p:cNvSpPr/>
          <p:nvPr/>
        </p:nvSpPr>
        <p:spPr>
          <a:xfrm>
            <a:off x="3194096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B1E510A-AC98-9CDC-DBF3-87FF535A9792}"/>
              </a:ext>
            </a:extLst>
          </p:cNvPr>
          <p:cNvSpPr/>
          <p:nvPr/>
        </p:nvSpPr>
        <p:spPr>
          <a:xfrm>
            <a:off x="3192835" y="245427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1AAB67A6-F9E7-FA1A-F8FF-34DB0E6F234E}"/>
              </a:ext>
            </a:extLst>
          </p:cNvPr>
          <p:cNvSpPr/>
          <p:nvPr/>
        </p:nvSpPr>
        <p:spPr>
          <a:xfrm>
            <a:off x="6880493" y="172319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3B5F919D-CA65-0E6B-CE4A-9CA418B4F47F}"/>
              </a:ext>
            </a:extLst>
          </p:cNvPr>
          <p:cNvSpPr/>
          <p:nvPr/>
        </p:nvSpPr>
        <p:spPr>
          <a:xfrm>
            <a:off x="6879232" y="208873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20CE061F-7442-CAC1-5B82-A3AFBA928ED1}"/>
              </a:ext>
            </a:extLst>
          </p:cNvPr>
          <p:cNvSpPr/>
          <p:nvPr/>
        </p:nvSpPr>
        <p:spPr>
          <a:xfrm>
            <a:off x="10534233" y="135798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04AD6A39-D559-101B-E19E-63256729605B}"/>
              </a:ext>
            </a:extLst>
          </p:cNvPr>
          <p:cNvSpPr/>
          <p:nvPr/>
        </p:nvSpPr>
        <p:spPr>
          <a:xfrm>
            <a:off x="10532972" y="172352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D204EC-0943-1D0C-CB96-17D5A2C20D64}"/>
              </a:ext>
            </a:extLst>
          </p:cNvPr>
          <p:cNvSpPr/>
          <p:nvPr/>
        </p:nvSpPr>
        <p:spPr>
          <a:xfrm>
            <a:off x="14212742" y="990236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EE366BA-544A-B097-F059-2748AC232FAE}"/>
              </a:ext>
            </a:extLst>
          </p:cNvPr>
          <p:cNvSpPr/>
          <p:nvPr/>
        </p:nvSpPr>
        <p:spPr>
          <a:xfrm>
            <a:off x="14211481" y="13557758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2DBA32F9-EF48-5EF8-359F-4E0FF87637BC}"/>
                  </a:ext>
                </a:extLst>
              </p:cNvPr>
              <p:cNvSpPr txBox="1"/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3200" i="1" dirty="0" smtClean="0">
                          <a:latin typeface="Cambria Math" panose="02040503050406030204" pitchFamily="18" charset="0"/>
                        </a:rPr>
                        <m:t>(0,0,−1)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2DBA32F9-EF48-5EF8-359F-4E0FF8763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443" y="28188823"/>
                <a:ext cx="2782236" cy="584775"/>
              </a:xfrm>
              <a:prstGeom prst="rect">
                <a:avLst/>
              </a:prstGeom>
              <a:blipFill>
                <a:blip r:embed="rId3"/>
                <a:stretch>
                  <a:fillRect r="-1364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Rectangle 592">
            <a:extLst>
              <a:ext uri="{FF2B5EF4-FFF2-40B4-BE49-F238E27FC236}">
                <a16:creationId xmlns:a16="http://schemas.microsoft.com/office/drawing/2014/main" id="{956060D7-E060-0482-41D5-6F95D33DB301}"/>
              </a:ext>
            </a:extLst>
          </p:cNvPr>
          <p:cNvSpPr/>
          <p:nvPr/>
        </p:nvSpPr>
        <p:spPr>
          <a:xfrm>
            <a:off x="17888944" y="625346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74C1302A-08B6-A21D-F8F5-BA17C95CA17A}"/>
              </a:ext>
            </a:extLst>
          </p:cNvPr>
          <p:cNvSpPr/>
          <p:nvPr/>
        </p:nvSpPr>
        <p:spPr>
          <a:xfrm>
            <a:off x="17887683" y="9908853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CF820A38-28D3-BD5F-F510-A20ED25CC827}"/>
                  </a:ext>
                </a:extLst>
              </p:cNvPr>
              <p:cNvSpPr txBox="1"/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(0,0,1)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CF820A38-28D3-BD5F-F510-A20ED25CC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44" y="20166837"/>
                <a:ext cx="1970539" cy="461665"/>
              </a:xfrm>
              <a:prstGeom prst="rect">
                <a:avLst/>
              </a:prstGeom>
              <a:blipFill>
                <a:blip r:embed="rId4"/>
                <a:stretch>
                  <a:fillRect r="-64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33D9CDC0-F2D2-4BE0-59D1-641A1A0D952E}"/>
                  </a:ext>
                </a:extLst>
              </p:cNvPr>
              <p:cNvSpPr txBox="1"/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33D9CDC0-F2D2-4BE0-59D1-641A1A0D9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333" y="28240846"/>
                <a:ext cx="2708626" cy="461665"/>
              </a:xfrm>
              <a:prstGeom prst="rect">
                <a:avLst/>
              </a:prstGeom>
              <a:blipFill>
                <a:blip r:embed="rId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2F8E9BCE-0806-B68F-6F04-098C7864B976}"/>
                  </a:ext>
                </a:extLst>
              </p:cNvPr>
              <p:cNvSpPr txBox="1"/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2F8E9BCE-0806-B68F-6F04-098C7864B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051" y="24602562"/>
                <a:ext cx="3585405" cy="461665"/>
              </a:xfrm>
              <a:prstGeom prst="rect">
                <a:avLst/>
              </a:prstGeom>
              <a:blipFill>
                <a:blip r:embed="rId6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C1B7A11F-BC9F-985D-7E75-9359512FAF23}"/>
                  </a:ext>
                </a:extLst>
              </p:cNvPr>
              <p:cNvSpPr txBox="1"/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C1B7A11F-BC9F-985D-7E75-9359512FA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035" y="20953692"/>
                <a:ext cx="3512949" cy="461665"/>
              </a:xfrm>
              <a:prstGeom prst="rect">
                <a:avLst/>
              </a:prstGeom>
              <a:blipFill>
                <a:blip r:embed="rId7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D6B44F7F-4468-A73E-2F80-2E39F51FF745}"/>
                  </a:ext>
                </a:extLst>
              </p:cNvPr>
              <p:cNvSpPr txBox="1"/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1" name="TextBox 340">
                <a:extLst>
                  <a:ext uri="{FF2B5EF4-FFF2-40B4-BE49-F238E27FC236}">
                    <a16:creationId xmlns:a16="http://schemas.microsoft.com/office/drawing/2014/main" id="{D6B44F7F-4468-A73E-2F80-2E39F51FF7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143" y="17253689"/>
                <a:ext cx="3276666" cy="461665"/>
              </a:xfrm>
              <a:prstGeom prst="rect">
                <a:avLst/>
              </a:prstGeom>
              <a:blipFill>
                <a:blip r:embed="rId8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03B47923-14F0-6FD8-B1BB-E149CF9B412C}"/>
                  </a:ext>
                </a:extLst>
              </p:cNvPr>
              <p:cNvSpPr txBox="1"/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03B47923-14F0-6FD8-B1BB-E149CF9B4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016" y="13696311"/>
                <a:ext cx="3351367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2DB8694-170B-26CE-14DE-94A161036C7A}"/>
                  </a:ext>
                </a:extLst>
              </p:cNvPr>
              <p:cNvSpPr txBox="1"/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=0.309017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DB99DE43-D132-142C-48D3-8E0D9A34E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5328683"/>
                <a:ext cx="6966715" cy="1352999"/>
              </a:xfrm>
              <a:prstGeom prst="rect">
                <a:avLst/>
              </a:prstGeom>
              <a:blipFill>
                <a:blip r:embed="rId16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052B2B0-5429-0890-3AEE-BA667B5BB89E}"/>
                  </a:ext>
                </a:extLst>
              </p:cNvPr>
              <p:cNvSpPr txBox="1"/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ad>
                                <m:radPr>
                                  <m:degHide m:val="on"/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e>
                          </m:rad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=0.951057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7" name="TextBox 346">
                <a:extLst>
                  <a:ext uri="{FF2B5EF4-FFF2-40B4-BE49-F238E27FC236}">
                    <a16:creationId xmlns:a16="http://schemas.microsoft.com/office/drawing/2014/main" id="{69B1F6D6-EF64-1357-D26C-E2CD2592C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6610605"/>
                <a:ext cx="7688259" cy="1920462"/>
              </a:xfrm>
              <a:prstGeom prst="rect">
                <a:avLst/>
              </a:prstGeom>
              <a:blipFill>
                <a:blip r:embed="rId16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F27ECA78-3D40-92F4-75BC-012C751F55BA}"/>
                  </a:ext>
                </a:extLst>
              </p:cNvPr>
              <p:cNvSpPr txBox="1"/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>
                          <a:latin typeface="Cambria Math" panose="02040503050406030204" pitchFamily="18" charset="0"/>
                        </a:rPr>
                        <m:t>cos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=−0.809017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D8563960-45AE-652E-6832-7FDDADB6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29033960"/>
                <a:ext cx="7460952" cy="1246495"/>
              </a:xfrm>
              <a:prstGeom prst="rect">
                <a:avLst/>
              </a:prstGeom>
              <a:blipFill>
                <a:blip r:embed="rId16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BBCCDCBC-07C7-B0B6-6E62-CBFD545C40DE}"/>
                  </a:ext>
                </a:extLst>
              </p:cNvPr>
              <p:cNvSpPr txBox="1"/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sin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sz="4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den>
                          </m:f>
                        </m:e>
                      </m:ra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=0.587785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29713CCA-2917-4CC2-8307-9802B93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0271277"/>
                <a:ext cx="7565084" cy="1911036"/>
              </a:xfrm>
              <a:prstGeom prst="rect">
                <a:avLst/>
              </a:prstGeom>
              <a:blipFill>
                <a:blip r:embed="rId1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548E101F-56BD-0A2C-B6D9-4ED566DBE5C7}"/>
                  </a:ext>
                </a:extLst>
              </p:cNvPr>
              <p:cNvSpPr txBox="1"/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,0,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1" name="TextBox 350">
                <a:extLst>
                  <a:ext uri="{FF2B5EF4-FFF2-40B4-BE49-F238E27FC236}">
                    <a16:creationId xmlns:a16="http://schemas.microsoft.com/office/drawing/2014/main" id="{548E101F-56BD-0A2C-B6D9-4ED566DBE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684" y="16589849"/>
                <a:ext cx="2163476" cy="461665"/>
              </a:xfrm>
              <a:prstGeom prst="rect">
                <a:avLst/>
              </a:prstGeom>
              <a:blipFill>
                <a:blip r:embed="rId166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E15A77A3-8D1E-DC8E-02CD-46749F465B16}"/>
                  </a:ext>
                </a:extLst>
              </p:cNvPr>
              <p:cNvSpPr txBox="1"/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E15A77A3-8D1E-DC8E-02CD-46749F465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4278" y="12914719"/>
                <a:ext cx="2897716" cy="461665"/>
              </a:xfrm>
              <a:prstGeom prst="rect">
                <a:avLst/>
              </a:prstGeom>
              <a:blipFill>
                <a:blip r:embed="rId167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C6223774-236A-AF18-70CE-6A2AC6804447}"/>
                  </a:ext>
                </a:extLst>
              </p:cNvPr>
              <p:cNvSpPr txBox="1"/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C6223774-236A-AF18-70CE-6A2AC6804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0800" y="9218765"/>
                <a:ext cx="2947987" cy="461665"/>
              </a:xfrm>
              <a:prstGeom prst="rect">
                <a:avLst/>
              </a:prstGeom>
              <a:blipFill>
                <a:blip r:embed="rId16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B3CC0E84-16EB-A9A5-78FE-E09A0BF5CDD8}"/>
                  </a:ext>
                </a:extLst>
              </p:cNvPr>
              <p:cNvSpPr txBox="1"/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B3CC0E84-16EB-A9A5-78FE-E09A0BF5C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188" y="20196522"/>
                <a:ext cx="3126945" cy="461665"/>
              </a:xfrm>
              <a:prstGeom prst="rect">
                <a:avLst/>
              </a:prstGeom>
              <a:blipFill>
                <a:blip r:embed="rId169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E31293F9-75F1-C529-55BD-A4D107FE9A97}"/>
                  </a:ext>
                </a:extLst>
              </p:cNvPr>
              <p:cNvSpPr txBox="1"/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8" name="TextBox 417">
                <a:extLst>
                  <a:ext uri="{FF2B5EF4-FFF2-40B4-BE49-F238E27FC236}">
                    <a16:creationId xmlns:a16="http://schemas.microsoft.com/office/drawing/2014/main" id="{E31293F9-75F1-C529-55BD-A4D107FE9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85" y="23903635"/>
                <a:ext cx="3054491" cy="461665"/>
              </a:xfrm>
              <a:prstGeom prst="rect">
                <a:avLst/>
              </a:prstGeom>
              <a:blipFill>
                <a:blip r:embed="rId17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B3984434-023A-991D-9D43-9C2E3976A4B5}"/>
                  </a:ext>
                </a:extLst>
              </p:cNvPr>
              <p:cNvSpPr txBox="1"/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=0.447214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19" name="TextBox 418">
                <a:extLst>
                  <a:ext uri="{FF2B5EF4-FFF2-40B4-BE49-F238E27FC236}">
                    <a16:creationId xmlns:a16="http://schemas.microsoft.com/office/drawing/2014/main" id="{677087FA-83F9-DC89-A2CF-EB301CC6D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2494658"/>
                <a:ext cx="4798365" cy="1363963"/>
              </a:xfrm>
              <a:prstGeom prst="rect">
                <a:avLst/>
              </a:prstGeom>
              <a:blipFill>
                <a:blip r:embed="rId171"/>
                <a:stretch>
                  <a:fillRect r="-26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90BDC5D7-125A-34DB-D465-65717AE2EB8C}"/>
                  </a:ext>
                </a:extLst>
              </p:cNvPr>
              <p:cNvSpPr txBox="1"/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lang="en-US" sz="40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894427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09E7EC41-D324-6FCF-C489-E717589B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5645" y="33910394"/>
                <a:ext cx="4799968" cy="1363963"/>
              </a:xfrm>
              <a:prstGeom prst="rect">
                <a:avLst/>
              </a:prstGeom>
              <a:blipFill>
                <a:blip r:embed="rId172"/>
                <a:stretch>
                  <a:fillRect r="-26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CB1B164-08F2-CB03-3FC0-D6733C64ABF2}"/>
              </a:ext>
            </a:extLst>
          </p:cNvPr>
          <p:cNvCxnSpPr/>
          <p:nvPr/>
        </p:nvCxnSpPr>
        <p:spPr>
          <a:xfrm flipV="1">
            <a:off x="3194096" y="990143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F2B2BDA-CA8A-77F8-305C-045C3419D9FF}"/>
              </a:ext>
            </a:extLst>
          </p:cNvPr>
          <p:cNvCxnSpPr/>
          <p:nvPr/>
        </p:nvCxnSpPr>
        <p:spPr>
          <a:xfrm flipV="1">
            <a:off x="3229867" y="6262888"/>
            <a:ext cx="18289272" cy="182892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01C8399C-8FA5-227A-B3D9-09EB7A4BAC2A}"/>
              </a:ext>
            </a:extLst>
          </p:cNvPr>
          <p:cNvSpPr/>
          <p:nvPr/>
        </p:nvSpPr>
        <p:spPr>
          <a:xfrm>
            <a:off x="6731644" y="24394849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F647055-9383-7207-C6CB-5131FF00FDF4}"/>
              </a:ext>
            </a:extLst>
          </p:cNvPr>
          <p:cNvSpPr/>
          <p:nvPr/>
        </p:nvSpPr>
        <p:spPr>
          <a:xfrm>
            <a:off x="3070995" y="2806369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1D5E033-A71C-7E03-7D72-394845FCFFCD}"/>
              </a:ext>
            </a:extLst>
          </p:cNvPr>
          <p:cNvSpPr/>
          <p:nvPr/>
        </p:nvSpPr>
        <p:spPr>
          <a:xfrm>
            <a:off x="6756085" y="20734610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FDA3CA4-AA90-248B-67C7-8B529665C24E}"/>
              </a:ext>
            </a:extLst>
          </p:cNvPr>
          <p:cNvSpPr/>
          <p:nvPr/>
        </p:nvSpPr>
        <p:spPr>
          <a:xfrm>
            <a:off x="3057336" y="2437805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78B368-D65A-5469-05B9-FDFEE92891B4}"/>
              </a:ext>
            </a:extLst>
          </p:cNvPr>
          <p:cNvSpPr/>
          <p:nvPr/>
        </p:nvSpPr>
        <p:spPr>
          <a:xfrm>
            <a:off x="10426994" y="2076221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A971700-498C-F021-A3B3-547027D82140}"/>
              </a:ext>
            </a:extLst>
          </p:cNvPr>
          <p:cNvSpPr/>
          <p:nvPr/>
        </p:nvSpPr>
        <p:spPr>
          <a:xfrm>
            <a:off x="10451435" y="1710197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32AA0E8-4F3E-34EB-7D8E-68AED919E132}"/>
              </a:ext>
            </a:extLst>
          </p:cNvPr>
          <p:cNvSpPr/>
          <p:nvPr/>
        </p:nvSpPr>
        <p:spPr>
          <a:xfrm>
            <a:off x="14070552" y="17064885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723E20C-470C-64F5-2195-00BD4BA7D16C}"/>
              </a:ext>
            </a:extLst>
          </p:cNvPr>
          <p:cNvSpPr/>
          <p:nvPr/>
        </p:nvSpPr>
        <p:spPr>
          <a:xfrm>
            <a:off x="14094993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43D6B83-3E90-D080-A32D-1E54FA075B26}"/>
              </a:ext>
            </a:extLst>
          </p:cNvPr>
          <p:cNvSpPr/>
          <p:nvPr/>
        </p:nvSpPr>
        <p:spPr>
          <a:xfrm>
            <a:off x="17753578" y="13404646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6483A3A1-B669-9C48-EEF4-9BCA87A4A59D}"/>
              </a:ext>
            </a:extLst>
          </p:cNvPr>
          <p:cNvSpPr/>
          <p:nvPr/>
        </p:nvSpPr>
        <p:spPr>
          <a:xfrm>
            <a:off x="17778019" y="9744407"/>
            <a:ext cx="250257" cy="250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A8800FA6-6C5E-586A-2460-4EE3CD4BAE5A}"/>
              </a:ext>
            </a:extLst>
          </p:cNvPr>
          <p:cNvSpPr/>
          <p:nvPr/>
        </p:nvSpPr>
        <p:spPr>
          <a:xfrm>
            <a:off x="10410634" y="2442571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A4980BCE-74D5-AE60-6DBE-94847975E389}"/>
              </a:ext>
            </a:extLst>
          </p:cNvPr>
          <p:cNvSpPr/>
          <p:nvPr/>
        </p:nvSpPr>
        <p:spPr>
          <a:xfrm>
            <a:off x="6743426" y="28101662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5E96C465-C80B-5AE5-84B5-90304088A6CF}"/>
              </a:ext>
            </a:extLst>
          </p:cNvPr>
          <p:cNvSpPr/>
          <p:nvPr/>
        </p:nvSpPr>
        <p:spPr>
          <a:xfrm>
            <a:off x="14075902" y="20748160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4BE5978-5884-27B5-2537-3A92FEC760B8}"/>
              </a:ext>
            </a:extLst>
          </p:cNvPr>
          <p:cNvSpPr/>
          <p:nvPr/>
        </p:nvSpPr>
        <p:spPr>
          <a:xfrm>
            <a:off x="17744647" y="17098822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24712D8E-10CE-F198-2506-B8EBF454C76E}"/>
              </a:ext>
            </a:extLst>
          </p:cNvPr>
          <p:cNvSpPr/>
          <p:nvPr/>
        </p:nvSpPr>
        <p:spPr>
          <a:xfrm>
            <a:off x="21409915" y="13421271"/>
            <a:ext cx="250257" cy="250257"/>
          </a:xfrm>
          <a:prstGeom prst="ellipse">
            <a:avLst/>
          </a:prstGeom>
          <a:pattFill prst="pct50">
            <a:fgClr>
              <a:srgbClr val="FF0000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80F2406A-6350-78AF-51A9-1E2130555935}"/>
              </a:ext>
            </a:extLst>
          </p:cNvPr>
          <p:cNvSpPr/>
          <p:nvPr/>
        </p:nvSpPr>
        <p:spPr>
          <a:xfrm>
            <a:off x="3072274" y="20757504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2B172956-0EAF-EAEB-7212-DD0FE7ED9AA5}"/>
              </a:ext>
            </a:extLst>
          </p:cNvPr>
          <p:cNvSpPr/>
          <p:nvPr/>
        </p:nvSpPr>
        <p:spPr>
          <a:xfrm>
            <a:off x="6750354" y="1711557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70B36D79-B3B7-063E-E643-5B75E4F39AA5}"/>
              </a:ext>
            </a:extLst>
          </p:cNvPr>
          <p:cNvSpPr/>
          <p:nvPr/>
        </p:nvSpPr>
        <p:spPr>
          <a:xfrm>
            <a:off x="10426994" y="13473480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3A23CF10-D2BB-5AAE-B287-9805858A1350}"/>
              </a:ext>
            </a:extLst>
          </p:cNvPr>
          <p:cNvSpPr/>
          <p:nvPr/>
        </p:nvSpPr>
        <p:spPr>
          <a:xfrm>
            <a:off x="14092484" y="975847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3CFEE35C-E507-81BE-A46D-8E6EA6B0F347}"/>
              </a:ext>
            </a:extLst>
          </p:cNvPr>
          <p:cNvSpPr/>
          <p:nvPr/>
        </p:nvSpPr>
        <p:spPr>
          <a:xfrm>
            <a:off x="17769124" y="6116385"/>
            <a:ext cx="250257" cy="250257"/>
          </a:xfrm>
          <a:prstGeom prst="ellipse">
            <a:avLst/>
          </a:prstGeom>
          <a:pattFill prst="pct50">
            <a:fgClr>
              <a:srgbClr val="0070C0"/>
            </a:fgClr>
            <a:bgClr>
              <a:schemeClr val="bg1"/>
            </a:bgClr>
          </a:patt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9DFD666-521F-7694-86AE-8A3C37457D47}"/>
              </a:ext>
            </a:extLst>
          </p:cNvPr>
          <p:cNvSpPr/>
          <p:nvPr/>
        </p:nvSpPr>
        <p:spPr>
          <a:xfrm>
            <a:off x="21398651" y="9783724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15B98623-E14E-138B-6264-87A07F79E8B4}"/>
              </a:ext>
            </a:extLst>
          </p:cNvPr>
          <p:cNvSpPr/>
          <p:nvPr/>
        </p:nvSpPr>
        <p:spPr>
          <a:xfrm>
            <a:off x="21423092" y="6123485"/>
            <a:ext cx="250257" cy="250257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Diamond 113">
            <a:extLst>
              <a:ext uri="{FF2B5EF4-FFF2-40B4-BE49-F238E27FC236}">
                <a16:creationId xmlns:a16="http://schemas.microsoft.com/office/drawing/2014/main" id="{5958B0C2-4391-F282-E236-F24CC1AABDD7}"/>
              </a:ext>
            </a:extLst>
          </p:cNvPr>
          <p:cNvSpPr/>
          <p:nvPr/>
        </p:nvSpPr>
        <p:spPr>
          <a:xfrm>
            <a:off x="5657321" y="2700542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491CFF04-8899-2D2B-AD8E-79401D66162B}"/>
              </a:ext>
            </a:extLst>
          </p:cNvPr>
          <p:cNvSpPr/>
          <p:nvPr/>
        </p:nvSpPr>
        <p:spPr>
          <a:xfrm>
            <a:off x="3867849" y="2527371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Diamond 115">
            <a:extLst>
              <a:ext uri="{FF2B5EF4-FFF2-40B4-BE49-F238E27FC236}">
                <a16:creationId xmlns:a16="http://schemas.microsoft.com/office/drawing/2014/main" id="{C8A2BDB5-183E-7454-9294-492196A92694}"/>
              </a:ext>
            </a:extLst>
          </p:cNvPr>
          <p:cNvSpPr/>
          <p:nvPr/>
        </p:nvSpPr>
        <p:spPr>
          <a:xfrm>
            <a:off x="5758226" y="2345464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Diamond 116">
            <a:extLst>
              <a:ext uri="{FF2B5EF4-FFF2-40B4-BE49-F238E27FC236}">
                <a16:creationId xmlns:a16="http://schemas.microsoft.com/office/drawing/2014/main" id="{255B8CAB-E33C-86F6-13B2-91969B8181AD}"/>
              </a:ext>
            </a:extLst>
          </p:cNvPr>
          <p:cNvSpPr/>
          <p:nvPr/>
        </p:nvSpPr>
        <p:spPr>
          <a:xfrm>
            <a:off x="4040845" y="2178218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39D6C7FB-38CC-D77A-151B-238DB3833E17}"/>
              </a:ext>
            </a:extLst>
          </p:cNvPr>
          <p:cNvSpPr/>
          <p:nvPr/>
        </p:nvSpPr>
        <p:spPr>
          <a:xfrm>
            <a:off x="9374415" y="2328924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B0CB3847-165A-5E46-38B6-9453EE242105}"/>
              </a:ext>
            </a:extLst>
          </p:cNvPr>
          <p:cNvSpPr/>
          <p:nvPr/>
        </p:nvSpPr>
        <p:spPr>
          <a:xfrm>
            <a:off x="7620986" y="2157986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1ED5BB7D-A4DB-C840-A718-FC5B663E926D}"/>
              </a:ext>
            </a:extLst>
          </p:cNvPr>
          <p:cNvSpPr/>
          <p:nvPr/>
        </p:nvSpPr>
        <p:spPr>
          <a:xfrm>
            <a:off x="9440422" y="19755225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Diamond 120">
            <a:extLst>
              <a:ext uri="{FF2B5EF4-FFF2-40B4-BE49-F238E27FC236}">
                <a16:creationId xmlns:a16="http://schemas.microsoft.com/office/drawing/2014/main" id="{2BAC7DEE-7B2D-45D4-3518-8780C8AA07AF}"/>
              </a:ext>
            </a:extLst>
          </p:cNvPr>
          <p:cNvSpPr/>
          <p:nvPr/>
        </p:nvSpPr>
        <p:spPr>
          <a:xfrm>
            <a:off x="7774282" y="180562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Diamond 121">
            <a:extLst>
              <a:ext uri="{FF2B5EF4-FFF2-40B4-BE49-F238E27FC236}">
                <a16:creationId xmlns:a16="http://schemas.microsoft.com/office/drawing/2014/main" id="{56AD7742-C6B5-6CCB-53F7-4B47461E3249}"/>
              </a:ext>
            </a:extLst>
          </p:cNvPr>
          <p:cNvSpPr/>
          <p:nvPr/>
        </p:nvSpPr>
        <p:spPr>
          <a:xfrm>
            <a:off x="12985880" y="1965489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Diamond 122">
            <a:extLst>
              <a:ext uri="{FF2B5EF4-FFF2-40B4-BE49-F238E27FC236}">
                <a16:creationId xmlns:a16="http://schemas.microsoft.com/office/drawing/2014/main" id="{7335F144-C0D6-03F4-06D6-D7722F459EB1}"/>
              </a:ext>
            </a:extLst>
          </p:cNvPr>
          <p:cNvSpPr/>
          <p:nvPr/>
        </p:nvSpPr>
        <p:spPr>
          <a:xfrm>
            <a:off x="11259885" y="17925720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DD39E906-04EB-8010-DA9F-057AE2D2F51E}"/>
              </a:ext>
            </a:extLst>
          </p:cNvPr>
          <p:cNvSpPr/>
          <p:nvPr/>
        </p:nvSpPr>
        <p:spPr>
          <a:xfrm>
            <a:off x="13100484" y="1608314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FCAD97B7-46A2-66AB-B696-7DA83507926F}"/>
              </a:ext>
            </a:extLst>
          </p:cNvPr>
          <p:cNvSpPr/>
          <p:nvPr/>
        </p:nvSpPr>
        <p:spPr>
          <a:xfrm>
            <a:off x="11402744" y="14418024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87651B45-CDCE-86D2-9BB3-6252136EEDEC}"/>
              </a:ext>
            </a:extLst>
          </p:cNvPr>
          <p:cNvSpPr/>
          <p:nvPr/>
        </p:nvSpPr>
        <p:spPr>
          <a:xfrm>
            <a:off x="16653179" y="1599952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Diamond 126">
            <a:extLst>
              <a:ext uri="{FF2B5EF4-FFF2-40B4-BE49-F238E27FC236}">
                <a16:creationId xmlns:a16="http://schemas.microsoft.com/office/drawing/2014/main" id="{99D1C3E4-8EDB-7FE3-DD11-15CA36475094}"/>
              </a:ext>
            </a:extLst>
          </p:cNvPr>
          <p:cNvSpPr/>
          <p:nvPr/>
        </p:nvSpPr>
        <p:spPr>
          <a:xfrm>
            <a:off x="14942653" y="14272719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9" name="Diamond 578">
            <a:extLst>
              <a:ext uri="{FF2B5EF4-FFF2-40B4-BE49-F238E27FC236}">
                <a16:creationId xmlns:a16="http://schemas.microsoft.com/office/drawing/2014/main" id="{11805D3C-584B-49C8-F7F4-1862F6BF9C01}"/>
              </a:ext>
            </a:extLst>
          </p:cNvPr>
          <p:cNvSpPr/>
          <p:nvPr/>
        </p:nvSpPr>
        <p:spPr>
          <a:xfrm>
            <a:off x="16761625" y="1240523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7F8623D2-AEB6-D75B-009F-187ED0BC5092}"/>
              </a:ext>
            </a:extLst>
          </p:cNvPr>
          <p:cNvSpPr/>
          <p:nvPr/>
        </p:nvSpPr>
        <p:spPr>
          <a:xfrm>
            <a:off x="15086913" y="10731858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Diamond 128">
            <a:extLst>
              <a:ext uri="{FF2B5EF4-FFF2-40B4-BE49-F238E27FC236}">
                <a16:creationId xmlns:a16="http://schemas.microsoft.com/office/drawing/2014/main" id="{51F6F609-C08D-E04F-E595-39DAA64127CD}"/>
              </a:ext>
            </a:extLst>
          </p:cNvPr>
          <p:cNvSpPr/>
          <p:nvPr/>
        </p:nvSpPr>
        <p:spPr>
          <a:xfrm>
            <a:off x="20337136" y="12318012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Diamond 129">
            <a:extLst>
              <a:ext uri="{FF2B5EF4-FFF2-40B4-BE49-F238E27FC236}">
                <a16:creationId xmlns:a16="http://schemas.microsoft.com/office/drawing/2014/main" id="{4F76B959-A928-A8CB-6AB1-7DF4FB74DEA6}"/>
              </a:ext>
            </a:extLst>
          </p:cNvPr>
          <p:cNvSpPr/>
          <p:nvPr/>
        </p:nvSpPr>
        <p:spPr>
          <a:xfrm>
            <a:off x="18582240" y="10594256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Diamond 130">
            <a:extLst>
              <a:ext uri="{FF2B5EF4-FFF2-40B4-BE49-F238E27FC236}">
                <a16:creationId xmlns:a16="http://schemas.microsoft.com/office/drawing/2014/main" id="{C6340ACB-E44C-E8B7-8AF3-87054674665E}"/>
              </a:ext>
            </a:extLst>
          </p:cNvPr>
          <p:cNvSpPr/>
          <p:nvPr/>
        </p:nvSpPr>
        <p:spPr>
          <a:xfrm>
            <a:off x="20455714" y="8762647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Diamond 131">
            <a:extLst>
              <a:ext uri="{FF2B5EF4-FFF2-40B4-BE49-F238E27FC236}">
                <a16:creationId xmlns:a16="http://schemas.microsoft.com/office/drawing/2014/main" id="{2EC2ADD4-2BC8-F03D-2F4B-3353DE3E0EFD}"/>
              </a:ext>
            </a:extLst>
          </p:cNvPr>
          <p:cNvSpPr/>
          <p:nvPr/>
        </p:nvSpPr>
        <p:spPr>
          <a:xfrm>
            <a:off x="18770042" y="7064673"/>
            <a:ext cx="375605" cy="375605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A29B9924-C6E6-12F7-5F96-49C1104A312E}"/>
              </a:ext>
            </a:extLst>
          </p:cNvPr>
          <p:cNvCxnSpPr>
            <a:cxnSpLocks/>
          </p:cNvCxnSpPr>
          <p:nvPr/>
        </p:nvCxnSpPr>
        <p:spPr>
          <a:xfrm flipV="1">
            <a:off x="4269043" y="11107463"/>
            <a:ext cx="17668039" cy="1766803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378674F2-C47A-F7D7-A083-1F829D568B89}"/>
              </a:ext>
            </a:extLst>
          </p:cNvPr>
          <p:cNvCxnSpPr/>
          <p:nvPr/>
        </p:nvCxnSpPr>
        <p:spPr>
          <a:xfrm flipV="1">
            <a:off x="3147129" y="8138309"/>
            <a:ext cx="18289272" cy="1828927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A435718-1B6E-5F3B-9CFE-EE7D0B209EBA}"/>
              </a:ext>
            </a:extLst>
          </p:cNvPr>
          <p:cNvCxnSpPr>
            <a:cxnSpLocks/>
          </p:cNvCxnSpPr>
          <p:nvPr/>
        </p:nvCxnSpPr>
        <p:spPr>
          <a:xfrm flipV="1">
            <a:off x="2500307" y="5793232"/>
            <a:ext cx="17931061" cy="1793106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A1161A20-9647-76F6-A736-B97BD03734AB}"/>
              </a:ext>
            </a:extLst>
          </p:cNvPr>
          <p:cNvCxnSpPr>
            <a:cxnSpLocks/>
          </p:cNvCxnSpPr>
          <p:nvPr/>
        </p:nvCxnSpPr>
        <p:spPr>
          <a:xfrm flipH="1" flipV="1">
            <a:off x="2693415" y="24067721"/>
            <a:ext cx="4394046" cy="43940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E8E96AB1-F1EE-ADE7-C402-FE1ADC92E57F}"/>
              </a:ext>
            </a:extLst>
          </p:cNvPr>
          <p:cNvCxnSpPr>
            <a:cxnSpLocks/>
          </p:cNvCxnSpPr>
          <p:nvPr/>
        </p:nvCxnSpPr>
        <p:spPr>
          <a:xfrm flipH="1" flipV="1">
            <a:off x="2958844" y="20657770"/>
            <a:ext cx="4426897" cy="442689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E45D8340-9D20-59DE-6AC9-F25FD4D967C7}"/>
              </a:ext>
            </a:extLst>
          </p:cNvPr>
          <p:cNvCxnSpPr>
            <a:cxnSpLocks/>
          </p:cNvCxnSpPr>
          <p:nvPr/>
        </p:nvCxnSpPr>
        <p:spPr>
          <a:xfrm flipH="1" flipV="1">
            <a:off x="6515779" y="20471374"/>
            <a:ext cx="4291830" cy="42918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A0C7103A-5B28-FDEE-DA80-4BF75103B720}"/>
              </a:ext>
            </a:extLst>
          </p:cNvPr>
          <p:cNvCxnSpPr>
            <a:cxnSpLocks/>
          </p:cNvCxnSpPr>
          <p:nvPr/>
        </p:nvCxnSpPr>
        <p:spPr>
          <a:xfrm flipH="1" flipV="1">
            <a:off x="6678992" y="16959207"/>
            <a:ext cx="4364012" cy="436401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43D7CBC-31E4-F357-BC17-B5B487271BBF}"/>
              </a:ext>
            </a:extLst>
          </p:cNvPr>
          <p:cNvCxnSpPr>
            <a:cxnSpLocks/>
          </p:cNvCxnSpPr>
          <p:nvPr/>
        </p:nvCxnSpPr>
        <p:spPr>
          <a:xfrm flipH="1" flipV="1">
            <a:off x="10109865" y="16789274"/>
            <a:ext cx="4417959" cy="441795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007E0462-4F11-05CE-61AC-2E9549961B94}"/>
              </a:ext>
            </a:extLst>
          </p:cNvPr>
          <p:cNvCxnSpPr>
            <a:cxnSpLocks/>
          </p:cNvCxnSpPr>
          <p:nvPr/>
        </p:nvCxnSpPr>
        <p:spPr>
          <a:xfrm flipH="1" flipV="1">
            <a:off x="10399207" y="13403236"/>
            <a:ext cx="4233682" cy="42336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A70FB16-E216-A5FD-1771-249EA22F48CD}"/>
              </a:ext>
            </a:extLst>
          </p:cNvPr>
          <p:cNvCxnSpPr>
            <a:cxnSpLocks/>
          </p:cNvCxnSpPr>
          <p:nvPr/>
        </p:nvCxnSpPr>
        <p:spPr>
          <a:xfrm flipH="1" flipV="1">
            <a:off x="13763258" y="13113448"/>
            <a:ext cx="4324282" cy="432428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219B61A-3D8C-92D4-6E6A-657CE16C4070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958923" y="9633733"/>
            <a:ext cx="4816136" cy="481613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A8AF645-23C0-303D-0D3D-AC6ED5B07144}"/>
              </a:ext>
            </a:extLst>
          </p:cNvPr>
          <p:cNvCxnSpPr>
            <a:cxnSpLocks/>
          </p:cNvCxnSpPr>
          <p:nvPr/>
        </p:nvCxnSpPr>
        <p:spPr>
          <a:xfrm flipH="1" flipV="1">
            <a:off x="17301069" y="9314588"/>
            <a:ext cx="4361693" cy="436169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61C87E5D-AF40-58E9-093F-F44041A2C628}"/>
              </a:ext>
            </a:extLst>
          </p:cNvPr>
          <p:cNvCxnSpPr>
            <a:cxnSpLocks/>
          </p:cNvCxnSpPr>
          <p:nvPr/>
        </p:nvCxnSpPr>
        <p:spPr>
          <a:xfrm flipH="1" flipV="1">
            <a:off x="17621231" y="5937598"/>
            <a:ext cx="4353511" cy="435351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EB75A9B-BFEA-2FD1-1511-3E31C8ABCE77}"/>
              </a:ext>
            </a:extLst>
          </p:cNvPr>
          <p:cNvSpPr txBox="1"/>
          <p:nvPr/>
        </p:nvSpPr>
        <p:spPr>
          <a:xfrm>
            <a:off x="2151129" y="11371066"/>
            <a:ext cx="365035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</a:rPr>
              <a:t>x(10x3)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D741D-7DE1-5AEB-6797-E9D6CDFE2F09}"/>
              </a:ext>
            </a:extLst>
          </p:cNvPr>
          <p:cNvSpPr txBox="1"/>
          <p:nvPr/>
        </p:nvSpPr>
        <p:spPr>
          <a:xfrm>
            <a:off x="1850652" y="9471349"/>
            <a:ext cx="955152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#four connected links (not a loop, middle 4pi/5)</a:t>
            </a:r>
          </a:p>
          <a:p>
            <a:r>
              <a:rPr lang="en-US" sz="3600" dirty="0"/>
              <a:t>=# two connected faces</a:t>
            </a:r>
          </a:p>
          <a:p>
            <a:r>
              <a:rPr lang="en-US" sz="3600" dirty="0"/>
              <a:t>=#type XZ x 3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DF3904-D8A2-43DE-BB41-DB994EAF0CED}"/>
              </a:ext>
            </a:extLst>
          </p:cNvPr>
          <p:cNvCxnSpPr>
            <a:cxnSpLocks/>
          </p:cNvCxnSpPr>
          <p:nvPr/>
        </p:nvCxnSpPr>
        <p:spPr>
          <a:xfrm flipV="1">
            <a:off x="6951618" y="13573492"/>
            <a:ext cx="10901059" cy="1082413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DDEEA8-C7BC-D860-37C9-B7399595E12B}"/>
              </a:ext>
            </a:extLst>
          </p:cNvPr>
          <p:cNvCxnSpPr>
            <a:cxnSpLocks/>
          </p:cNvCxnSpPr>
          <p:nvPr/>
        </p:nvCxnSpPr>
        <p:spPr>
          <a:xfrm flipH="1" flipV="1">
            <a:off x="14182494" y="13479595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3C85F5-EDD6-8C9D-3DCC-8713262DCA16}"/>
              </a:ext>
            </a:extLst>
          </p:cNvPr>
          <p:cNvCxnSpPr>
            <a:cxnSpLocks/>
            <a:stCxn id="32" idx="2"/>
            <a:endCxn id="31" idx="2"/>
          </p:cNvCxnSpPr>
          <p:nvPr/>
        </p:nvCxnSpPr>
        <p:spPr>
          <a:xfrm flipH="1">
            <a:off x="14094993" y="13529775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6AF50DE-2EBE-4D45-9F1C-5073D8CA664E}"/>
              </a:ext>
            </a:extLst>
          </p:cNvPr>
          <p:cNvCxnSpPr>
            <a:cxnSpLocks/>
          </p:cNvCxnSpPr>
          <p:nvPr/>
        </p:nvCxnSpPr>
        <p:spPr>
          <a:xfrm flipV="1">
            <a:off x="11623023" y="10947639"/>
            <a:ext cx="3695235" cy="366915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60B1D80-F244-11AC-5D2F-D91309654DC0}"/>
              </a:ext>
            </a:extLst>
          </p:cNvPr>
          <p:cNvCxnSpPr>
            <a:cxnSpLocks/>
          </p:cNvCxnSpPr>
          <p:nvPr/>
        </p:nvCxnSpPr>
        <p:spPr>
          <a:xfrm flipV="1">
            <a:off x="5845123" y="12498771"/>
            <a:ext cx="14726438" cy="1469199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C18F771-66D1-7BBC-60E4-66FDDCE75AD3}"/>
              </a:ext>
            </a:extLst>
          </p:cNvPr>
          <p:cNvCxnSpPr>
            <a:cxnSpLocks/>
          </p:cNvCxnSpPr>
          <p:nvPr/>
        </p:nvCxnSpPr>
        <p:spPr>
          <a:xfrm flipV="1">
            <a:off x="16932821" y="10833575"/>
            <a:ext cx="1786648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D9AF713-538F-E128-0812-28CBC73D3985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289997" y="10923581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15BFA2D-74AB-E244-F35D-9ACF5BEC2192}"/>
              </a:ext>
            </a:extLst>
          </p:cNvPr>
          <p:cNvCxnSpPr>
            <a:cxnSpLocks/>
          </p:cNvCxnSpPr>
          <p:nvPr/>
        </p:nvCxnSpPr>
        <p:spPr>
          <a:xfrm rot="16200000" flipV="1">
            <a:off x="18853436" y="10836842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1CFB194-1271-5809-267C-8839F34B7C15}"/>
              </a:ext>
            </a:extLst>
          </p:cNvPr>
          <p:cNvCxnSpPr>
            <a:cxnSpLocks/>
          </p:cNvCxnSpPr>
          <p:nvPr/>
        </p:nvCxnSpPr>
        <p:spPr>
          <a:xfrm rot="16200000" flipV="1">
            <a:off x="11594400" y="14598131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5DF91B6-9A52-9EA2-C481-5DB69342A5B2}"/>
              </a:ext>
            </a:extLst>
          </p:cNvPr>
          <p:cNvCxnSpPr>
            <a:cxnSpLocks/>
          </p:cNvCxnSpPr>
          <p:nvPr/>
        </p:nvCxnSpPr>
        <p:spPr>
          <a:xfrm rot="16200000" flipV="1">
            <a:off x="4096923" y="25531452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9FC90A-E2F0-2F4D-CB52-135AF5151794}"/>
              </a:ext>
            </a:extLst>
          </p:cNvPr>
          <p:cNvCxnSpPr>
            <a:cxnSpLocks/>
          </p:cNvCxnSpPr>
          <p:nvPr/>
        </p:nvCxnSpPr>
        <p:spPr>
          <a:xfrm flipH="1" flipV="1">
            <a:off x="6836213" y="20765038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010904-9AAD-A258-5039-6352F684A384}"/>
              </a:ext>
            </a:extLst>
          </p:cNvPr>
          <p:cNvCxnSpPr>
            <a:cxnSpLocks/>
          </p:cNvCxnSpPr>
          <p:nvPr/>
        </p:nvCxnSpPr>
        <p:spPr>
          <a:xfrm flipH="1">
            <a:off x="6748712" y="20815218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308CF6-75FA-6669-AB25-9758447D71C6}"/>
              </a:ext>
            </a:extLst>
          </p:cNvPr>
          <p:cNvCxnSpPr>
            <a:cxnSpLocks/>
          </p:cNvCxnSpPr>
          <p:nvPr/>
        </p:nvCxnSpPr>
        <p:spPr>
          <a:xfrm flipV="1">
            <a:off x="9581765" y="16264973"/>
            <a:ext cx="3695235" cy="366915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29F21F-5A1C-A9F6-2590-1DE0D853396B}"/>
              </a:ext>
            </a:extLst>
          </p:cNvPr>
          <p:cNvCxnSpPr>
            <a:cxnSpLocks/>
          </p:cNvCxnSpPr>
          <p:nvPr/>
        </p:nvCxnSpPr>
        <p:spPr>
          <a:xfrm flipV="1">
            <a:off x="4293598" y="18245623"/>
            <a:ext cx="3695235" cy="3669159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9BF802A-81D4-8C88-B09D-9CBAA12C1217}"/>
              </a:ext>
            </a:extLst>
          </p:cNvPr>
          <p:cNvCxnSpPr>
            <a:cxnSpLocks/>
          </p:cNvCxnSpPr>
          <p:nvPr/>
        </p:nvCxnSpPr>
        <p:spPr>
          <a:xfrm flipV="1">
            <a:off x="4147164" y="23651023"/>
            <a:ext cx="1786648" cy="1795126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81392EA-7DEA-E789-E0A4-962BECD7C5A7}"/>
              </a:ext>
            </a:extLst>
          </p:cNvPr>
          <p:cNvCxnSpPr>
            <a:cxnSpLocks/>
          </p:cNvCxnSpPr>
          <p:nvPr/>
        </p:nvCxnSpPr>
        <p:spPr>
          <a:xfrm rot="16200000" flipV="1">
            <a:off x="7989349" y="18300340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AAA9ED-4876-6F50-1639-233A1829117F}"/>
              </a:ext>
            </a:extLst>
          </p:cNvPr>
          <p:cNvCxnSpPr>
            <a:cxnSpLocks/>
          </p:cNvCxnSpPr>
          <p:nvPr/>
        </p:nvCxnSpPr>
        <p:spPr>
          <a:xfrm rot="16200000" flipV="1">
            <a:off x="4293752" y="21974890"/>
            <a:ext cx="1624225" cy="1631933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1309725-D799-DA2F-99B6-313F4C664E60}"/>
              </a:ext>
            </a:extLst>
          </p:cNvPr>
          <p:cNvCxnSpPr>
            <a:cxnSpLocks/>
          </p:cNvCxnSpPr>
          <p:nvPr/>
        </p:nvCxnSpPr>
        <p:spPr>
          <a:xfrm flipV="1">
            <a:off x="17903147" y="6410228"/>
            <a:ext cx="3533254" cy="350832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6656D87-9582-0C9E-7CED-2D8F63A6E884}"/>
              </a:ext>
            </a:extLst>
          </p:cNvPr>
          <p:cNvCxnSpPr>
            <a:cxnSpLocks/>
          </p:cNvCxnSpPr>
          <p:nvPr/>
        </p:nvCxnSpPr>
        <p:spPr>
          <a:xfrm flipH="1" flipV="1">
            <a:off x="17901088" y="6177568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A2C03E4-3B03-1A64-15D8-9957F5703FB8}"/>
              </a:ext>
            </a:extLst>
          </p:cNvPr>
          <p:cNvCxnSpPr>
            <a:cxnSpLocks/>
          </p:cNvCxnSpPr>
          <p:nvPr/>
        </p:nvCxnSpPr>
        <p:spPr>
          <a:xfrm flipH="1">
            <a:off x="17813587" y="6227748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4FA34D1-2867-49FE-905F-2AE61C4EEE59}"/>
              </a:ext>
            </a:extLst>
          </p:cNvPr>
          <p:cNvCxnSpPr>
            <a:cxnSpLocks/>
          </p:cNvCxnSpPr>
          <p:nvPr/>
        </p:nvCxnSpPr>
        <p:spPr>
          <a:xfrm flipH="1" flipV="1">
            <a:off x="21528679" y="6238860"/>
            <a:ext cx="5414" cy="3798898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F00BD2B-4D0B-17BD-A5E7-FD5F326D4D1E}"/>
              </a:ext>
            </a:extLst>
          </p:cNvPr>
          <p:cNvCxnSpPr>
            <a:cxnSpLocks/>
          </p:cNvCxnSpPr>
          <p:nvPr/>
        </p:nvCxnSpPr>
        <p:spPr>
          <a:xfrm flipH="1">
            <a:off x="17783716" y="9901438"/>
            <a:ext cx="3658585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5488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riangle 42">
            <a:extLst>
              <a:ext uri="{FF2B5EF4-FFF2-40B4-BE49-F238E27FC236}">
                <a16:creationId xmlns:a16="http://schemas.microsoft.com/office/drawing/2014/main" id="{2D397006-1E16-F02A-4448-805F09299968}"/>
              </a:ext>
            </a:extLst>
          </p:cNvPr>
          <p:cNvSpPr/>
          <p:nvPr/>
        </p:nvSpPr>
        <p:spPr>
          <a:xfrm>
            <a:off x="9625476" y="18995011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9078692-7444-68F7-C705-BCF0DE9BC697}"/>
              </a:ext>
            </a:extLst>
          </p:cNvPr>
          <p:cNvSpPr/>
          <p:nvPr/>
        </p:nvSpPr>
        <p:spPr>
          <a:xfrm>
            <a:off x="6815770" y="9509608"/>
            <a:ext cx="3652800" cy="3652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FBB45C5-5E51-175E-E23A-C0E41E42EA9F}"/>
              </a:ext>
            </a:extLst>
          </p:cNvPr>
          <p:cNvSpPr/>
          <p:nvPr/>
        </p:nvSpPr>
        <p:spPr>
          <a:xfrm>
            <a:off x="6804619" y="13089284"/>
            <a:ext cx="3652800" cy="3652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E57016D-4533-005C-36A4-2307C3EDFA3C}"/>
              </a:ext>
            </a:extLst>
          </p:cNvPr>
          <p:cNvSpPr/>
          <p:nvPr/>
        </p:nvSpPr>
        <p:spPr>
          <a:xfrm>
            <a:off x="3162628" y="13126707"/>
            <a:ext cx="3652800" cy="3652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3DE92183-BCB4-C853-4DB1-AE46ADDFA36E}"/>
              </a:ext>
            </a:extLst>
          </p:cNvPr>
          <p:cNvSpPr/>
          <p:nvPr/>
        </p:nvSpPr>
        <p:spPr>
          <a:xfrm flipV="1">
            <a:off x="15720894" y="14022225"/>
            <a:ext cx="1104151" cy="95185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riangle 30">
            <a:extLst>
              <a:ext uri="{FF2B5EF4-FFF2-40B4-BE49-F238E27FC236}">
                <a16:creationId xmlns:a16="http://schemas.microsoft.com/office/drawing/2014/main" id="{27CF87CD-DBD4-075E-0DFE-9E7733135330}"/>
              </a:ext>
            </a:extLst>
          </p:cNvPr>
          <p:cNvSpPr/>
          <p:nvPr/>
        </p:nvSpPr>
        <p:spPr>
          <a:xfrm flipV="1">
            <a:off x="14281707" y="14797509"/>
            <a:ext cx="1104151" cy="95185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8693236F-664F-CE25-335A-528076DEF3FD}"/>
              </a:ext>
            </a:extLst>
          </p:cNvPr>
          <p:cNvSpPr/>
          <p:nvPr/>
        </p:nvSpPr>
        <p:spPr>
          <a:xfrm flipV="1">
            <a:off x="15201695" y="14857500"/>
            <a:ext cx="1104151" cy="95185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riangle 28">
            <a:extLst>
              <a:ext uri="{FF2B5EF4-FFF2-40B4-BE49-F238E27FC236}">
                <a16:creationId xmlns:a16="http://schemas.microsoft.com/office/drawing/2014/main" id="{478C4C52-9FB7-6D51-72E6-F53B7E2D7E0E}"/>
              </a:ext>
            </a:extLst>
          </p:cNvPr>
          <p:cNvSpPr/>
          <p:nvPr/>
        </p:nvSpPr>
        <p:spPr>
          <a:xfrm flipV="1">
            <a:off x="15706501" y="15724705"/>
            <a:ext cx="1104151" cy="95185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riangle 27">
            <a:extLst>
              <a:ext uri="{FF2B5EF4-FFF2-40B4-BE49-F238E27FC236}">
                <a16:creationId xmlns:a16="http://schemas.microsoft.com/office/drawing/2014/main" id="{57481227-A603-5B58-744B-44DD9566FB64}"/>
              </a:ext>
            </a:extLst>
          </p:cNvPr>
          <p:cNvSpPr/>
          <p:nvPr/>
        </p:nvSpPr>
        <p:spPr>
          <a:xfrm flipV="1">
            <a:off x="14765885" y="15717114"/>
            <a:ext cx="1104151" cy="95185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riangle 26">
            <a:extLst>
              <a:ext uri="{FF2B5EF4-FFF2-40B4-BE49-F238E27FC236}">
                <a16:creationId xmlns:a16="http://schemas.microsoft.com/office/drawing/2014/main" id="{CA2DF5A8-0AC0-F6C3-7723-BE6B562DD61F}"/>
              </a:ext>
            </a:extLst>
          </p:cNvPr>
          <p:cNvSpPr/>
          <p:nvPr/>
        </p:nvSpPr>
        <p:spPr>
          <a:xfrm flipV="1">
            <a:off x="13765764" y="15736641"/>
            <a:ext cx="1104151" cy="95185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riangle 25">
            <a:extLst>
              <a:ext uri="{FF2B5EF4-FFF2-40B4-BE49-F238E27FC236}">
                <a16:creationId xmlns:a16="http://schemas.microsoft.com/office/drawing/2014/main" id="{D1311E81-88EE-E689-F34B-7B01CB5447BC}"/>
              </a:ext>
            </a:extLst>
          </p:cNvPr>
          <p:cNvSpPr/>
          <p:nvPr/>
        </p:nvSpPr>
        <p:spPr>
          <a:xfrm flipV="1">
            <a:off x="12726962" y="15756562"/>
            <a:ext cx="1104151" cy="95185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riangle 24">
            <a:extLst>
              <a:ext uri="{FF2B5EF4-FFF2-40B4-BE49-F238E27FC236}">
                <a16:creationId xmlns:a16="http://schemas.microsoft.com/office/drawing/2014/main" id="{303BA7AC-CD2A-D495-626E-6998DCE136FD}"/>
              </a:ext>
            </a:extLst>
          </p:cNvPr>
          <p:cNvSpPr/>
          <p:nvPr/>
        </p:nvSpPr>
        <p:spPr>
          <a:xfrm>
            <a:off x="13762302" y="14818975"/>
            <a:ext cx="1104151" cy="951854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EF240F1A-7019-231D-BA0A-A07D5081A444}"/>
              </a:ext>
            </a:extLst>
          </p:cNvPr>
          <p:cNvSpPr/>
          <p:nvPr/>
        </p:nvSpPr>
        <p:spPr>
          <a:xfrm>
            <a:off x="15238210" y="14044596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B7413A65-A079-ED07-B6A9-E0D8A18C3125}"/>
              </a:ext>
            </a:extLst>
          </p:cNvPr>
          <p:cNvSpPr/>
          <p:nvPr/>
        </p:nvSpPr>
        <p:spPr>
          <a:xfrm>
            <a:off x="15755976" y="14899717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A040B208-7C1A-FE1C-5EFA-101CCD84590A}"/>
              </a:ext>
            </a:extLst>
          </p:cNvPr>
          <p:cNvSpPr/>
          <p:nvPr/>
        </p:nvSpPr>
        <p:spPr>
          <a:xfrm>
            <a:off x="14748112" y="14902327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1BD4D55C-F275-F02C-53D0-621E3C186B0A}"/>
              </a:ext>
            </a:extLst>
          </p:cNvPr>
          <p:cNvSpPr/>
          <p:nvPr/>
        </p:nvSpPr>
        <p:spPr>
          <a:xfrm>
            <a:off x="15228199" y="15755557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riangle 19">
            <a:extLst>
              <a:ext uri="{FF2B5EF4-FFF2-40B4-BE49-F238E27FC236}">
                <a16:creationId xmlns:a16="http://schemas.microsoft.com/office/drawing/2014/main" id="{31B9BC14-3F79-0982-C22C-AEA4B5BDB6B6}"/>
              </a:ext>
            </a:extLst>
          </p:cNvPr>
          <p:cNvSpPr/>
          <p:nvPr/>
        </p:nvSpPr>
        <p:spPr>
          <a:xfrm>
            <a:off x="14334147" y="15750277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5D32E1F7-7862-669A-11CC-6CB53D1405C5}"/>
              </a:ext>
            </a:extLst>
          </p:cNvPr>
          <p:cNvSpPr/>
          <p:nvPr/>
        </p:nvSpPr>
        <p:spPr>
          <a:xfrm>
            <a:off x="13304998" y="15770910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id="{423A9066-27BD-3785-0F52-020D998D012A}"/>
              </a:ext>
            </a:extLst>
          </p:cNvPr>
          <p:cNvSpPr/>
          <p:nvPr/>
        </p:nvSpPr>
        <p:spPr>
          <a:xfrm>
            <a:off x="12263914" y="15778291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F46B462A-94BF-2CF0-82FD-0341714D63B9}"/>
              </a:ext>
            </a:extLst>
          </p:cNvPr>
          <p:cNvCxnSpPr>
            <a:cxnSpLocks/>
          </p:cNvCxnSpPr>
          <p:nvPr/>
        </p:nvCxnSpPr>
        <p:spPr>
          <a:xfrm>
            <a:off x="14160483" y="11336008"/>
            <a:ext cx="3492517" cy="600498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D62743A7-222D-A538-8484-9157FF1663BF}"/>
              </a:ext>
            </a:extLst>
          </p:cNvPr>
          <p:cNvCxnSpPr>
            <a:cxnSpLocks/>
          </p:cNvCxnSpPr>
          <p:nvPr/>
        </p:nvCxnSpPr>
        <p:spPr>
          <a:xfrm>
            <a:off x="11489440" y="13575249"/>
            <a:ext cx="2531763" cy="435307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5007C839-D641-6F58-550D-043BBA4C8766}"/>
              </a:ext>
            </a:extLst>
          </p:cNvPr>
          <p:cNvCxnSpPr>
            <a:cxnSpLocks/>
          </p:cNvCxnSpPr>
          <p:nvPr/>
        </p:nvCxnSpPr>
        <p:spPr>
          <a:xfrm>
            <a:off x="13322517" y="11617426"/>
            <a:ext cx="3492517" cy="600498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1ED11082-1320-D4EF-AD8B-89BE005BA81E}"/>
              </a:ext>
            </a:extLst>
          </p:cNvPr>
          <p:cNvCxnSpPr>
            <a:cxnSpLocks/>
          </p:cNvCxnSpPr>
          <p:nvPr/>
        </p:nvCxnSpPr>
        <p:spPr>
          <a:xfrm flipV="1">
            <a:off x="7153258" y="8571936"/>
            <a:ext cx="4049705" cy="799769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151B04FF-A9DD-61D2-9FC1-A8D97FA1BE9A}"/>
              </a:ext>
            </a:extLst>
          </p:cNvPr>
          <p:cNvCxnSpPr>
            <a:cxnSpLocks/>
          </p:cNvCxnSpPr>
          <p:nvPr/>
        </p:nvCxnSpPr>
        <p:spPr>
          <a:xfrm flipH="1">
            <a:off x="2962541" y="8844137"/>
            <a:ext cx="8158812" cy="81254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E248E11D-8B07-DE33-050E-23EF025F745E}"/>
              </a:ext>
            </a:extLst>
          </p:cNvPr>
          <p:cNvCxnSpPr>
            <a:cxnSpLocks/>
          </p:cNvCxnSpPr>
          <p:nvPr/>
        </p:nvCxnSpPr>
        <p:spPr>
          <a:xfrm flipV="1">
            <a:off x="2840337" y="12423555"/>
            <a:ext cx="8641124" cy="4318529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89D465C7-8DD1-9E67-E089-D7FADBA38041}"/>
              </a:ext>
            </a:extLst>
          </p:cNvPr>
          <p:cNvCxnSpPr>
            <a:cxnSpLocks/>
          </p:cNvCxnSpPr>
          <p:nvPr/>
        </p:nvCxnSpPr>
        <p:spPr>
          <a:xfrm>
            <a:off x="2778607" y="16364035"/>
            <a:ext cx="837172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50E0F55-2C66-9329-24DF-14C0F16F6D20}"/>
              </a:ext>
            </a:extLst>
          </p:cNvPr>
          <p:cNvSpPr/>
          <p:nvPr/>
        </p:nvSpPr>
        <p:spPr>
          <a:xfrm>
            <a:off x="3165130" y="9491555"/>
            <a:ext cx="7313190" cy="72748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473ACA-54C9-DBC1-182F-61920FD4CEF8}"/>
              </a:ext>
            </a:extLst>
          </p:cNvPr>
          <p:cNvSpPr/>
          <p:nvPr/>
        </p:nvSpPr>
        <p:spPr>
          <a:xfrm>
            <a:off x="3514849" y="16208083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A664CF6-BB52-68FC-89D7-B7F95E846A49}"/>
              </a:ext>
            </a:extLst>
          </p:cNvPr>
          <p:cNvSpPr/>
          <p:nvPr/>
        </p:nvSpPr>
        <p:spPr>
          <a:xfrm>
            <a:off x="4448497" y="16203269"/>
            <a:ext cx="250257" cy="250257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C004E96-EBAE-1DB9-1AF7-ABDB32F7E35F}"/>
              </a:ext>
            </a:extLst>
          </p:cNvPr>
          <p:cNvSpPr/>
          <p:nvPr/>
        </p:nvSpPr>
        <p:spPr>
          <a:xfrm>
            <a:off x="5358085" y="16208083"/>
            <a:ext cx="250257" cy="250257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660E6A7-47C5-7A4F-D13F-26F39AA83201}"/>
              </a:ext>
            </a:extLst>
          </p:cNvPr>
          <p:cNvSpPr/>
          <p:nvPr/>
        </p:nvSpPr>
        <p:spPr>
          <a:xfrm>
            <a:off x="6291733" y="16203269"/>
            <a:ext cx="250257" cy="250257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40AF73E-0479-09D5-80DD-E37BF6F88DE2}"/>
              </a:ext>
            </a:extLst>
          </p:cNvPr>
          <p:cNvSpPr/>
          <p:nvPr/>
        </p:nvSpPr>
        <p:spPr>
          <a:xfrm>
            <a:off x="3514849" y="15286464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489FB29-7D54-36F6-D085-F83CADD3F868}"/>
              </a:ext>
            </a:extLst>
          </p:cNvPr>
          <p:cNvSpPr/>
          <p:nvPr/>
        </p:nvSpPr>
        <p:spPr>
          <a:xfrm>
            <a:off x="4448497" y="1528165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F224897-5A9F-4ABE-3826-C64AD87A9E9A}"/>
              </a:ext>
            </a:extLst>
          </p:cNvPr>
          <p:cNvSpPr/>
          <p:nvPr/>
        </p:nvSpPr>
        <p:spPr>
          <a:xfrm>
            <a:off x="5358085" y="15286464"/>
            <a:ext cx="250257" cy="250257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6B7E3D9-6AA3-453A-2E5B-DB68A81FEEFB}"/>
              </a:ext>
            </a:extLst>
          </p:cNvPr>
          <p:cNvSpPr/>
          <p:nvPr/>
        </p:nvSpPr>
        <p:spPr>
          <a:xfrm>
            <a:off x="6291733" y="1528165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3A42CDF-6AB5-2B92-8C72-E9831E9ECAE7}"/>
              </a:ext>
            </a:extLst>
          </p:cNvPr>
          <p:cNvSpPr/>
          <p:nvPr/>
        </p:nvSpPr>
        <p:spPr>
          <a:xfrm>
            <a:off x="3514849" y="14374474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F387A25-F772-435D-BD98-62A11056A178}"/>
              </a:ext>
            </a:extLst>
          </p:cNvPr>
          <p:cNvSpPr/>
          <p:nvPr/>
        </p:nvSpPr>
        <p:spPr>
          <a:xfrm>
            <a:off x="4448497" y="1436966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DD65CC0-B48D-49BA-53C1-FBDD810452D8}"/>
              </a:ext>
            </a:extLst>
          </p:cNvPr>
          <p:cNvSpPr/>
          <p:nvPr/>
        </p:nvSpPr>
        <p:spPr>
          <a:xfrm>
            <a:off x="5358085" y="14374474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D7A49951-DC5A-711A-B0B6-0FB9DD7DE030}"/>
              </a:ext>
            </a:extLst>
          </p:cNvPr>
          <p:cNvSpPr/>
          <p:nvPr/>
        </p:nvSpPr>
        <p:spPr>
          <a:xfrm>
            <a:off x="6291733" y="1436966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30F85B9-398C-719D-D14E-3EF244A633A6}"/>
              </a:ext>
            </a:extLst>
          </p:cNvPr>
          <p:cNvSpPr/>
          <p:nvPr/>
        </p:nvSpPr>
        <p:spPr>
          <a:xfrm>
            <a:off x="3514849" y="13467294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B0C50BB-B57A-DBD9-09A5-47AC92EA6167}"/>
              </a:ext>
            </a:extLst>
          </p:cNvPr>
          <p:cNvSpPr/>
          <p:nvPr/>
        </p:nvSpPr>
        <p:spPr>
          <a:xfrm>
            <a:off x="4448497" y="1346248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0312095-D883-63E8-B7F1-0F3249370F72}"/>
              </a:ext>
            </a:extLst>
          </p:cNvPr>
          <p:cNvSpPr/>
          <p:nvPr/>
        </p:nvSpPr>
        <p:spPr>
          <a:xfrm>
            <a:off x="5358085" y="13467294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41CEF4F-CB3C-B179-487F-8B5FBE384163}"/>
              </a:ext>
            </a:extLst>
          </p:cNvPr>
          <p:cNvSpPr/>
          <p:nvPr/>
        </p:nvSpPr>
        <p:spPr>
          <a:xfrm>
            <a:off x="6291733" y="1346248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280D295-375A-A300-9F6B-9F6AC02F27D0}"/>
              </a:ext>
            </a:extLst>
          </p:cNvPr>
          <p:cNvSpPr/>
          <p:nvPr/>
        </p:nvSpPr>
        <p:spPr>
          <a:xfrm>
            <a:off x="3188407" y="9513480"/>
            <a:ext cx="3652800" cy="3652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B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7936C86-05E0-8EAD-FE59-15ADF6DE3503}"/>
              </a:ext>
            </a:extLst>
          </p:cNvPr>
          <p:cNvSpPr/>
          <p:nvPr/>
        </p:nvSpPr>
        <p:spPr>
          <a:xfrm>
            <a:off x="7100222" y="16234343"/>
            <a:ext cx="250257" cy="250257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01D0A635-064F-28F6-D675-0253C3232251}"/>
              </a:ext>
            </a:extLst>
          </p:cNvPr>
          <p:cNvSpPr/>
          <p:nvPr/>
        </p:nvSpPr>
        <p:spPr>
          <a:xfrm>
            <a:off x="8033870" y="16229529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8D9983B3-EAB3-0E8E-3821-93E2C32855B6}"/>
              </a:ext>
            </a:extLst>
          </p:cNvPr>
          <p:cNvSpPr/>
          <p:nvPr/>
        </p:nvSpPr>
        <p:spPr>
          <a:xfrm>
            <a:off x="8943458" y="16234343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3FF26F8A-1132-573E-9CDF-D32EC525F677}"/>
              </a:ext>
            </a:extLst>
          </p:cNvPr>
          <p:cNvSpPr/>
          <p:nvPr/>
        </p:nvSpPr>
        <p:spPr>
          <a:xfrm>
            <a:off x="9877106" y="16229529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D3DC31B-CFC9-6B12-A650-65D8692EF374}"/>
              </a:ext>
            </a:extLst>
          </p:cNvPr>
          <p:cNvSpPr/>
          <p:nvPr/>
        </p:nvSpPr>
        <p:spPr>
          <a:xfrm>
            <a:off x="7100222" y="15312724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FEFD1546-0FC3-C81F-E6CD-1DF6EE313074}"/>
              </a:ext>
            </a:extLst>
          </p:cNvPr>
          <p:cNvSpPr/>
          <p:nvPr/>
        </p:nvSpPr>
        <p:spPr>
          <a:xfrm>
            <a:off x="8033870" y="1530791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C57B884A-BCDB-8BA1-B03F-FDB79B27C85F}"/>
              </a:ext>
            </a:extLst>
          </p:cNvPr>
          <p:cNvSpPr/>
          <p:nvPr/>
        </p:nvSpPr>
        <p:spPr>
          <a:xfrm>
            <a:off x="8943458" y="15312724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A8E3E12B-933D-007A-B31D-F410D8889037}"/>
              </a:ext>
            </a:extLst>
          </p:cNvPr>
          <p:cNvSpPr/>
          <p:nvPr/>
        </p:nvSpPr>
        <p:spPr>
          <a:xfrm>
            <a:off x="9877106" y="1530791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E8EA5AB2-D6FD-49D2-2A33-A75551E33E4C}"/>
              </a:ext>
            </a:extLst>
          </p:cNvPr>
          <p:cNvSpPr/>
          <p:nvPr/>
        </p:nvSpPr>
        <p:spPr>
          <a:xfrm>
            <a:off x="7100222" y="14400734"/>
            <a:ext cx="250257" cy="250257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92527B05-3901-C792-70B8-AD4E3CCF1242}"/>
              </a:ext>
            </a:extLst>
          </p:cNvPr>
          <p:cNvSpPr/>
          <p:nvPr/>
        </p:nvSpPr>
        <p:spPr>
          <a:xfrm>
            <a:off x="8033870" y="14395920"/>
            <a:ext cx="250257" cy="250257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8D731BF9-2065-4691-757E-EEE04BDDAE71}"/>
              </a:ext>
            </a:extLst>
          </p:cNvPr>
          <p:cNvSpPr/>
          <p:nvPr/>
        </p:nvSpPr>
        <p:spPr>
          <a:xfrm>
            <a:off x="8943458" y="14400734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AFC25C0-1530-6860-F3A8-E5F205377072}"/>
              </a:ext>
            </a:extLst>
          </p:cNvPr>
          <p:cNvSpPr/>
          <p:nvPr/>
        </p:nvSpPr>
        <p:spPr>
          <a:xfrm>
            <a:off x="9877106" y="1439592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66662C10-99CC-7EE6-568C-589E2C3D20FE}"/>
              </a:ext>
            </a:extLst>
          </p:cNvPr>
          <p:cNvSpPr/>
          <p:nvPr/>
        </p:nvSpPr>
        <p:spPr>
          <a:xfrm>
            <a:off x="7100222" y="13493554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C45F92C0-82E2-DF0E-C9C6-568BA36356CD}"/>
              </a:ext>
            </a:extLst>
          </p:cNvPr>
          <p:cNvSpPr/>
          <p:nvPr/>
        </p:nvSpPr>
        <p:spPr>
          <a:xfrm>
            <a:off x="8033870" y="1348874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16F796B2-2FA1-6330-45CF-D0E6CBCBAD4C}"/>
              </a:ext>
            </a:extLst>
          </p:cNvPr>
          <p:cNvSpPr/>
          <p:nvPr/>
        </p:nvSpPr>
        <p:spPr>
          <a:xfrm>
            <a:off x="8943458" y="13493554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978EC8C9-1630-C64B-DA5E-8E7331C9BF71}"/>
              </a:ext>
            </a:extLst>
          </p:cNvPr>
          <p:cNvSpPr/>
          <p:nvPr/>
        </p:nvSpPr>
        <p:spPr>
          <a:xfrm>
            <a:off x="9877106" y="1348874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6470BFE-BD00-03D0-2F22-CD0F0EE63216}"/>
              </a:ext>
            </a:extLst>
          </p:cNvPr>
          <p:cNvGrpSpPr/>
          <p:nvPr/>
        </p:nvGrpSpPr>
        <p:grpSpPr>
          <a:xfrm>
            <a:off x="7136388" y="9796237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40CE5433-9E53-8336-5A1B-3D171A72E148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CE55E202-A119-47C6-8D29-A8A70EF32732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3F815458-BA21-D2EF-C554-CB59C9909CDE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F550C56-8149-3AD8-1065-ECB632C432B9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0DD73FE5-CA13-0FCB-5F52-83B7A7FE415F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D8F7828F-083F-840C-07FD-4F30621FA685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67AF3EF4-6143-28FA-BCD3-C5D72505A31B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BA6E68B2-EE0E-0516-2F5D-A643DA09F082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D8ABB743-4F92-3BE7-9DFE-6C8C013BFC92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5CE44BD7-9310-51AE-64F1-55F5B45FB768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F2E4DC4-5C01-6D20-DCEB-37319732D1AD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6CDF5C0A-D11A-62F1-4735-51C8027B496D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7216CDC6-3579-F90B-6005-76652F4E621C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21BE1C2A-9024-EB53-8975-5442A3F12117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DF51A21F-32A8-E7F2-06C8-8538ED5B284A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B6AE1766-E3F9-0FD9-5D2D-466683A1D3D7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FDAB1A98-2CC9-F96A-BB9F-16095AB74BCD}"/>
              </a:ext>
            </a:extLst>
          </p:cNvPr>
          <p:cNvGrpSpPr/>
          <p:nvPr/>
        </p:nvGrpSpPr>
        <p:grpSpPr>
          <a:xfrm>
            <a:off x="3493667" y="9820540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1D04B488-F0AB-6D37-7281-844C1EAA811A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5E19DCF3-C71F-28ED-7272-7CCE79F39754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481391D3-B656-E75E-385C-24F8FCA42CCC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3FC87592-3635-9ADE-DD99-1C41A98BD592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B008635C-A442-B6BF-F733-78B25D18F22A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67DFD3F3-4D66-71A3-07DC-1749EAD4E3D7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DD5ECE6D-C292-90CA-D244-A74EED31930E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E3A96B27-D407-F44D-58A8-781DD941F149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27C6C7E6-5A84-78B7-1A41-DF3BF3F8752A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ADE7A73A-9779-D95F-E758-4B2922E86FB8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F923DB0B-E7F6-D16E-4101-D2520DA43058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03CEEA4C-5292-7E1E-C5B3-A0B4000400C1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18D157A5-70D4-F13D-A3D0-C76782D0932D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D9830B8F-8337-6285-851E-3473B7DD8DA1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C74A6004-8690-4857-BD3A-1348B83C339F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CDA92270-B180-F7F8-25B6-647758DC37E5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AED9A412-76E1-5A13-D1B2-9BB1B267BE2B}"/>
                  </a:ext>
                </a:extLst>
              </p:cNvPr>
              <p:cNvSpPr txBox="1"/>
              <p:nvPr/>
            </p:nvSpPr>
            <p:spPr>
              <a:xfrm rot="5400000">
                <a:off x="3431650" y="12889911"/>
                <a:ext cx="474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AED9A412-76E1-5A13-D1B2-9BB1B267B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3431650" y="12889911"/>
                <a:ext cx="474810" cy="400110"/>
              </a:xfrm>
              <a:prstGeom prst="rect">
                <a:avLst/>
              </a:prstGeom>
              <a:blipFill>
                <a:blip r:embed="rId3"/>
                <a:stretch>
                  <a:fillRect l="-28125" r="-9375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118CB802-D4FD-80BD-F810-2B5BC532510D}"/>
                  </a:ext>
                </a:extLst>
              </p:cNvPr>
              <p:cNvSpPr txBox="1"/>
              <p:nvPr/>
            </p:nvSpPr>
            <p:spPr>
              <a:xfrm rot="5400000">
                <a:off x="6174800" y="12893887"/>
                <a:ext cx="474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118CB802-D4FD-80BD-F810-2B5BC5325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174800" y="12893887"/>
                <a:ext cx="474810" cy="400110"/>
              </a:xfrm>
              <a:prstGeom prst="rect">
                <a:avLst/>
              </a:prstGeom>
              <a:blipFill>
                <a:blip r:embed="rId4"/>
                <a:stretch>
                  <a:fillRect l="-28125" r="-9375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15C347E1-BBE2-B83B-9BA1-E923B563EC60}"/>
                  </a:ext>
                </a:extLst>
              </p:cNvPr>
              <p:cNvSpPr txBox="1"/>
              <p:nvPr/>
            </p:nvSpPr>
            <p:spPr>
              <a:xfrm rot="5400000">
                <a:off x="7025004" y="12858963"/>
                <a:ext cx="474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15C347E1-BBE2-B83B-9BA1-E923B563E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025004" y="12858963"/>
                <a:ext cx="474810" cy="400110"/>
              </a:xfrm>
              <a:prstGeom prst="rect">
                <a:avLst/>
              </a:prstGeom>
              <a:blipFill>
                <a:blip r:embed="rId4"/>
                <a:stretch>
                  <a:fillRect l="-28125" r="-9375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3B4B9BBE-E6CC-3076-0DCE-6C60C12CBD7C}"/>
                  </a:ext>
                </a:extLst>
              </p:cNvPr>
              <p:cNvSpPr txBox="1"/>
              <p:nvPr/>
            </p:nvSpPr>
            <p:spPr>
              <a:xfrm rot="5400000">
                <a:off x="9768154" y="12862939"/>
                <a:ext cx="474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3B4B9BBE-E6CC-3076-0DCE-6C60C12CB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9768154" y="12862939"/>
                <a:ext cx="474810" cy="400110"/>
              </a:xfrm>
              <a:prstGeom prst="rect">
                <a:avLst/>
              </a:prstGeom>
              <a:blipFill>
                <a:blip r:embed="rId5"/>
                <a:stretch>
                  <a:fillRect l="-28125" r="-9375" b="-20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C58378D7-3CD4-ECAB-2EA5-6E69F34160E7}"/>
                  </a:ext>
                </a:extLst>
              </p:cNvPr>
              <p:cNvSpPr txBox="1"/>
              <p:nvPr/>
            </p:nvSpPr>
            <p:spPr>
              <a:xfrm>
                <a:off x="6587544" y="16119376"/>
                <a:ext cx="474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C58378D7-3CD4-ECAB-2EA5-6E69F3416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544" y="16119376"/>
                <a:ext cx="474810" cy="400110"/>
              </a:xfrm>
              <a:prstGeom prst="rect">
                <a:avLst/>
              </a:prstGeom>
              <a:blipFill>
                <a:blip r:embed="rId6"/>
                <a:stretch>
                  <a:fillRect t="-9375" r="-1794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57946394-254F-ACE3-02F1-57221DB4634F}"/>
                  </a:ext>
                </a:extLst>
              </p:cNvPr>
              <p:cNvSpPr txBox="1"/>
              <p:nvPr/>
            </p:nvSpPr>
            <p:spPr>
              <a:xfrm>
                <a:off x="6576948" y="15204376"/>
                <a:ext cx="474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57946394-254F-ACE3-02F1-57221DB46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948" y="15204376"/>
                <a:ext cx="474810" cy="400110"/>
              </a:xfrm>
              <a:prstGeom prst="rect">
                <a:avLst/>
              </a:prstGeom>
              <a:blipFill>
                <a:blip r:embed="rId7"/>
                <a:stretch>
                  <a:fillRect t="-9375" r="-2051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B36D939B-7B07-8F9E-3722-69A4348DE352}"/>
                  </a:ext>
                </a:extLst>
              </p:cNvPr>
              <p:cNvSpPr txBox="1"/>
              <p:nvPr/>
            </p:nvSpPr>
            <p:spPr>
              <a:xfrm>
                <a:off x="6555279" y="14334403"/>
                <a:ext cx="474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B36D939B-7B07-8F9E-3722-69A4348DE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279" y="14334403"/>
                <a:ext cx="474810" cy="400110"/>
              </a:xfrm>
              <a:prstGeom prst="rect">
                <a:avLst/>
              </a:prstGeom>
              <a:blipFill>
                <a:blip r:embed="rId8"/>
                <a:stretch>
                  <a:fillRect t="-6061" r="-21053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F03D869F-932D-7D6B-7D0B-CA445946403F}"/>
                  </a:ext>
                </a:extLst>
              </p:cNvPr>
              <p:cNvSpPr txBox="1"/>
              <p:nvPr/>
            </p:nvSpPr>
            <p:spPr>
              <a:xfrm>
                <a:off x="6523112" y="13375194"/>
                <a:ext cx="474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F03D869F-932D-7D6B-7D0B-CA4459464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3112" y="13375194"/>
                <a:ext cx="474810" cy="400110"/>
              </a:xfrm>
              <a:prstGeom prst="rect">
                <a:avLst/>
              </a:prstGeom>
              <a:blipFill>
                <a:blip r:embed="rId6"/>
                <a:stretch>
                  <a:fillRect t="-9375" r="-1794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28DDE64C-B7BD-AD3C-D9B1-998F960E5974}"/>
                  </a:ext>
                </a:extLst>
              </p:cNvPr>
              <p:cNvSpPr txBox="1"/>
              <p:nvPr/>
            </p:nvSpPr>
            <p:spPr>
              <a:xfrm>
                <a:off x="6660434" y="12482773"/>
                <a:ext cx="474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28DDE64C-B7BD-AD3C-D9B1-998F960E5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434" y="12482773"/>
                <a:ext cx="474810" cy="400110"/>
              </a:xfrm>
              <a:prstGeom prst="rect">
                <a:avLst/>
              </a:prstGeom>
              <a:blipFill>
                <a:blip r:embed="rId8"/>
                <a:stretch>
                  <a:fillRect t="-9375" r="-2105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4339F217-5A17-0FDF-B540-CBC4A2CCCA69}"/>
                  </a:ext>
                </a:extLst>
              </p:cNvPr>
              <p:cNvSpPr txBox="1"/>
              <p:nvPr/>
            </p:nvSpPr>
            <p:spPr>
              <a:xfrm>
                <a:off x="6649838" y="11567773"/>
                <a:ext cx="474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4339F217-5A17-0FDF-B540-CBC4A2CCC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838" y="11567773"/>
                <a:ext cx="474810" cy="400110"/>
              </a:xfrm>
              <a:prstGeom prst="rect">
                <a:avLst/>
              </a:prstGeom>
              <a:blipFill>
                <a:blip r:embed="rId9"/>
                <a:stretch>
                  <a:fillRect t="-9375" r="-1794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F4BD3EC5-5E6D-0BB0-6339-404B78673B76}"/>
                  </a:ext>
                </a:extLst>
              </p:cNvPr>
              <p:cNvSpPr txBox="1"/>
              <p:nvPr/>
            </p:nvSpPr>
            <p:spPr>
              <a:xfrm>
                <a:off x="6628169" y="10697800"/>
                <a:ext cx="474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F4BD3EC5-5E6D-0BB0-6339-404B78673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169" y="10697800"/>
                <a:ext cx="474810" cy="400110"/>
              </a:xfrm>
              <a:prstGeom prst="rect">
                <a:avLst/>
              </a:prstGeom>
              <a:blipFill>
                <a:blip r:embed="rId10"/>
                <a:stretch>
                  <a:fillRect t="-9091" r="-17949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9D70234A-E3CB-146A-F7DF-6DA0ED55EF77}"/>
                  </a:ext>
                </a:extLst>
              </p:cNvPr>
              <p:cNvSpPr txBox="1"/>
              <p:nvPr/>
            </p:nvSpPr>
            <p:spPr>
              <a:xfrm>
                <a:off x="6596002" y="9738591"/>
                <a:ext cx="474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9D70234A-E3CB-146A-F7DF-6DA0ED55E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6002" y="9738591"/>
                <a:ext cx="474810" cy="400110"/>
              </a:xfrm>
              <a:prstGeom prst="rect">
                <a:avLst/>
              </a:prstGeom>
              <a:blipFill>
                <a:blip r:embed="rId8"/>
                <a:stretch>
                  <a:fillRect t="-9375" r="-2105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038F8244-40EF-6471-AB67-72A8D15FDF51}"/>
                  </a:ext>
                </a:extLst>
              </p:cNvPr>
              <p:cNvSpPr txBox="1"/>
              <p:nvPr/>
            </p:nvSpPr>
            <p:spPr>
              <a:xfrm rot="5400000">
                <a:off x="8895648" y="12889911"/>
                <a:ext cx="474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038F8244-40EF-6471-AB67-72A8D15FD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8895648" y="12889911"/>
                <a:ext cx="474810" cy="400110"/>
              </a:xfrm>
              <a:prstGeom prst="rect">
                <a:avLst/>
              </a:prstGeom>
              <a:blipFill>
                <a:blip r:embed="rId11"/>
                <a:stretch>
                  <a:fillRect l="-25000" r="-9375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02882ED0-B383-44C6-CD8F-3572E9798B22}"/>
                  </a:ext>
                </a:extLst>
              </p:cNvPr>
              <p:cNvSpPr txBox="1"/>
              <p:nvPr/>
            </p:nvSpPr>
            <p:spPr>
              <a:xfrm rot="5400000">
                <a:off x="7960326" y="12858963"/>
                <a:ext cx="474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02882ED0-B383-44C6-CD8F-3572E9798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960326" y="12858963"/>
                <a:ext cx="474810" cy="400110"/>
              </a:xfrm>
              <a:prstGeom prst="rect">
                <a:avLst/>
              </a:prstGeom>
              <a:blipFill>
                <a:blip r:embed="rId12"/>
                <a:stretch>
                  <a:fillRect l="-24242" r="-6061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BCB01FE0-E893-AADA-DD6E-3291AA9B854B}"/>
                  </a:ext>
                </a:extLst>
              </p:cNvPr>
              <p:cNvSpPr txBox="1"/>
              <p:nvPr/>
            </p:nvSpPr>
            <p:spPr>
              <a:xfrm rot="5400000">
                <a:off x="4342495" y="12889911"/>
                <a:ext cx="474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BCB01FE0-E893-AADA-DD6E-3291AA9B8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4342495" y="12889911"/>
                <a:ext cx="474810" cy="400110"/>
              </a:xfrm>
              <a:prstGeom prst="rect">
                <a:avLst/>
              </a:prstGeom>
              <a:blipFill>
                <a:blip r:embed="rId3"/>
                <a:stretch>
                  <a:fillRect l="-24242" r="-9091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D849E8BF-06D4-8FA5-AC51-8C2076BC7DC6}"/>
                  </a:ext>
                </a:extLst>
              </p:cNvPr>
              <p:cNvSpPr txBox="1"/>
              <p:nvPr/>
            </p:nvSpPr>
            <p:spPr>
              <a:xfrm rot="5400000">
                <a:off x="5263955" y="12920233"/>
                <a:ext cx="474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D849E8BF-06D4-8FA5-AC51-8C2076BC7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263955" y="12920233"/>
                <a:ext cx="474810" cy="400110"/>
              </a:xfrm>
              <a:prstGeom prst="rect">
                <a:avLst/>
              </a:prstGeom>
              <a:blipFill>
                <a:blip r:embed="rId13"/>
                <a:stretch>
                  <a:fillRect l="-28125" r="-9375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755EA264-15B0-2667-1B45-4E36898B5CA6}"/>
              </a:ext>
            </a:extLst>
          </p:cNvPr>
          <p:cNvCxnSpPr>
            <a:cxnSpLocks/>
          </p:cNvCxnSpPr>
          <p:nvPr/>
        </p:nvCxnSpPr>
        <p:spPr>
          <a:xfrm rot="5400000">
            <a:off x="6767878" y="13155128"/>
            <a:ext cx="837172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5EC02DB7-7EED-A488-18B1-14438F4199ED}"/>
              </a:ext>
            </a:extLst>
          </p:cNvPr>
          <p:cNvCxnSpPr>
            <a:cxnSpLocks/>
          </p:cNvCxnSpPr>
          <p:nvPr/>
        </p:nvCxnSpPr>
        <p:spPr>
          <a:xfrm>
            <a:off x="6838705" y="12306036"/>
            <a:ext cx="4563241" cy="44856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Triangle 294">
            <a:extLst>
              <a:ext uri="{FF2B5EF4-FFF2-40B4-BE49-F238E27FC236}">
                <a16:creationId xmlns:a16="http://schemas.microsoft.com/office/drawing/2014/main" id="{9C36CE3B-1208-935E-B23E-BA218A446118}"/>
              </a:ext>
            </a:extLst>
          </p:cNvPr>
          <p:cNvSpPr/>
          <p:nvPr/>
        </p:nvSpPr>
        <p:spPr>
          <a:xfrm>
            <a:off x="12287963" y="9794379"/>
            <a:ext cx="7914368" cy="6822731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0AF1DA13-2488-899A-DAFF-529D86925141}"/>
              </a:ext>
            </a:extLst>
          </p:cNvPr>
          <p:cNvSpPr/>
          <p:nvPr/>
        </p:nvSpPr>
        <p:spPr>
          <a:xfrm>
            <a:off x="12162834" y="16484600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DC078404-C1AB-241E-B0B0-C25245B3F6F2}"/>
              </a:ext>
            </a:extLst>
          </p:cNvPr>
          <p:cNvSpPr/>
          <p:nvPr/>
        </p:nvSpPr>
        <p:spPr>
          <a:xfrm>
            <a:off x="20061705" y="16437988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6F9B2122-E0F5-92DB-D3B4-A46B075F4BBB}"/>
              </a:ext>
            </a:extLst>
          </p:cNvPr>
          <p:cNvCxnSpPr>
            <a:cxnSpLocks/>
          </p:cNvCxnSpPr>
          <p:nvPr/>
        </p:nvCxnSpPr>
        <p:spPr>
          <a:xfrm rot="5400000">
            <a:off x="12059285" y="13526490"/>
            <a:ext cx="837172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Oval 299">
            <a:extLst>
              <a:ext uri="{FF2B5EF4-FFF2-40B4-BE49-F238E27FC236}">
                <a16:creationId xmlns:a16="http://schemas.microsoft.com/office/drawing/2014/main" id="{7D196233-618C-87FF-FEF9-FCECAE45FC50}"/>
              </a:ext>
            </a:extLst>
          </p:cNvPr>
          <p:cNvSpPr/>
          <p:nvPr/>
        </p:nvSpPr>
        <p:spPr>
          <a:xfrm>
            <a:off x="16135515" y="9723244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6C879F53-0974-B701-CC49-196A6D81B141}"/>
              </a:ext>
            </a:extLst>
          </p:cNvPr>
          <p:cNvCxnSpPr>
            <a:cxnSpLocks/>
          </p:cNvCxnSpPr>
          <p:nvPr/>
        </p:nvCxnSpPr>
        <p:spPr>
          <a:xfrm rot="1800000">
            <a:off x="12569696" y="14641926"/>
            <a:ext cx="837172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D4D06C6D-7817-8A8C-8419-392455C81C34}"/>
              </a:ext>
            </a:extLst>
          </p:cNvPr>
          <p:cNvCxnSpPr>
            <a:cxnSpLocks/>
          </p:cNvCxnSpPr>
          <p:nvPr/>
        </p:nvCxnSpPr>
        <p:spPr>
          <a:xfrm rot="19800000" flipH="1">
            <a:off x="11250477" y="14814237"/>
            <a:ext cx="837172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Oval 306">
            <a:extLst>
              <a:ext uri="{FF2B5EF4-FFF2-40B4-BE49-F238E27FC236}">
                <a16:creationId xmlns:a16="http://schemas.microsoft.com/office/drawing/2014/main" id="{85E8F5F1-55F2-2E2D-C4F3-FFB0B0495B53}"/>
              </a:ext>
            </a:extLst>
          </p:cNvPr>
          <p:cNvSpPr/>
          <p:nvPr/>
        </p:nvSpPr>
        <p:spPr>
          <a:xfrm>
            <a:off x="14128960" y="13073148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Oval 309">
            <a:extLst>
              <a:ext uri="{FF2B5EF4-FFF2-40B4-BE49-F238E27FC236}">
                <a16:creationId xmlns:a16="http://schemas.microsoft.com/office/drawing/2014/main" id="{750FC823-71BE-FB3C-6ACE-25D1A8FD2CC8}"/>
              </a:ext>
            </a:extLst>
          </p:cNvPr>
          <p:cNvSpPr/>
          <p:nvPr/>
        </p:nvSpPr>
        <p:spPr>
          <a:xfrm>
            <a:off x="10850647" y="16252661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5F9000FC-FC7A-38F0-D1CE-E58DFE746E06}"/>
              </a:ext>
            </a:extLst>
          </p:cNvPr>
          <p:cNvSpPr/>
          <p:nvPr/>
        </p:nvSpPr>
        <p:spPr>
          <a:xfrm>
            <a:off x="10828611" y="8844137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CA26F290-02F9-941B-F331-620FC9E83FC3}"/>
              </a:ext>
            </a:extLst>
          </p:cNvPr>
          <p:cNvSpPr/>
          <p:nvPr/>
        </p:nvSpPr>
        <p:spPr>
          <a:xfrm>
            <a:off x="16135516" y="16509123"/>
            <a:ext cx="250257" cy="250257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Oval 307">
            <a:extLst>
              <a:ext uri="{FF2B5EF4-FFF2-40B4-BE49-F238E27FC236}">
                <a16:creationId xmlns:a16="http://schemas.microsoft.com/office/drawing/2014/main" id="{546D66D4-C4AB-920C-0624-933B604612F5}"/>
              </a:ext>
            </a:extLst>
          </p:cNvPr>
          <p:cNvSpPr/>
          <p:nvPr/>
        </p:nvSpPr>
        <p:spPr>
          <a:xfrm>
            <a:off x="14188395" y="16491981"/>
            <a:ext cx="250257" cy="250257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FD140DB6-1BDC-8641-63E5-1E201FFDFA61}"/>
              </a:ext>
            </a:extLst>
          </p:cNvPr>
          <p:cNvSpPr/>
          <p:nvPr/>
        </p:nvSpPr>
        <p:spPr>
          <a:xfrm>
            <a:off x="18164544" y="16504243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64C44534-C2F8-274A-DB0A-685B331B8169}"/>
              </a:ext>
            </a:extLst>
          </p:cNvPr>
          <p:cNvSpPr/>
          <p:nvPr/>
        </p:nvSpPr>
        <p:spPr>
          <a:xfrm>
            <a:off x="13103724" y="16490656"/>
            <a:ext cx="250257" cy="250257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ADC7C068-8CD7-5014-1D02-1D9CCBB85C28}"/>
              </a:ext>
            </a:extLst>
          </p:cNvPr>
          <p:cNvSpPr/>
          <p:nvPr/>
        </p:nvSpPr>
        <p:spPr>
          <a:xfrm>
            <a:off x="17079873" y="16502918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0F84F301-38B0-FECA-83B6-34E8A6001B6B}"/>
              </a:ext>
            </a:extLst>
          </p:cNvPr>
          <p:cNvSpPr/>
          <p:nvPr/>
        </p:nvSpPr>
        <p:spPr>
          <a:xfrm>
            <a:off x="15144256" y="16488750"/>
            <a:ext cx="250257" cy="250257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69B82CF2-2B7B-15AE-D0DD-0631A08463A1}"/>
              </a:ext>
            </a:extLst>
          </p:cNvPr>
          <p:cNvSpPr/>
          <p:nvPr/>
        </p:nvSpPr>
        <p:spPr>
          <a:xfrm>
            <a:off x="19120405" y="16501012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Oval 329">
            <a:extLst>
              <a:ext uri="{FF2B5EF4-FFF2-40B4-BE49-F238E27FC236}">
                <a16:creationId xmlns:a16="http://schemas.microsoft.com/office/drawing/2014/main" id="{AD4D65A5-5052-FDB9-C20E-32EB8CB72051}"/>
              </a:ext>
            </a:extLst>
          </p:cNvPr>
          <p:cNvSpPr/>
          <p:nvPr/>
        </p:nvSpPr>
        <p:spPr>
          <a:xfrm rot="18000000" flipH="1">
            <a:off x="15101846" y="11412413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val 330">
            <a:extLst>
              <a:ext uri="{FF2B5EF4-FFF2-40B4-BE49-F238E27FC236}">
                <a16:creationId xmlns:a16="http://schemas.microsoft.com/office/drawing/2014/main" id="{15D35BEE-0C1D-757B-E790-557628F8352A}"/>
              </a:ext>
            </a:extLst>
          </p:cNvPr>
          <p:cNvSpPr/>
          <p:nvPr/>
        </p:nvSpPr>
        <p:spPr>
          <a:xfrm rot="18000000" flipH="1">
            <a:off x="13163994" y="14768133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val 331">
            <a:extLst>
              <a:ext uri="{FF2B5EF4-FFF2-40B4-BE49-F238E27FC236}">
                <a16:creationId xmlns:a16="http://schemas.microsoft.com/office/drawing/2014/main" id="{D431FD2C-04FB-EE6B-6258-C384F046FA4E}"/>
              </a:ext>
            </a:extLst>
          </p:cNvPr>
          <p:cNvSpPr/>
          <p:nvPr/>
        </p:nvSpPr>
        <p:spPr>
          <a:xfrm rot="18000000" flipH="1">
            <a:off x="15601023" y="10572674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val 332">
            <a:extLst>
              <a:ext uri="{FF2B5EF4-FFF2-40B4-BE49-F238E27FC236}">
                <a16:creationId xmlns:a16="http://schemas.microsoft.com/office/drawing/2014/main" id="{F7D727B1-A519-A94A-D313-E88951349313}"/>
              </a:ext>
            </a:extLst>
          </p:cNvPr>
          <p:cNvSpPr/>
          <p:nvPr/>
        </p:nvSpPr>
        <p:spPr>
          <a:xfrm rot="18000000" flipH="1">
            <a:off x="13665579" y="13921975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Oval 333">
            <a:extLst>
              <a:ext uri="{FF2B5EF4-FFF2-40B4-BE49-F238E27FC236}">
                <a16:creationId xmlns:a16="http://schemas.microsoft.com/office/drawing/2014/main" id="{7B48FEC4-526C-C3D7-908A-66CF8E3A042B}"/>
              </a:ext>
            </a:extLst>
          </p:cNvPr>
          <p:cNvSpPr/>
          <p:nvPr/>
        </p:nvSpPr>
        <p:spPr>
          <a:xfrm rot="18000000" flipH="1">
            <a:off x="14621117" y="12238598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Oval 334">
            <a:extLst>
              <a:ext uri="{FF2B5EF4-FFF2-40B4-BE49-F238E27FC236}">
                <a16:creationId xmlns:a16="http://schemas.microsoft.com/office/drawing/2014/main" id="{A54F57D6-9EFD-5F94-A14E-EE01FC2712CF}"/>
              </a:ext>
            </a:extLst>
          </p:cNvPr>
          <p:cNvSpPr/>
          <p:nvPr/>
        </p:nvSpPr>
        <p:spPr>
          <a:xfrm rot="18000000" flipH="1">
            <a:off x="12633483" y="15619414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Oval 344">
            <a:extLst>
              <a:ext uri="{FF2B5EF4-FFF2-40B4-BE49-F238E27FC236}">
                <a16:creationId xmlns:a16="http://schemas.microsoft.com/office/drawing/2014/main" id="{301789FD-E9B2-FED0-9AF0-F45A62CDBEC6}"/>
              </a:ext>
            </a:extLst>
          </p:cNvPr>
          <p:cNvSpPr/>
          <p:nvPr/>
        </p:nvSpPr>
        <p:spPr>
          <a:xfrm>
            <a:off x="16632758" y="15648642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04AFCA57-4F5F-02CB-B943-E59EF7EC663E}"/>
              </a:ext>
            </a:extLst>
          </p:cNvPr>
          <p:cNvSpPr/>
          <p:nvPr/>
        </p:nvSpPr>
        <p:spPr>
          <a:xfrm>
            <a:off x="14685637" y="1563150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Oval 347">
            <a:extLst>
              <a:ext uri="{FF2B5EF4-FFF2-40B4-BE49-F238E27FC236}">
                <a16:creationId xmlns:a16="http://schemas.microsoft.com/office/drawing/2014/main" id="{53A5BF44-B080-1F45-BB0D-E8D8B165CEB2}"/>
              </a:ext>
            </a:extLst>
          </p:cNvPr>
          <p:cNvSpPr/>
          <p:nvPr/>
        </p:nvSpPr>
        <p:spPr>
          <a:xfrm>
            <a:off x="18661786" y="15643762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D76EC47C-7B8E-6312-90A7-B7EA6CB178D6}"/>
              </a:ext>
            </a:extLst>
          </p:cNvPr>
          <p:cNvSpPr/>
          <p:nvPr/>
        </p:nvSpPr>
        <p:spPr>
          <a:xfrm>
            <a:off x="13623268" y="15674779"/>
            <a:ext cx="250257" cy="250257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Oval 349">
            <a:extLst>
              <a:ext uri="{FF2B5EF4-FFF2-40B4-BE49-F238E27FC236}">
                <a16:creationId xmlns:a16="http://schemas.microsoft.com/office/drawing/2014/main" id="{A68A3B88-F760-4DBA-D5D6-E090C62B6064}"/>
              </a:ext>
            </a:extLst>
          </p:cNvPr>
          <p:cNvSpPr/>
          <p:nvPr/>
        </p:nvSpPr>
        <p:spPr>
          <a:xfrm>
            <a:off x="17577115" y="15642437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Oval 350">
            <a:extLst>
              <a:ext uri="{FF2B5EF4-FFF2-40B4-BE49-F238E27FC236}">
                <a16:creationId xmlns:a16="http://schemas.microsoft.com/office/drawing/2014/main" id="{9A4C422E-DC03-B343-48DC-452ECAB5A8E3}"/>
              </a:ext>
            </a:extLst>
          </p:cNvPr>
          <p:cNvSpPr/>
          <p:nvPr/>
        </p:nvSpPr>
        <p:spPr>
          <a:xfrm>
            <a:off x="15641498" y="15628269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Oval 351">
            <a:extLst>
              <a:ext uri="{FF2B5EF4-FFF2-40B4-BE49-F238E27FC236}">
                <a16:creationId xmlns:a16="http://schemas.microsoft.com/office/drawing/2014/main" id="{47CCD92F-1FE2-72CD-231B-7C7C19A87E87}"/>
              </a:ext>
            </a:extLst>
          </p:cNvPr>
          <p:cNvSpPr/>
          <p:nvPr/>
        </p:nvSpPr>
        <p:spPr>
          <a:xfrm>
            <a:off x="19617647" y="15640531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Oval 353">
            <a:extLst>
              <a:ext uri="{FF2B5EF4-FFF2-40B4-BE49-F238E27FC236}">
                <a16:creationId xmlns:a16="http://schemas.microsoft.com/office/drawing/2014/main" id="{623F5AC6-312A-858F-275D-4B028D25848B}"/>
              </a:ext>
            </a:extLst>
          </p:cNvPr>
          <p:cNvSpPr/>
          <p:nvPr/>
        </p:nvSpPr>
        <p:spPr>
          <a:xfrm>
            <a:off x="17160752" y="14833777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5472521A-62A0-B91C-35C1-55DE71453CA8}"/>
              </a:ext>
            </a:extLst>
          </p:cNvPr>
          <p:cNvSpPr/>
          <p:nvPr/>
        </p:nvSpPr>
        <p:spPr>
          <a:xfrm>
            <a:off x="15169027" y="14772031"/>
            <a:ext cx="250257" cy="250257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3DA06BB7-DFDD-FDD9-02CB-AE9EC5B5B209}"/>
              </a:ext>
            </a:extLst>
          </p:cNvPr>
          <p:cNvSpPr/>
          <p:nvPr/>
        </p:nvSpPr>
        <p:spPr>
          <a:xfrm>
            <a:off x="19189780" y="14828897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03DF1329-975A-9FEC-5E38-33E0DA175DA0}"/>
              </a:ext>
            </a:extLst>
          </p:cNvPr>
          <p:cNvSpPr/>
          <p:nvPr/>
        </p:nvSpPr>
        <p:spPr>
          <a:xfrm>
            <a:off x="14154360" y="1468831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6F4ECDD4-D7A9-41FD-4C5F-64EC1F655A53}"/>
              </a:ext>
            </a:extLst>
          </p:cNvPr>
          <p:cNvSpPr/>
          <p:nvPr/>
        </p:nvSpPr>
        <p:spPr>
          <a:xfrm>
            <a:off x="18105109" y="14827572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0" name="Oval 359">
            <a:extLst>
              <a:ext uri="{FF2B5EF4-FFF2-40B4-BE49-F238E27FC236}">
                <a16:creationId xmlns:a16="http://schemas.microsoft.com/office/drawing/2014/main" id="{0DD60FFA-8892-AEF8-532E-FFF583AE35CA}"/>
              </a:ext>
            </a:extLst>
          </p:cNvPr>
          <p:cNvSpPr/>
          <p:nvPr/>
        </p:nvSpPr>
        <p:spPr>
          <a:xfrm>
            <a:off x="16124888" y="14813404"/>
            <a:ext cx="250257" cy="250257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D8E0BE72-1517-3868-7110-27702F25265B}"/>
              </a:ext>
            </a:extLst>
          </p:cNvPr>
          <p:cNvSpPr/>
          <p:nvPr/>
        </p:nvSpPr>
        <p:spPr>
          <a:xfrm>
            <a:off x="16653689" y="10550036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8390D622-6659-D178-29EF-FA83402B918E}"/>
              </a:ext>
            </a:extLst>
          </p:cNvPr>
          <p:cNvSpPr/>
          <p:nvPr/>
        </p:nvSpPr>
        <p:spPr>
          <a:xfrm>
            <a:off x="17607349" y="1400692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C6701BC2-D9B9-9D78-4EEB-314BE4FB7E45}"/>
              </a:ext>
            </a:extLst>
          </p:cNvPr>
          <p:cNvSpPr/>
          <p:nvPr/>
        </p:nvSpPr>
        <p:spPr>
          <a:xfrm>
            <a:off x="15660228" y="13989778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7" name="Oval 366">
            <a:extLst>
              <a:ext uri="{FF2B5EF4-FFF2-40B4-BE49-F238E27FC236}">
                <a16:creationId xmlns:a16="http://schemas.microsoft.com/office/drawing/2014/main" id="{544DD7D1-E390-84EC-C5A2-7E77ECE3A9C9}"/>
              </a:ext>
            </a:extLst>
          </p:cNvPr>
          <p:cNvSpPr/>
          <p:nvPr/>
        </p:nvSpPr>
        <p:spPr>
          <a:xfrm>
            <a:off x="14651757" y="13988453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" name="Oval 367">
            <a:extLst>
              <a:ext uri="{FF2B5EF4-FFF2-40B4-BE49-F238E27FC236}">
                <a16:creationId xmlns:a16="http://schemas.microsoft.com/office/drawing/2014/main" id="{45ECCC5E-C366-DED7-EC0E-4E288AE65D03}"/>
              </a:ext>
            </a:extLst>
          </p:cNvPr>
          <p:cNvSpPr/>
          <p:nvPr/>
        </p:nvSpPr>
        <p:spPr>
          <a:xfrm>
            <a:off x="18551706" y="14000715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9" name="Oval 368">
            <a:extLst>
              <a:ext uri="{FF2B5EF4-FFF2-40B4-BE49-F238E27FC236}">
                <a16:creationId xmlns:a16="http://schemas.microsoft.com/office/drawing/2014/main" id="{A1B56030-FA1F-56C6-E15E-57C298A4D438}"/>
              </a:ext>
            </a:extLst>
          </p:cNvPr>
          <p:cNvSpPr/>
          <p:nvPr/>
        </p:nvSpPr>
        <p:spPr>
          <a:xfrm>
            <a:off x="16616089" y="13986547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2" name="Oval 371">
            <a:extLst>
              <a:ext uri="{FF2B5EF4-FFF2-40B4-BE49-F238E27FC236}">
                <a16:creationId xmlns:a16="http://schemas.microsoft.com/office/drawing/2014/main" id="{1D574005-0D2E-311D-2043-9433FF84E38D}"/>
              </a:ext>
            </a:extLst>
          </p:cNvPr>
          <p:cNvSpPr/>
          <p:nvPr/>
        </p:nvSpPr>
        <p:spPr>
          <a:xfrm>
            <a:off x="18100568" y="13107436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9AF39EB5-262E-EA56-B32E-5D066BE547D5}"/>
              </a:ext>
            </a:extLst>
          </p:cNvPr>
          <p:cNvSpPr/>
          <p:nvPr/>
        </p:nvSpPr>
        <p:spPr>
          <a:xfrm>
            <a:off x="16153447" y="13090294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Oval 375">
            <a:extLst>
              <a:ext uri="{FF2B5EF4-FFF2-40B4-BE49-F238E27FC236}">
                <a16:creationId xmlns:a16="http://schemas.microsoft.com/office/drawing/2014/main" id="{1DB2B797-56FF-A5E7-2CAF-7791BC270794}"/>
              </a:ext>
            </a:extLst>
          </p:cNvPr>
          <p:cNvSpPr/>
          <p:nvPr/>
        </p:nvSpPr>
        <p:spPr>
          <a:xfrm>
            <a:off x="15144976" y="13088969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" name="Oval 377">
            <a:extLst>
              <a:ext uri="{FF2B5EF4-FFF2-40B4-BE49-F238E27FC236}">
                <a16:creationId xmlns:a16="http://schemas.microsoft.com/office/drawing/2014/main" id="{9A0F8CB2-F8D3-46F0-327A-3C4CF67A7CA5}"/>
              </a:ext>
            </a:extLst>
          </p:cNvPr>
          <p:cNvSpPr/>
          <p:nvPr/>
        </p:nvSpPr>
        <p:spPr>
          <a:xfrm>
            <a:off x="17109308" y="13087063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3" name="Oval 382">
            <a:extLst>
              <a:ext uri="{FF2B5EF4-FFF2-40B4-BE49-F238E27FC236}">
                <a16:creationId xmlns:a16="http://schemas.microsoft.com/office/drawing/2014/main" id="{2BAA2114-12A9-EA17-937A-313ECE386969}"/>
              </a:ext>
            </a:extLst>
          </p:cNvPr>
          <p:cNvSpPr/>
          <p:nvPr/>
        </p:nvSpPr>
        <p:spPr>
          <a:xfrm>
            <a:off x="16677334" y="1224460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EE38FD25-E991-7F4A-4547-F9D07CFDA2C3}"/>
              </a:ext>
            </a:extLst>
          </p:cNvPr>
          <p:cNvSpPr/>
          <p:nvPr/>
        </p:nvSpPr>
        <p:spPr>
          <a:xfrm>
            <a:off x="15592663" y="12243275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5BE7A5AF-B2D7-4A62-3521-C8EF6FB05FA5}"/>
              </a:ext>
            </a:extLst>
          </p:cNvPr>
          <p:cNvSpPr/>
          <p:nvPr/>
        </p:nvSpPr>
        <p:spPr>
          <a:xfrm>
            <a:off x="17633195" y="12241369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2" name="Oval 391">
            <a:extLst>
              <a:ext uri="{FF2B5EF4-FFF2-40B4-BE49-F238E27FC236}">
                <a16:creationId xmlns:a16="http://schemas.microsoft.com/office/drawing/2014/main" id="{2FB068AC-11C9-939F-59AE-18618049D80E}"/>
              </a:ext>
            </a:extLst>
          </p:cNvPr>
          <p:cNvSpPr/>
          <p:nvPr/>
        </p:nvSpPr>
        <p:spPr>
          <a:xfrm>
            <a:off x="17167666" y="1137222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8BBE1392-19F5-9A51-E647-053F5CFF7FCA}"/>
              </a:ext>
            </a:extLst>
          </p:cNvPr>
          <p:cNvSpPr/>
          <p:nvPr/>
        </p:nvSpPr>
        <p:spPr>
          <a:xfrm>
            <a:off x="16082995" y="11370895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9" name="Straight Arrow Connector 398">
            <a:extLst>
              <a:ext uri="{FF2B5EF4-FFF2-40B4-BE49-F238E27FC236}">
                <a16:creationId xmlns:a16="http://schemas.microsoft.com/office/drawing/2014/main" id="{D146EFD2-A2C9-5B08-3FB7-5CF8F035F979}"/>
              </a:ext>
            </a:extLst>
          </p:cNvPr>
          <p:cNvCxnSpPr/>
          <p:nvPr/>
        </p:nvCxnSpPr>
        <p:spPr>
          <a:xfrm>
            <a:off x="16682005" y="17822504"/>
            <a:ext cx="2438400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0" name="TextBox 399">
            <a:extLst>
              <a:ext uri="{FF2B5EF4-FFF2-40B4-BE49-F238E27FC236}">
                <a16:creationId xmlns:a16="http://schemas.microsoft.com/office/drawing/2014/main" id="{CC793BBA-215C-B5D8-9506-5673FF86B0A1}"/>
              </a:ext>
            </a:extLst>
          </p:cNvPr>
          <p:cNvSpPr txBox="1"/>
          <p:nvPr/>
        </p:nvSpPr>
        <p:spPr>
          <a:xfrm>
            <a:off x="19647016" y="12376683"/>
            <a:ext cx="393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y</a:t>
            </a:r>
          </a:p>
        </p:txBody>
      </p:sp>
      <p:cxnSp>
        <p:nvCxnSpPr>
          <p:cNvPr id="401" name="Straight Arrow Connector 400">
            <a:extLst>
              <a:ext uri="{FF2B5EF4-FFF2-40B4-BE49-F238E27FC236}">
                <a16:creationId xmlns:a16="http://schemas.microsoft.com/office/drawing/2014/main" id="{C2C41756-E502-09A6-C5BD-45BA165DE47B}"/>
              </a:ext>
            </a:extLst>
          </p:cNvPr>
          <p:cNvCxnSpPr>
            <a:cxnSpLocks/>
          </p:cNvCxnSpPr>
          <p:nvPr/>
        </p:nvCxnSpPr>
        <p:spPr>
          <a:xfrm flipH="1" flipV="1">
            <a:off x="19388328" y="12882883"/>
            <a:ext cx="1019064" cy="185163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4" name="TextBox 403">
            <a:extLst>
              <a:ext uri="{FF2B5EF4-FFF2-40B4-BE49-F238E27FC236}">
                <a16:creationId xmlns:a16="http://schemas.microsoft.com/office/drawing/2014/main" id="{9A1F4DB9-D3D3-D710-AABA-26F7EBD353B8}"/>
              </a:ext>
            </a:extLst>
          </p:cNvPr>
          <p:cNvSpPr txBox="1"/>
          <p:nvPr/>
        </p:nvSpPr>
        <p:spPr>
          <a:xfrm>
            <a:off x="12270996" y="18288000"/>
            <a:ext cx="1194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fund: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F5CBD84F-93E0-0CC9-6376-33F00F511609}"/>
                  </a:ext>
                </a:extLst>
              </p:cNvPr>
              <p:cNvSpPr txBox="1"/>
              <p:nvPr/>
            </p:nvSpPr>
            <p:spPr>
              <a:xfrm>
                <a:off x="13507194" y="18297844"/>
                <a:ext cx="2302810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0≤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F5CBD84F-93E0-0CC9-6376-33F00F511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7194" y="18297844"/>
                <a:ext cx="2302810" cy="1077218"/>
              </a:xfrm>
              <a:prstGeom prst="rect">
                <a:avLst/>
              </a:prstGeom>
              <a:blipFill>
                <a:blip r:embed="rId14"/>
                <a:stretch>
                  <a:fillRect r="-2186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FB3ADE7A-607C-9CB7-9BE1-1C328D97CA99}"/>
              </a:ext>
            </a:extLst>
          </p:cNvPr>
          <p:cNvCxnSpPr>
            <a:cxnSpLocks/>
          </p:cNvCxnSpPr>
          <p:nvPr/>
        </p:nvCxnSpPr>
        <p:spPr>
          <a:xfrm>
            <a:off x="12303044" y="13198276"/>
            <a:ext cx="2531763" cy="435307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22413744-EC32-6097-9A4F-8703C86DA37E}"/>
              </a:ext>
            </a:extLst>
          </p:cNvPr>
          <p:cNvCxnSpPr>
            <a:cxnSpLocks/>
          </p:cNvCxnSpPr>
          <p:nvPr/>
        </p:nvCxnSpPr>
        <p:spPr>
          <a:xfrm>
            <a:off x="13180652" y="12906883"/>
            <a:ext cx="2897850" cy="498252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7" name="TextBox 416">
            <a:extLst>
              <a:ext uri="{FF2B5EF4-FFF2-40B4-BE49-F238E27FC236}">
                <a16:creationId xmlns:a16="http://schemas.microsoft.com/office/drawing/2014/main" id="{F0250930-A88C-8BBF-C9F7-2E4587392431}"/>
              </a:ext>
            </a:extLst>
          </p:cNvPr>
          <p:cNvSpPr txBox="1"/>
          <p:nvPr/>
        </p:nvSpPr>
        <p:spPr>
          <a:xfrm>
            <a:off x="13285196" y="15015522"/>
            <a:ext cx="9813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5"/>
                </a:solidFill>
              </a:rPr>
              <a:t>(2,1)</a:t>
            </a:r>
          </a:p>
        </p:txBody>
      </p:sp>
      <p:sp>
        <p:nvSpPr>
          <p:cNvPr id="418" name="TextBox 417">
            <a:extLst>
              <a:ext uri="{FF2B5EF4-FFF2-40B4-BE49-F238E27FC236}">
                <a16:creationId xmlns:a16="http://schemas.microsoft.com/office/drawing/2014/main" id="{F358935F-8CCE-4A18-B722-4C43EC277DC5}"/>
              </a:ext>
            </a:extLst>
          </p:cNvPr>
          <p:cNvSpPr txBox="1"/>
          <p:nvPr/>
        </p:nvSpPr>
        <p:spPr>
          <a:xfrm>
            <a:off x="14135193" y="14174549"/>
            <a:ext cx="16706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5"/>
                </a:solidFill>
              </a:rPr>
              <a:t>(L/2,L/4)</a:t>
            </a: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65C3EA5F-3B60-94F5-49C9-618E2747D778}"/>
              </a:ext>
            </a:extLst>
          </p:cNvPr>
          <p:cNvSpPr txBox="1"/>
          <p:nvPr/>
        </p:nvSpPr>
        <p:spPr>
          <a:xfrm>
            <a:off x="16259530" y="14313652"/>
            <a:ext cx="17652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4"/>
                </a:solidFill>
              </a:rPr>
              <a:t>(L/2+1,2)</a:t>
            </a:r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36684A98-1FF7-286A-D672-F73DB16E9CFA}"/>
              </a:ext>
            </a:extLst>
          </p:cNvPr>
          <p:cNvSpPr txBox="1"/>
          <p:nvPr/>
        </p:nvSpPr>
        <p:spPr>
          <a:xfrm>
            <a:off x="18326275" y="11059942"/>
            <a:ext cx="989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L=8</a:t>
            </a:r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0F82AA3B-1FE1-C074-8909-C6CB15070941}"/>
              </a:ext>
            </a:extLst>
          </p:cNvPr>
          <p:cNvSpPr txBox="1"/>
          <p:nvPr/>
        </p:nvSpPr>
        <p:spPr>
          <a:xfrm>
            <a:off x="16301774" y="15984857"/>
            <a:ext cx="1326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(L/2,0)</a:t>
            </a:r>
          </a:p>
        </p:txBody>
      </p:sp>
      <p:sp>
        <p:nvSpPr>
          <p:cNvPr id="422" name="TextBox 421">
            <a:extLst>
              <a:ext uri="{FF2B5EF4-FFF2-40B4-BE49-F238E27FC236}">
                <a16:creationId xmlns:a16="http://schemas.microsoft.com/office/drawing/2014/main" id="{84D4D4CD-FE6A-8688-96BC-9ACC2C499C89}"/>
              </a:ext>
            </a:extLst>
          </p:cNvPr>
          <p:cNvSpPr txBox="1"/>
          <p:nvPr/>
        </p:nvSpPr>
        <p:spPr>
          <a:xfrm>
            <a:off x="19266016" y="17548679"/>
            <a:ext cx="393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760DE0-72D6-6A84-BE6E-9479DA9EE48B}"/>
              </a:ext>
            </a:extLst>
          </p:cNvPr>
          <p:cNvSpPr txBox="1"/>
          <p:nvPr/>
        </p:nvSpPr>
        <p:spPr>
          <a:xfrm>
            <a:off x="13620471" y="16106124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53B0D-3427-A178-2471-8498C8337E3B}"/>
              </a:ext>
            </a:extLst>
          </p:cNvPr>
          <p:cNvSpPr txBox="1"/>
          <p:nvPr/>
        </p:nvSpPr>
        <p:spPr>
          <a:xfrm>
            <a:off x="14676854" y="16086194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FD731-6918-A2D2-C850-292B58F98D2A}"/>
              </a:ext>
            </a:extLst>
          </p:cNvPr>
          <p:cNvSpPr txBox="1"/>
          <p:nvPr/>
        </p:nvSpPr>
        <p:spPr>
          <a:xfrm>
            <a:off x="15579434" y="16060315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ED101B-3060-9C21-080B-E97E692D9990}"/>
              </a:ext>
            </a:extLst>
          </p:cNvPr>
          <p:cNvSpPr txBox="1"/>
          <p:nvPr/>
        </p:nvSpPr>
        <p:spPr>
          <a:xfrm>
            <a:off x="15123724" y="15784893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A03622-7F28-B5B9-2B6D-67D2B74707D2}"/>
              </a:ext>
            </a:extLst>
          </p:cNvPr>
          <p:cNvSpPr txBox="1"/>
          <p:nvPr/>
        </p:nvSpPr>
        <p:spPr>
          <a:xfrm>
            <a:off x="14149106" y="15747698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349F53-3A49-9642-0B0A-01225A20B38F}"/>
              </a:ext>
            </a:extLst>
          </p:cNvPr>
          <p:cNvSpPr txBox="1"/>
          <p:nvPr/>
        </p:nvSpPr>
        <p:spPr>
          <a:xfrm>
            <a:off x="15064462" y="15212616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A83C6C-752F-9ABB-AB4D-80F6BF0166AC}"/>
              </a:ext>
            </a:extLst>
          </p:cNvPr>
          <p:cNvSpPr txBox="1"/>
          <p:nvPr/>
        </p:nvSpPr>
        <p:spPr>
          <a:xfrm>
            <a:off x="15614244" y="14969133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D0B81B-90A1-6EEA-3B62-47C058AF4BF5}"/>
              </a:ext>
            </a:extLst>
          </p:cNvPr>
          <p:cNvSpPr txBox="1"/>
          <p:nvPr/>
        </p:nvSpPr>
        <p:spPr>
          <a:xfrm>
            <a:off x="13132336" y="15813955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BDC1EA-6415-2B53-B1AC-6FA4712CECAF}"/>
              </a:ext>
            </a:extLst>
          </p:cNvPr>
          <p:cNvSpPr txBox="1"/>
          <p:nvPr/>
        </p:nvSpPr>
        <p:spPr>
          <a:xfrm>
            <a:off x="12621816" y="16094820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0B619E-8EE4-186D-14EC-1895B3836B68}"/>
              </a:ext>
            </a:extLst>
          </p:cNvPr>
          <p:cNvSpPr txBox="1"/>
          <p:nvPr/>
        </p:nvSpPr>
        <p:spPr>
          <a:xfrm>
            <a:off x="14160483" y="15208956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9721F9-D5BC-D3AB-8ED7-B06AC8D497F8}"/>
              </a:ext>
            </a:extLst>
          </p:cNvPr>
          <p:cNvSpPr txBox="1"/>
          <p:nvPr/>
        </p:nvSpPr>
        <p:spPr>
          <a:xfrm>
            <a:off x="14670503" y="14924035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E863B4-13D5-966F-FFEC-77DB9D751DE8}"/>
              </a:ext>
            </a:extLst>
          </p:cNvPr>
          <p:cNvSpPr txBox="1"/>
          <p:nvPr/>
        </p:nvSpPr>
        <p:spPr>
          <a:xfrm>
            <a:off x="15604235" y="14378814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3DF8AD-919F-4EB4-F776-2DF7D3D330CA}"/>
              </a:ext>
            </a:extLst>
          </p:cNvPr>
          <p:cNvSpPr txBox="1"/>
          <p:nvPr/>
        </p:nvSpPr>
        <p:spPr>
          <a:xfrm>
            <a:off x="16098514" y="14098823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1F586F-F7CE-955F-4BF5-3912C6069E1E}"/>
              </a:ext>
            </a:extLst>
          </p:cNvPr>
          <p:cNvSpPr txBox="1"/>
          <p:nvPr/>
        </p:nvSpPr>
        <p:spPr>
          <a:xfrm>
            <a:off x="16082063" y="15219765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67459F-0550-93F3-A288-22AECBABAD2A}"/>
              </a:ext>
            </a:extLst>
          </p:cNvPr>
          <p:cNvSpPr txBox="1"/>
          <p:nvPr/>
        </p:nvSpPr>
        <p:spPr>
          <a:xfrm>
            <a:off x="16090510" y="15820207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x</a:t>
            </a:r>
          </a:p>
        </p:txBody>
      </p:sp>
      <p:sp>
        <p:nvSpPr>
          <p:cNvPr id="33" name="Triangle 32">
            <a:extLst>
              <a:ext uri="{FF2B5EF4-FFF2-40B4-BE49-F238E27FC236}">
                <a16:creationId xmlns:a16="http://schemas.microsoft.com/office/drawing/2014/main" id="{B38D21A4-6DC6-7588-FE4D-EB60A3738906}"/>
              </a:ext>
            </a:extLst>
          </p:cNvPr>
          <p:cNvSpPr/>
          <p:nvPr/>
        </p:nvSpPr>
        <p:spPr>
          <a:xfrm>
            <a:off x="11289820" y="17073772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C83CEA-A041-A617-D59B-BDF1E00A76CF}"/>
              </a:ext>
            </a:extLst>
          </p:cNvPr>
          <p:cNvSpPr txBox="1"/>
          <p:nvPr/>
        </p:nvSpPr>
        <p:spPr>
          <a:xfrm>
            <a:off x="11599134" y="1745150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XZ</a:t>
            </a:r>
          </a:p>
        </p:txBody>
      </p:sp>
      <p:sp>
        <p:nvSpPr>
          <p:cNvPr id="35" name="Triangle 34">
            <a:extLst>
              <a:ext uri="{FF2B5EF4-FFF2-40B4-BE49-F238E27FC236}">
                <a16:creationId xmlns:a16="http://schemas.microsoft.com/office/drawing/2014/main" id="{76186A30-E00A-05B8-C340-4D83EAFB5F42}"/>
              </a:ext>
            </a:extLst>
          </p:cNvPr>
          <p:cNvSpPr/>
          <p:nvPr/>
        </p:nvSpPr>
        <p:spPr>
          <a:xfrm flipV="1">
            <a:off x="12179836" y="17111226"/>
            <a:ext cx="1003774" cy="865322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D1896D-BD78-C854-A87E-9DE6901D31F5}"/>
              </a:ext>
            </a:extLst>
          </p:cNvPr>
          <p:cNvSpPr txBox="1"/>
          <p:nvPr/>
        </p:nvSpPr>
        <p:spPr>
          <a:xfrm>
            <a:off x="12468762" y="17244621"/>
            <a:ext cx="427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ZY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EABAAD6-F55B-8F32-851A-B67D628F8BDF}"/>
              </a:ext>
            </a:extLst>
          </p:cNvPr>
          <p:cNvSpPr/>
          <p:nvPr/>
        </p:nvSpPr>
        <p:spPr>
          <a:xfrm rot="18000000" flipH="1">
            <a:off x="11193657" y="17789945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B2CDB1C-C2CB-E72F-0144-ABE7B18ACF44}"/>
              </a:ext>
            </a:extLst>
          </p:cNvPr>
          <p:cNvSpPr/>
          <p:nvPr/>
        </p:nvSpPr>
        <p:spPr>
          <a:xfrm rot="18000000" flipH="1">
            <a:off x="12562076" y="17789944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2C637A7-7D22-053B-6488-4156FB223459}"/>
              </a:ext>
            </a:extLst>
          </p:cNvPr>
          <p:cNvCxnSpPr/>
          <p:nvPr/>
        </p:nvCxnSpPr>
        <p:spPr>
          <a:xfrm>
            <a:off x="10127363" y="18840028"/>
            <a:ext cx="0" cy="1503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0457954-ABB3-8AE9-6D67-4702EBA76D52}"/>
              </a:ext>
            </a:extLst>
          </p:cNvPr>
          <p:cNvCxnSpPr>
            <a:cxnSpLocks/>
          </p:cNvCxnSpPr>
          <p:nvPr/>
        </p:nvCxnSpPr>
        <p:spPr>
          <a:xfrm flipV="1">
            <a:off x="9392514" y="19132218"/>
            <a:ext cx="1363851" cy="829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AB0CE4A-290D-6394-C3A7-A9A438480558}"/>
              </a:ext>
            </a:extLst>
          </p:cNvPr>
          <p:cNvCxnSpPr>
            <a:cxnSpLocks/>
          </p:cNvCxnSpPr>
          <p:nvPr/>
        </p:nvCxnSpPr>
        <p:spPr>
          <a:xfrm flipH="1" flipV="1">
            <a:off x="9460935" y="19128503"/>
            <a:ext cx="1363851" cy="829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AA3E011-1A2E-53D6-F8E5-481E449A87EA}"/>
              </a:ext>
            </a:extLst>
          </p:cNvPr>
          <p:cNvSpPr txBox="1"/>
          <p:nvPr/>
        </p:nvSpPr>
        <p:spPr>
          <a:xfrm>
            <a:off x="10800431" y="18895628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9032FB4-7968-4CE2-FF45-943601ABCCD1}"/>
              </a:ext>
            </a:extLst>
          </p:cNvPr>
          <p:cNvSpPr txBox="1"/>
          <p:nvPr/>
        </p:nvSpPr>
        <p:spPr>
          <a:xfrm>
            <a:off x="9126623" y="1884678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0FB1840-238F-B14B-3E7C-EBC27D14F6E4}"/>
              </a:ext>
            </a:extLst>
          </p:cNvPr>
          <p:cNvSpPr txBox="1"/>
          <p:nvPr/>
        </p:nvSpPr>
        <p:spPr>
          <a:xfrm>
            <a:off x="9974365" y="20303433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(=-y)</a:t>
            </a:r>
          </a:p>
        </p:txBody>
      </p:sp>
      <p:sp>
        <p:nvSpPr>
          <p:cNvPr id="70" name="Triangle 69">
            <a:extLst>
              <a:ext uri="{FF2B5EF4-FFF2-40B4-BE49-F238E27FC236}">
                <a16:creationId xmlns:a16="http://schemas.microsoft.com/office/drawing/2014/main" id="{7F67E57E-ABC1-5C35-52AE-750A429F66D6}"/>
              </a:ext>
            </a:extLst>
          </p:cNvPr>
          <p:cNvSpPr/>
          <p:nvPr/>
        </p:nvSpPr>
        <p:spPr>
          <a:xfrm flipV="1">
            <a:off x="11975775" y="19860333"/>
            <a:ext cx="1003774" cy="865322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46CB236-43C2-DCDD-A02C-AF357B70E063}"/>
              </a:ext>
            </a:extLst>
          </p:cNvPr>
          <p:cNvCxnSpPr>
            <a:cxnSpLocks/>
          </p:cNvCxnSpPr>
          <p:nvPr/>
        </p:nvCxnSpPr>
        <p:spPr>
          <a:xfrm flipV="1">
            <a:off x="12471469" y="19482330"/>
            <a:ext cx="0" cy="1503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800B108-4C11-4620-9700-1B60BF7F80B1}"/>
              </a:ext>
            </a:extLst>
          </p:cNvPr>
          <p:cNvCxnSpPr>
            <a:cxnSpLocks/>
          </p:cNvCxnSpPr>
          <p:nvPr/>
        </p:nvCxnSpPr>
        <p:spPr>
          <a:xfrm flipH="1">
            <a:off x="11767616" y="19778503"/>
            <a:ext cx="1363851" cy="829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0C7AF3C-4F86-C0C9-C6B3-104470FCA7CB}"/>
              </a:ext>
            </a:extLst>
          </p:cNvPr>
          <p:cNvSpPr txBox="1"/>
          <p:nvPr/>
        </p:nvSpPr>
        <p:spPr>
          <a:xfrm>
            <a:off x="11397944" y="20554212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-A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4583061-860C-FE51-E600-77130D72E744}"/>
              </a:ext>
            </a:extLst>
          </p:cNvPr>
          <p:cNvSpPr txBox="1"/>
          <p:nvPr/>
        </p:nvSpPr>
        <p:spPr>
          <a:xfrm>
            <a:off x="13116973" y="20372490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-B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AA6BC3E-0459-224B-07C1-F831626B34FD}"/>
              </a:ext>
            </a:extLst>
          </p:cNvPr>
          <p:cNvSpPr txBox="1"/>
          <p:nvPr/>
        </p:nvSpPr>
        <p:spPr>
          <a:xfrm>
            <a:off x="12230752" y="19089336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-C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C10776B-1597-5A40-211A-73AE27AC525B}"/>
              </a:ext>
            </a:extLst>
          </p:cNvPr>
          <p:cNvCxnSpPr>
            <a:cxnSpLocks/>
          </p:cNvCxnSpPr>
          <p:nvPr/>
        </p:nvCxnSpPr>
        <p:spPr>
          <a:xfrm>
            <a:off x="11718537" y="19685515"/>
            <a:ext cx="1363851" cy="829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CE6E50EC-F5F8-17F4-5EAB-304EAA39F560}"/>
              </a:ext>
            </a:extLst>
          </p:cNvPr>
          <p:cNvSpPr/>
          <p:nvPr/>
        </p:nvSpPr>
        <p:spPr>
          <a:xfrm>
            <a:off x="2286000" y="19202400"/>
            <a:ext cx="1848678" cy="18486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ight Triangle 81">
            <a:extLst>
              <a:ext uri="{FF2B5EF4-FFF2-40B4-BE49-F238E27FC236}">
                <a16:creationId xmlns:a16="http://schemas.microsoft.com/office/drawing/2014/main" id="{5E5DA147-8615-F477-890B-A655B327D88E}"/>
              </a:ext>
            </a:extLst>
          </p:cNvPr>
          <p:cNvSpPr/>
          <p:nvPr/>
        </p:nvSpPr>
        <p:spPr>
          <a:xfrm rot="5400000">
            <a:off x="2286000" y="19202399"/>
            <a:ext cx="1868557" cy="1868557"/>
          </a:xfrm>
          <a:prstGeom prst="rtTriangl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9375A08B-9A2C-242D-8E25-CE98B681B666}"/>
              </a:ext>
            </a:extLst>
          </p:cNvPr>
          <p:cNvSpPr/>
          <p:nvPr/>
        </p:nvSpPr>
        <p:spPr>
          <a:xfrm flipH="1">
            <a:off x="2293884" y="19193349"/>
            <a:ext cx="1868557" cy="1868557"/>
          </a:xfrm>
          <a:prstGeom prst="rtTriangl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8176139-6329-31BB-595F-DE0E4E3676C9}"/>
              </a:ext>
            </a:extLst>
          </p:cNvPr>
          <p:cNvCxnSpPr>
            <a:cxnSpLocks/>
          </p:cNvCxnSpPr>
          <p:nvPr/>
        </p:nvCxnSpPr>
        <p:spPr>
          <a:xfrm>
            <a:off x="1808922" y="20136678"/>
            <a:ext cx="2911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F3891B6-9387-F9FC-9459-4C539E620497}"/>
              </a:ext>
            </a:extLst>
          </p:cNvPr>
          <p:cNvCxnSpPr>
            <a:cxnSpLocks/>
          </p:cNvCxnSpPr>
          <p:nvPr/>
        </p:nvCxnSpPr>
        <p:spPr>
          <a:xfrm>
            <a:off x="3208285" y="18995011"/>
            <a:ext cx="0" cy="2811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05C53F22-BE45-3898-606D-716839083D02}"/>
              </a:ext>
            </a:extLst>
          </p:cNvPr>
          <p:cNvSpPr txBox="1"/>
          <p:nvPr/>
        </p:nvSpPr>
        <p:spPr>
          <a:xfrm>
            <a:off x="3015924" y="21985357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33C1C3C-FCC0-2D1B-9D09-F0816133B592}"/>
              </a:ext>
            </a:extLst>
          </p:cNvPr>
          <p:cNvSpPr txBox="1"/>
          <p:nvPr/>
        </p:nvSpPr>
        <p:spPr>
          <a:xfrm>
            <a:off x="4881856" y="1990162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50D68ED-FCB1-74B7-52CB-6154DD5374F7}"/>
              </a:ext>
            </a:extLst>
          </p:cNvPr>
          <p:cNvCxnSpPr>
            <a:cxnSpLocks/>
          </p:cNvCxnSpPr>
          <p:nvPr/>
        </p:nvCxnSpPr>
        <p:spPr>
          <a:xfrm flipH="1" flipV="1">
            <a:off x="1915794" y="18882460"/>
            <a:ext cx="2657831" cy="25463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344D53E3-22E8-0105-202A-392290D4295B}"/>
              </a:ext>
            </a:extLst>
          </p:cNvPr>
          <p:cNvSpPr txBox="1"/>
          <p:nvPr/>
        </p:nvSpPr>
        <p:spPr>
          <a:xfrm>
            <a:off x="2094898" y="18625679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560DFDBE-A54E-6D83-E9DF-970A1B786BA2}"/>
              </a:ext>
            </a:extLst>
          </p:cNvPr>
          <p:cNvSpPr/>
          <p:nvPr/>
        </p:nvSpPr>
        <p:spPr>
          <a:xfrm flipH="1">
            <a:off x="11430000" y="22878925"/>
            <a:ext cx="7276375" cy="3108960"/>
          </a:xfrm>
          <a:prstGeom prst="rt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3CC6702-0953-F5D4-01BC-BC4DA623841F}"/>
              </a:ext>
            </a:extLst>
          </p:cNvPr>
          <p:cNvSpPr/>
          <p:nvPr/>
        </p:nvSpPr>
        <p:spPr>
          <a:xfrm>
            <a:off x="11278618" y="25645549"/>
            <a:ext cx="574334" cy="5743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5FE1D6C-431A-8D95-EA50-9D9794A310B2}"/>
              </a:ext>
            </a:extLst>
          </p:cNvPr>
          <p:cNvSpPr txBox="1"/>
          <p:nvPr/>
        </p:nvSpPr>
        <p:spPr>
          <a:xfrm>
            <a:off x="10208305" y="26317069"/>
            <a:ext cx="2606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Type=0 (fixed)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0CF9C5E-28B3-D4D2-37CC-4FB9649BE1C4}"/>
              </a:ext>
            </a:extLst>
          </p:cNvPr>
          <p:cNvSpPr/>
          <p:nvPr/>
        </p:nvSpPr>
        <p:spPr>
          <a:xfrm>
            <a:off x="14855263" y="25688221"/>
            <a:ext cx="574334" cy="5743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26F939-3593-BA42-B1E6-273486D82ED1}"/>
              </a:ext>
            </a:extLst>
          </p:cNvPr>
          <p:cNvSpPr txBox="1"/>
          <p:nvPr/>
        </p:nvSpPr>
        <p:spPr>
          <a:xfrm>
            <a:off x="13880955" y="26396317"/>
            <a:ext cx="3432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Type=3 (y=0: fixed)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443ED82-C2C0-9E15-9FAE-85672D17507C}"/>
              </a:ext>
            </a:extLst>
          </p:cNvPr>
          <p:cNvSpPr txBox="1"/>
          <p:nvPr/>
        </p:nvSpPr>
        <p:spPr>
          <a:xfrm>
            <a:off x="10915688" y="22659469"/>
            <a:ext cx="20571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BaseType</a:t>
            </a:r>
            <a:endParaRPr lang="en-US" sz="3600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81BC5AD-8846-66C8-0A70-159EB9E47299}"/>
              </a:ext>
            </a:extLst>
          </p:cNvPr>
          <p:cNvSpPr/>
          <p:nvPr/>
        </p:nvSpPr>
        <p:spPr>
          <a:xfrm>
            <a:off x="18462438" y="25766418"/>
            <a:ext cx="574334" cy="5743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FE60A7-23B0-2916-8079-421A51AE364A}"/>
              </a:ext>
            </a:extLst>
          </p:cNvPr>
          <p:cNvSpPr txBox="1"/>
          <p:nvPr/>
        </p:nvSpPr>
        <p:spPr>
          <a:xfrm>
            <a:off x="10996526" y="23686120"/>
            <a:ext cx="15871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L: even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26EA19E3-38BF-E47E-F008-C09D402B954C}"/>
              </a:ext>
            </a:extLst>
          </p:cNvPr>
          <p:cNvSpPr/>
          <p:nvPr/>
        </p:nvSpPr>
        <p:spPr>
          <a:xfrm>
            <a:off x="18476076" y="23885697"/>
            <a:ext cx="574334" cy="5743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2DC1E8A-0E24-99AA-F699-C5DDFADCB4F7}"/>
              </a:ext>
            </a:extLst>
          </p:cNvPr>
          <p:cNvSpPr txBox="1"/>
          <p:nvPr/>
        </p:nvSpPr>
        <p:spPr>
          <a:xfrm>
            <a:off x="19235975" y="23364083"/>
            <a:ext cx="39506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4"/>
                </a:solidFill>
              </a:rPr>
              <a:t>Type=1 (y=2x-L: fixed)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88CE7F93-B9FC-5151-0AF5-56BB82F42117}"/>
              </a:ext>
            </a:extLst>
          </p:cNvPr>
          <p:cNvSpPr/>
          <p:nvPr/>
        </p:nvSpPr>
        <p:spPr>
          <a:xfrm>
            <a:off x="14936009" y="24043351"/>
            <a:ext cx="574334" cy="5743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699BE22-008E-3010-7B4E-C5E7AA35FA2D}"/>
              </a:ext>
            </a:extLst>
          </p:cNvPr>
          <p:cNvSpPr txBox="1"/>
          <p:nvPr/>
        </p:nvSpPr>
        <p:spPr>
          <a:xfrm>
            <a:off x="13570774" y="23080303"/>
            <a:ext cx="36132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5"/>
                </a:solidFill>
              </a:rPr>
              <a:t>Type=2 (x=2y: fixed)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180895E0-17D6-6A40-4207-6B84352690D4}"/>
              </a:ext>
            </a:extLst>
          </p:cNvPr>
          <p:cNvSpPr/>
          <p:nvPr/>
        </p:nvSpPr>
        <p:spPr>
          <a:xfrm>
            <a:off x="16015149" y="24610911"/>
            <a:ext cx="574334" cy="57433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E24A6A8-2E87-D29A-9995-D57D664CF5ED}"/>
              </a:ext>
            </a:extLst>
          </p:cNvPr>
          <p:cNvSpPr txBox="1"/>
          <p:nvPr/>
        </p:nvSpPr>
        <p:spPr>
          <a:xfrm>
            <a:off x="15694506" y="25161352"/>
            <a:ext cx="24520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Type=4 (free)</a:t>
            </a:r>
          </a:p>
        </p:txBody>
      </p:sp>
      <p:sp>
        <p:nvSpPr>
          <p:cNvPr id="118" name="Right Triangle 117">
            <a:extLst>
              <a:ext uri="{FF2B5EF4-FFF2-40B4-BE49-F238E27FC236}">
                <a16:creationId xmlns:a16="http://schemas.microsoft.com/office/drawing/2014/main" id="{E0D750B3-C292-C3A6-5FF5-84C562218986}"/>
              </a:ext>
            </a:extLst>
          </p:cNvPr>
          <p:cNvSpPr/>
          <p:nvPr/>
        </p:nvSpPr>
        <p:spPr>
          <a:xfrm flipH="1">
            <a:off x="13121562" y="30057767"/>
            <a:ext cx="7276375" cy="3108960"/>
          </a:xfrm>
          <a:prstGeom prst="rt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B446E40-04F0-B878-F818-48CC65422FE8}"/>
              </a:ext>
            </a:extLst>
          </p:cNvPr>
          <p:cNvSpPr txBox="1"/>
          <p:nvPr/>
        </p:nvSpPr>
        <p:spPr>
          <a:xfrm>
            <a:off x="14185339" y="33543628"/>
            <a:ext cx="3995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Type=3 (doesn’t exist)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3A1ADE0-B3DA-571B-1ED4-BE9CF55AB628}"/>
              </a:ext>
            </a:extLst>
          </p:cNvPr>
          <p:cNvSpPr txBox="1"/>
          <p:nvPr/>
        </p:nvSpPr>
        <p:spPr>
          <a:xfrm>
            <a:off x="12688088" y="30864962"/>
            <a:ext cx="15871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L: even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5793B22-F811-AA12-547F-617045B57212}"/>
              </a:ext>
            </a:extLst>
          </p:cNvPr>
          <p:cNvSpPr txBox="1"/>
          <p:nvPr/>
        </p:nvSpPr>
        <p:spPr>
          <a:xfrm>
            <a:off x="20927537" y="30542925"/>
            <a:ext cx="14398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4"/>
                </a:solidFill>
              </a:rPr>
              <a:t>Type=1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80F940B-1D90-5282-145F-E9A488728738}"/>
              </a:ext>
            </a:extLst>
          </p:cNvPr>
          <p:cNvSpPr txBox="1"/>
          <p:nvPr/>
        </p:nvSpPr>
        <p:spPr>
          <a:xfrm>
            <a:off x="14617439" y="30858235"/>
            <a:ext cx="14398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5"/>
                </a:solidFill>
              </a:rPr>
              <a:t>Type=2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CA2C08B-257C-E62C-764C-85E8FF42F304}"/>
              </a:ext>
            </a:extLst>
          </p:cNvPr>
          <p:cNvSpPr txBox="1"/>
          <p:nvPr/>
        </p:nvSpPr>
        <p:spPr>
          <a:xfrm>
            <a:off x="17386068" y="32340194"/>
            <a:ext cx="24520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Type=4 (free)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609993A-A588-9E94-F5A3-999DF714B1BF}"/>
              </a:ext>
            </a:extLst>
          </p:cNvPr>
          <p:cNvSpPr txBox="1"/>
          <p:nvPr/>
        </p:nvSpPr>
        <p:spPr>
          <a:xfrm>
            <a:off x="15698545" y="31436441"/>
            <a:ext cx="5245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accent5"/>
                </a:solidFill>
              </a:rPr>
              <a:t>x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9D0239F-A464-5C50-7B6A-B269D8981A99}"/>
              </a:ext>
            </a:extLst>
          </p:cNvPr>
          <p:cNvSpPr txBox="1"/>
          <p:nvPr/>
        </p:nvSpPr>
        <p:spPr>
          <a:xfrm>
            <a:off x="18089646" y="31588841"/>
            <a:ext cx="5245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x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A2DC834-067D-4E79-1527-C5DB5E340727}"/>
              </a:ext>
            </a:extLst>
          </p:cNvPr>
          <p:cNvSpPr txBox="1"/>
          <p:nvPr/>
        </p:nvSpPr>
        <p:spPr>
          <a:xfrm>
            <a:off x="20139161" y="31115876"/>
            <a:ext cx="5245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accent4"/>
                </a:solidFill>
              </a:rPr>
              <a:t>x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8D359B7-C1AA-3574-47FD-0A1CE5BC7467}"/>
              </a:ext>
            </a:extLst>
          </p:cNvPr>
          <p:cNvSpPr txBox="1"/>
          <p:nvPr/>
        </p:nvSpPr>
        <p:spPr>
          <a:xfrm>
            <a:off x="20139161" y="29539326"/>
            <a:ext cx="5245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ADD25C5E-EE8C-52AA-E84B-257F047BE676}"/>
              </a:ext>
            </a:extLst>
          </p:cNvPr>
          <p:cNvSpPr txBox="1"/>
          <p:nvPr/>
        </p:nvSpPr>
        <p:spPr>
          <a:xfrm>
            <a:off x="20698081" y="29649125"/>
            <a:ext cx="14398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Type=0</a:t>
            </a:r>
          </a:p>
        </p:txBody>
      </p:sp>
      <p:sp>
        <p:nvSpPr>
          <p:cNvPr id="153" name="Triangle 152">
            <a:extLst>
              <a:ext uri="{FF2B5EF4-FFF2-40B4-BE49-F238E27FC236}">
                <a16:creationId xmlns:a16="http://schemas.microsoft.com/office/drawing/2014/main" id="{FA27F462-B2E5-7A70-E218-7E7EC1DC509B}"/>
              </a:ext>
            </a:extLst>
          </p:cNvPr>
          <p:cNvSpPr/>
          <p:nvPr/>
        </p:nvSpPr>
        <p:spPr>
          <a:xfrm flipV="1">
            <a:off x="5740471" y="32231910"/>
            <a:ext cx="1104151" cy="95185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riangle 153">
            <a:extLst>
              <a:ext uri="{FF2B5EF4-FFF2-40B4-BE49-F238E27FC236}">
                <a16:creationId xmlns:a16="http://schemas.microsoft.com/office/drawing/2014/main" id="{01149314-28E4-3982-F9DB-17226221DD77}"/>
              </a:ext>
            </a:extLst>
          </p:cNvPr>
          <p:cNvSpPr/>
          <p:nvPr/>
        </p:nvSpPr>
        <p:spPr>
          <a:xfrm flipV="1">
            <a:off x="4301284" y="33007194"/>
            <a:ext cx="1104151" cy="95185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riangle 154">
            <a:extLst>
              <a:ext uri="{FF2B5EF4-FFF2-40B4-BE49-F238E27FC236}">
                <a16:creationId xmlns:a16="http://schemas.microsoft.com/office/drawing/2014/main" id="{04B77D0B-2B5E-C27F-3AB1-992F14D42558}"/>
              </a:ext>
            </a:extLst>
          </p:cNvPr>
          <p:cNvSpPr/>
          <p:nvPr/>
        </p:nvSpPr>
        <p:spPr>
          <a:xfrm flipV="1">
            <a:off x="5221272" y="33067185"/>
            <a:ext cx="1104151" cy="95185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Triangle 155">
            <a:extLst>
              <a:ext uri="{FF2B5EF4-FFF2-40B4-BE49-F238E27FC236}">
                <a16:creationId xmlns:a16="http://schemas.microsoft.com/office/drawing/2014/main" id="{8F397781-DF5F-C5D7-4B17-1B79D16AF7FC}"/>
              </a:ext>
            </a:extLst>
          </p:cNvPr>
          <p:cNvSpPr/>
          <p:nvPr/>
        </p:nvSpPr>
        <p:spPr>
          <a:xfrm flipV="1">
            <a:off x="5726078" y="33934390"/>
            <a:ext cx="1104151" cy="95185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riangle 156">
            <a:extLst>
              <a:ext uri="{FF2B5EF4-FFF2-40B4-BE49-F238E27FC236}">
                <a16:creationId xmlns:a16="http://schemas.microsoft.com/office/drawing/2014/main" id="{8EB2D04D-5E6D-1081-D851-410E60762AEE}"/>
              </a:ext>
            </a:extLst>
          </p:cNvPr>
          <p:cNvSpPr/>
          <p:nvPr/>
        </p:nvSpPr>
        <p:spPr>
          <a:xfrm flipV="1">
            <a:off x="4785462" y="33926799"/>
            <a:ext cx="1104151" cy="95185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Triangle 157">
            <a:extLst>
              <a:ext uri="{FF2B5EF4-FFF2-40B4-BE49-F238E27FC236}">
                <a16:creationId xmlns:a16="http://schemas.microsoft.com/office/drawing/2014/main" id="{29B76F43-8F53-0778-5D8A-A6D93035197F}"/>
              </a:ext>
            </a:extLst>
          </p:cNvPr>
          <p:cNvSpPr/>
          <p:nvPr/>
        </p:nvSpPr>
        <p:spPr>
          <a:xfrm flipV="1">
            <a:off x="3785341" y="33946326"/>
            <a:ext cx="1104151" cy="95185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riangle 158">
            <a:extLst>
              <a:ext uri="{FF2B5EF4-FFF2-40B4-BE49-F238E27FC236}">
                <a16:creationId xmlns:a16="http://schemas.microsoft.com/office/drawing/2014/main" id="{7B590A4A-175E-EC72-2A52-4B9CC854CCAC}"/>
              </a:ext>
            </a:extLst>
          </p:cNvPr>
          <p:cNvSpPr/>
          <p:nvPr/>
        </p:nvSpPr>
        <p:spPr>
          <a:xfrm flipV="1">
            <a:off x="2746539" y="33966247"/>
            <a:ext cx="1104151" cy="95185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Triangle 159">
            <a:extLst>
              <a:ext uri="{FF2B5EF4-FFF2-40B4-BE49-F238E27FC236}">
                <a16:creationId xmlns:a16="http://schemas.microsoft.com/office/drawing/2014/main" id="{A6411E9C-0B5E-66A4-5471-6A326A500922}"/>
              </a:ext>
            </a:extLst>
          </p:cNvPr>
          <p:cNvSpPr/>
          <p:nvPr/>
        </p:nvSpPr>
        <p:spPr>
          <a:xfrm>
            <a:off x="3781879" y="33028660"/>
            <a:ext cx="1104151" cy="951854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Triangle 160">
            <a:extLst>
              <a:ext uri="{FF2B5EF4-FFF2-40B4-BE49-F238E27FC236}">
                <a16:creationId xmlns:a16="http://schemas.microsoft.com/office/drawing/2014/main" id="{9AE0826B-E911-F57B-B91A-C0D0BEF801F1}"/>
              </a:ext>
            </a:extLst>
          </p:cNvPr>
          <p:cNvSpPr/>
          <p:nvPr/>
        </p:nvSpPr>
        <p:spPr>
          <a:xfrm>
            <a:off x="5257787" y="32254281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Triangle 161">
            <a:extLst>
              <a:ext uri="{FF2B5EF4-FFF2-40B4-BE49-F238E27FC236}">
                <a16:creationId xmlns:a16="http://schemas.microsoft.com/office/drawing/2014/main" id="{05A28A4B-8EC6-E5CD-8207-64028B4A9DEB}"/>
              </a:ext>
            </a:extLst>
          </p:cNvPr>
          <p:cNvSpPr/>
          <p:nvPr/>
        </p:nvSpPr>
        <p:spPr>
          <a:xfrm>
            <a:off x="5775553" y="33109402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Triangle 162">
            <a:extLst>
              <a:ext uri="{FF2B5EF4-FFF2-40B4-BE49-F238E27FC236}">
                <a16:creationId xmlns:a16="http://schemas.microsoft.com/office/drawing/2014/main" id="{6A2BC02A-B2F6-4745-F193-EBCDC572D203}"/>
              </a:ext>
            </a:extLst>
          </p:cNvPr>
          <p:cNvSpPr/>
          <p:nvPr/>
        </p:nvSpPr>
        <p:spPr>
          <a:xfrm>
            <a:off x="4767689" y="33112012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Triangle 163">
            <a:extLst>
              <a:ext uri="{FF2B5EF4-FFF2-40B4-BE49-F238E27FC236}">
                <a16:creationId xmlns:a16="http://schemas.microsoft.com/office/drawing/2014/main" id="{674F9A67-9C12-EBB8-4F1F-DCF54B27F32A}"/>
              </a:ext>
            </a:extLst>
          </p:cNvPr>
          <p:cNvSpPr/>
          <p:nvPr/>
        </p:nvSpPr>
        <p:spPr>
          <a:xfrm>
            <a:off x="5247776" y="33965242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riangle 164">
            <a:extLst>
              <a:ext uri="{FF2B5EF4-FFF2-40B4-BE49-F238E27FC236}">
                <a16:creationId xmlns:a16="http://schemas.microsoft.com/office/drawing/2014/main" id="{100AA150-E4DC-127E-5851-B5F7BA0C49A5}"/>
              </a:ext>
            </a:extLst>
          </p:cNvPr>
          <p:cNvSpPr/>
          <p:nvPr/>
        </p:nvSpPr>
        <p:spPr>
          <a:xfrm>
            <a:off x="4353724" y="33959962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Triangle 165">
            <a:extLst>
              <a:ext uri="{FF2B5EF4-FFF2-40B4-BE49-F238E27FC236}">
                <a16:creationId xmlns:a16="http://schemas.microsoft.com/office/drawing/2014/main" id="{7FEC9A14-34BD-52C0-8C54-EDAC5BA4399A}"/>
              </a:ext>
            </a:extLst>
          </p:cNvPr>
          <p:cNvSpPr/>
          <p:nvPr/>
        </p:nvSpPr>
        <p:spPr>
          <a:xfrm>
            <a:off x="3324575" y="33980595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riangle 166">
            <a:extLst>
              <a:ext uri="{FF2B5EF4-FFF2-40B4-BE49-F238E27FC236}">
                <a16:creationId xmlns:a16="http://schemas.microsoft.com/office/drawing/2014/main" id="{31CD231C-DA82-B1DD-0F38-8E1178A47DA4}"/>
              </a:ext>
            </a:extLst>
          </p:cNvPr>
          <p:cNvSpPr/>
          <p:nvPr/>
        </p:nvSpPr>
        <p:spPr>
          <a:xfrm>
            <a:off x="2283491" y="33987976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6BC22877-4394-8240-5C10-795CC2F2EB18}"/>
              </a:ext>
            </a:extLst>
          </p:cNvPr>
          <p:cNvCxnSpPr>
            <a:cxnSpLocks/>
          </p:cNvCxnSpPr>
          <p:nvPr/>
        </p:nvCxnSpPr>
        <p:spPr>
          <a:xfrm>
            <a:off x="4180060" y="29545693"/>
            <a:ext cx="3492517" cy="600498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E3A6B10A-02AA-69F7-47B4-10BE7C27C2F3}"/>
              </a:ext>
            </a:extLst>
          </p:cNvPr>
          <p:cNvCxnSpPr>
            <a:cxnSpLocks/>
          </p:cNvCxnSpPr>
          <p:nvPr/>
        </p:nvCxnSpPr>
        <p:spPr>
          <a:xfrm>
            <a:off x="1509017" y="31784934"/>
            <a:ext cx="2531763" cy="435307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84F9565-9FB5-6969-AA85-5B7377EB9CEB}"/>
              </a:ext>
            </a:extLst>
          </p:cNvPr>
          <p:cNvCxnSpPr>
            <a:cxnSpLocks/>
          </p:cNvCxnSpPr>
          <p:nvPr/>
        </p:nvCxnSpPr>
        <p:spPr>
          <a:xfrm>
            <a:off x="3342094" y="29827111"/>
            <a:ext cx="3492517" cy="600498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riangle 171">
            <a:extLst>
              <a:ext uri="{FF2B5EF4-FFF2-40B4-BE49-F238E27FC236}">
                <a16:creationId xmlns:a16="http://schemas.microsoft.com/office/drawing/2014/main" id="{C0B34B5C-D1CE-58C6-3798-BB20E301CDEA}"/>
              </a:ext>
            </a:extLst>
          </p:cNvPr>
          <p:cNvSpPr/>
          <p:nvPr/>
        </p:nvSpPr>
        <p:spPr>
          <a:xfrm>
            <a:off x="2307540" y="28004064"/>
            <a:ext cx="7914368" cy="6822731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0E7FA88E-ABA1-45A2-9897-852922BA11DF}"/>
              </a:ext>
            </a:extLst>
          </p:cNvPr>
          <p:cNvSpPr/>
          <p:nvPr/>
        </p:nvSpPr>
        <p:spPr>
          <a:xfrm>
            <a:off x="2182411" y="34694285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6CC054BE-C698-F167-8A56-CB28654AFD6E}"/>
              </a:ext>
            </a:extLst>
          </p:cNvPr>
          <p:cNvSpPr/>
          <p:nvPr/>
        </p:nvSpPr>
        <p:spPr>
          <a:xfrm>
            <a:off x="10081282" y="34647673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B825F4C1-559A-DBDC-E584-129530CD1CBF}"/>
              </a:ext>
            </a:extLst>
          </p:cNvPr>
          <p:cNvCxnSpPr>
            <a:cxnSpLocks/>
          </p:cNvCxnSpPr>
          <p:nvPr/>
        </p:nvCxnSpPr>
        <p:spPr>
          <a:xfrm rot="5400000">
            <a:off x="2078862" y="31736175"/>
            <a:ext cx="837172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Oval 175">
            <a:extLst>
              <a:ext uri="{FF2B5EF4-FFF2-40B4-BE49-F238E27FC236}">
                <a16:creationId xmlns:a16="http://schemas.microsoft.com/office/drawing/2014/main" id="{110343D3-ECD5-C63A-A767-32685990A897}"/>
              </a:ext>
            </a:extLst>
          </p:cNvPr>
          <p:cNvSpPr/>
          <p:nvPr/>
        </p:nvSpPr>
        <p:spPr>
          <a:xfrm>
            <a:off x="6155092" y="27932929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C7833CFB-E9AE-128C-5448-AEF1E8AC8FC7}"/>
              </a:ext>
            </a:extLst>
          </p:cNvPr>
          <p:cNvCxnSpPr>
            <a:cxnSpLocks/>
          </p:cNvCxnSpPr>
          <p:nvPr/>
        </p:nvCxnSpPr>
        <p:spPr>
          <a:xfrm rot="1800000">
            <a:off x="2589273" y="32851611"/>
            <a:ext cx="837172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2A5D59BB-CCDD-5DBF-93B9-FBC7BED6DEAB}"/>
              </a:ext>
            </a:extLst>
          </p:cNvPr>
          <p:cNvCxnSpPr>
            <a:cxnSpLocks/>
          </p:cNvCxnSpPr>
          <p:nvPr/>
        </p:nvCxnSpPr>
        <p:spPr>
          <a:xfrm rot="19800000" flipH="1">
            <a:off x="1270054" y="33023922"/>
            <a:ext cx="8371724" cy="0"/>
          </a:xfrm>
          <a:prstGeom prst="line">
            <a:avLst/>
          </a:prstGeom>
          <a:ln>
            <a:solidFill>
              <a:schemeClr val="accent3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Oval 178">
            <a:extLst>
              <a:ext uri="{FF2B5EF4-FFF2-40B4-BE49-F238E27FC236}">
                <a16:creationId xmlns:a16="http://schemas.microsoft.com/office/drawing/2014/main" id="{B6913A45-9FAA-7434-F302-7405BE17FB83}"/>
              </a:ext>
            </a:extLst>
          </p:cNvPr>
          <p:cNvSpPr/>
          <p:nvPr/>
        </p:nvSpPr>
        <p:spPr>
          <a:xfrm>
            <a:off x="4148537" y="31282833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B35C69D1-1323-B148-FE19-64B5E84BD4D0}"/>
              </a:ext>
            </a:extLst>
          </p:cNvPr>
          <p:cNvSpPr/>
          <p:nvPr/>
        </p:nvSpPr>
        <p:spPr>
          <a:xfrm>
            <a:off x="6155093" y="34718808"/>
            <a:ext cx="250257" cy="250257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887DAFF4-E7F7-7CE2-43AD-4C04C8EC777D}"/>
              </a:ext>
            </a:extLst>
          </p:cNvPr>
          <p:cNvSpPr/>
          <p:nvPr/>
        </p:nvSpPr>
        <p:spPr>
          <a:xfrm>
            <a:off x="4207972" y="34701666"/>
            <a:ext cx="250257" cy="250257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4127D739-2539-C0AE-7019-E79BB4EF07B3}"/>
              </a:ext>
            </a:extLst>
          </p:cNvPr>
          <p:cNvSpPr/>
          <p:nvPr/>
        </p:nvSpPr>
        <p:spPr>
          <a:xfrm>
            <a:off x="8184121" y="34713928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F2B2DDAC-3D05-7EDC-625F-F388C1A2C924}"/>
              </a:ext>
            </a:extLst>
          </p:cNvPr>
          <p:cNvSpPr/>
          <p:nvPr/>
        </p:nvSpPr>
        <p:spPr>
          <a:xfrm>
            <a:off x="3123301" y="34700341"/>
            <a:ext cx="250257" cy="250257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F8A4C1D4-8058-8111-2D96-AE955F72165C}"/>
              </a:ext>
            </a:extLst>
          </p:cNvPr>
          <p:cNvSpPr/>
          <p:nvPr/>
        </p:nvSpPr>
        <p:spPr>
          <a:xfrm>
            <a:off x="7099450" y="34712603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317C9BC8-2B0A-9B88-9FB4-D8A07BC2B4F3}"/>
              </a:ext>
            </a:extLst>
          </p:cNvPr>
          <p:cNvSpPr/>
          <p:nvPr/>
        </p:nvSpPr>
        <p:spPr>
          <a:xfrm>
            <a:off x="5163833" y="34698435"/>
            <a:ext cx="250257" cy="250257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57BD62EA-A822-69CF-518F-0E406CAC56B6}"/>
              </a:ext>
            </a:extLst>
          </p:cNvPr>
          <p:cNvSpPr/>
          <p:nvPr/>
        </p:nvSpPr>
        <p:spPr>
          <a:xfrm>
            <a:off x="9139982" y="34710697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9497E03C-22F6-BFC6-A292-CD54EF0EB8FE}"/>
              </a:ext>
            </a:extLst>
          </p:cNvPr>
          <p:cNvSpPr/>
          <p:nvPr/>
        </p:nvSpPr>
        <p:spPr>
          <a:xfrm rot="18000000" flipH="1">
            <a:off x="5121423" y="29622098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2F3C6B9F-808E-10D5-0BD3-501518B8FC0E}"/>
              </a:ext>
            </a:extLst>
          </p:cNvPr>
          <p:cNvSpPr/>
          <p:nvPr/>
        </p:nvSpPr>
        <p:spPr>
          <a:xfrm rot="18000000" flipH="1">
            <a:off x="3183571" y="32977818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6E99FDA8-F82F-30DB-37E0-2E8C948413AC}"/>
              </a:ext>
            </a:extLst>
          </p:cNvPr>
          <p:cNvSpPr/>
          <p:nvPr/>
        </p:nvSpPr>
        <p:spPr>
          <a:xfrm rot="18000000" flipH="1">
            <a:off x="5620600" y="28782359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95205F1D-C943-E1AD-7B19-A144705F96D3}"/>
              </a:ext>
            </a:extLst>
          </p:cNvPr>
          <p:cNvSpPr/>
          <p:nvPr/>
        </p:nvSpPr>
        <p:spPr>
          <a:xfrm rot="18000000" flipH="1">
            <a:off x="3685156" y="3213166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04F8A229-503A-2389-B595-DE96E73CDC63}"/>
              </a:ext>
            </a:extLst>
          </p:cNvPr>
          <p:cNvSpPr/>
          <p:nvPr/>
        </p:nvSpPr>
        <p:spPr>
          <a:xfrm rot="18000000" flipH="1">
            <a:off x="4640694" y="30448283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68E4B8F6-75B6-BE21-FA90-96BD0F3CA1E9}"/>
              </a:ext>
            </a:extLst>
          </p:cNvPr>
          <p:cNvSpPr/>
          <p:nvPr/>
        </p:nvSpPr>
        <p:spPr>
          <a:xfrm rot="18000000" flipH="1">
            <a:off x="2653060" y="33829099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4D0C9387-A698-92DB-3FD0-CFE915CAD7C8}"/>
              </a:ext>
            </a:extLst>
          </p:cNvPr>
          <p:cNvSpPr/>
          <p:nvPr/>
        </p:nvSpPr>
        <p:spPr>
          <a:xfrm>
            <a:off x="6652335" y="33858327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CB86D3B7-A441-725E-EAD1-13C4AD7A6B15}"/>
              </a:ext>
            </a:extLst>
          </p:cNvPr>
          <p:cNvSpPr/>
          <p:nvPr/>
        </p:nvSpPr>
        <p:spPr>
          <a:xfrm>
            <a:off x="4705214" y="33841185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D8A6FC19-14A8-5945-6EEB-C898076A1620}"/>
              </a:ext>
            </a:extLst>
          </p:cNvPr>
          <p:cNvSpPr/>
          <p:nvPr/>
        </p:nvSpPr>
        <p:spPr>
          <a:xfrm>
            <a:off x="8681363" y="33853447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C49E6F13-287C-74AB-4121-9AED6EAD9552}"/>
              </a:ext>
            </a:extLst>
          </p:cNvPr>
          <p:cNvSpPr/>
          <p:nvPr/>
        </p:nvSpPr>
        <p:spPr>
          <a:xfrm>
            <a:off x="3642845" y="33884464"/>
            <a:ext cx="250257" cy="250257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C70A1854-A670-DCD9-BE12-EB3956000434}"/>
              </a:ext>
            </a:extLst>
          </p:cNvPr>
          <p:cNvSpPr/>
          <p:nvPr/>
        </p:nvSpPr>
        <p:spPr>
          <a:xfrm>
            <a:off x="7596692" y="33852122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C5650C86-18D4-3189-D6FE-773FFCA13F76}"/>
              </a:ext>
            </a:extLst>
          </p:cNvPr>
          <p:cNvSpPr/>
          <p:nvPr/>
        </p:nvSpPr>
        <p:spPr>
          <a:xfrm>
            <a:off x="5661075" y="33837954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60EA502F-1C4C-8923-DBAD-6650ECADC90F}"/>
              </a:ext>
            </a:extLst>
          </p:cNvPr>
          <p:cNvSpPr/>
          <p:nvPr/>
        </p:nvSpPr>
        <p:spPr>
          <a:xfrm>
            <a:off x="9637224" y="33850216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AB15CD3F-06A0-176B-E0AA-42661BD6CF3A}"/>
              </a:ext>
            </a:extLst>
          </p:cNvPr>
          <p:cNvSpPr/>
          <p:nvPr/>
        </p:nvSpPr>
        <p:spPr>
          <a:xfrm>
            <a:off x="7180329" y="33043462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D3C50AA0-02A8-D79B-0FC5-F82F7692B394}"/>
              </a:ext>
            </a:extLst>
          </p:cNvPr>
          <p:cNvSpPr/>
          <p:nvPr/>
        </p:nvSpPr>
        <p:spPr>
          <a:xfrm>
            <a:off x="9209357" y="33038582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01191090-CD6E-3132-128C-5277A0D41048}"/>
              </a:ext>
            </a:extLst>
          </p:cNvPr>
          <p:cNvSpPr/>
          <p:nvPr/>
        </p:nvSpPr>
        <p:spPr>
          <a:xfrm>
            <a:off x="4173937" y="32897995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88832E3E-59EF-DFBF-C852-A06455CD27FB}"/>
              </a:ext>
            </a:extLst>
          </p:cNvPr>
          <p:cNvSpPr/>
          <p:nvPr/>
        </p:nvSpPr>
        <p:spPr>
          <a:xfrm>
            <a:off x="8124686" y="33037257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05A4142A-862A-7298-70FB-716D7050B25D}"/>
              </a:ext>
            </a:extLst>
          </p:cNvPr>
          <p:cNvSpPr/>
          <p:nvPr/>
        </p:nvSpPr>
        <p:spPr>
          <a:xfrm>
            <a:off x="6673266" y="28759721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CB869896-D7FA-EED7-35B7-0AE42C144929}"/>
              </a:ext>
            </a:extLst>
          </p:cNvPr>
          <p:cNvSpPr/>
          <p:nvPr/>
        </p:nvSpPr>
        <p:spPr>
          <a:xfrm>
            <a:off x="7626926" y="32216605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5CB318F7-0F4C-3C1B-9F2F-D13B4F938A79}"/>
              </a:ext>
            </a:extLst>
          </p:cNvPr>
          <p:cNvSpPr/>
          <p:nvPr/>
        </p:nvSpPr>
        <p:spPr>
          <a:xfrm>
            <a:off x="5679805" y="32199463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A85B44DD-4591-8DC8-4A35-9E4228BA9113}"/>
              </a:ext>
            </a:extLst>
          </p:cNvPr>
          <p:cNvSpPr/>
          <p:nvPr/>
        </p:nvSpPr>
        <p:spPr>
          <a:xfrm>
            <a:off x="4671334" y="32198138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451C9190-DB53-49E2-F3BA-06E661020A71}"/>
              </a:ext>
            </a:extLst>
          </p:cNvPr>
          <p:cNvSpPr/>
          <p:nvPr/>
        </p:nvSpPr>
        <p:spPr>
          <a:xfrm>
            <a:off x="8571283" y="3221040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9C5187F5-A2B9-1D42-59DC-6BDF44FE866D}"/>
              </a:ext>
            </a:extLst>
          </p:cNvPr>
          <p:cNvSpPr/>
          <p:nvPr/>
        </p:nvSpPr>
        <p:spPr>
          <a:xfrm>
            <a:off x="6635666" y="32196232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C7DA1416-A9C3-D3B3-CF2A-A9FC063A5870}"/>
              </a:ext>
            </a:extLst>
          </p:cNvPr>
          <p:cNvSpPr/>
          <p:nvPr/>
        </p:nvSpPr>
        <p:spPr>
          <a:xfrm>
            <a:off x="8120145" y="31317121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D19615A3-9EE0-A584-781D-FD9887C3293A}"/>
              </a:ext>
            </a:extLst>
          </p:cNvPr>
          <p:cNvSpPr/>
          <p:nvPr/>
        </p:nvSpPr>
        <p:spPr>
          <a:xfrm>
            <a:off x="6173024" y="31299979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ED24260F-C8B8-0BA7-9E21-000B41EB9A97}"/>
              </a:ext>
            </a:extLst>
          </p:cNvPr>
          <p:cNvSpPr/>
          <p:nvPr/>
        </p:nvSpPr>
        <p:spPr>
          <a:xfrm>
            <a:off x="5164553" y="31298654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424B3FA0-DBEB-04F9-E544-238EE24FF6B7}"/>
              </a:ext>
            </a:extLst>
          </p:cNvPr>
          <p:cNvSpPr/>
          <p:nvPr/>
        </p:nvSpPr>
        <p:spPr>
          <a:xfrm>
            <a:off x="7128885" y="31296748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3CCA664E-65C7-DB9C-7F17-FAD463795E00}"/>
              </a:ext>
            </a:extLst>
          </p:cNvPr>
          <p:cNvSpPr/>
          <p:nvPr/>
        </p:nvSpPr>
        <p:spPr>
          <a:xfrm>
            <a:off x="6696911" y="30454285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60581EC5-3A6B-E658-D2F6-37BEC4BCCF38}"/>
              </a:ext>
            </a:extLst>
          </p:cNvPr>
          <p:cNvSpPr/>
          <p:nvPr/>
        </p:nvSpPr>
        <p:spPr>
          <a:xfrm>
            <a:off x="5612240" y="3045296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0DA34A3C-D3E5-EA15-F76F-0FF6CCD5B147}"/>
              </a:ext>
            </a:extLst>
          </p:cNvPr>
          <p:cNvSpPr/>
          <p:nvPr/>
        </p:nvSpPr>
        <p:spPr>
          <a:xfrm>
            <a:off x="7652772" y="30451054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1D047912-64C0-D31B-6B1B-CC94B5E5B38F}"/>
              </a:ext>
            </a:extLst>
          </p:cNvPr>
          <p:cNvSpPr/>
          <p:nvPr/>
        </p:nvSpPr>
        <p:spPr>
          <a:xfrm>
            <a:off x="7187243" y="29581905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9ABF76B9-E175-0212-E230-6FE58F682CEB}"/>
              </a:ext>
            </a:extLst>
          </p:cNvPr>
          <p:cNvSpPr/>
          <p:nvPr/>
        </p:nvSpPr>
        <p:spPr>
          <a:xfrm>
            <a:off x="6102572" y="2958058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1543263E-6A57-4D58-D5D8-567CC35264DA}"/>
              </a:ext>
            </a:extLst>
          </p:cNvPr>
          <p:cNvCxnSpPr/>
          <p:nvPr/>
        </p:nvCxnSpPr>
        <p:spPr>
          <a:xfrm>
            <a:off x="6701582" y="36032189"/>
            <a:ext cx="2438400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E506F507-0B88-61B0-FC51-C40E52C8CF9F}"/>
              </a:ext>
            </a:extLst>
          </p:cNvPr>
          <p:cNvSpPr txBox="1"/>
          <p:nvPr/>
        </p:nvSpPr>
        <p:spPr>
          <a:xfrm>
            <a:off x="9666593" y="30586368"/>
            <a:ext cx="979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y=y’</a:t>
            </a:r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817CCD99-2D92-1A15-EC31-3D84D8E0ECAC}"/>
              </a:ext>
            </a:extLst>
          </p:cNvPr>
          <p:cNvCxnSpPr>
            <a:cxnSpLocks/>
          </p:cNvCxnSpPr>
          <p:nvPr/>
        </p:nvCxnSpPr>
        <p:spPr>
          <a:xfrm flipH="1" flipV="1">
            <a:off x="9407905" y="31092568"/>
            <a:ext cx="1019064" cy="185163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6241E50D-A8C2-AA71-2BE3-AA03E99DDC9E}"/>
              </a:ext>
            </a:extLst>
          </p:cNvPr>
          <p:cNvCxnSpPr>
            <a:cxnSpLocks/>
          </p:cNvCxnSpPr>
          <p:nvPr/>
        </p:nvCxnSpPr>
        <p:spPr>
          <a:xfrm>
            <a:off x="2322621" y="31407961"/>
            <a:ext cx="2531763" cy="435307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1B0E0F47-4579-3E47-44E7-4F672E9D5056}"/>
              </a:ext>
            </a:extLst>
          </p:cNvPr>
          <p:cNvCxnSpPr>
            <a:cxnSpLocks/>
          </p:cNvCxnSpPr>
          <p:nvPr/>
        </p:nvCxnSpPr>
        <p:spPr>
          <a:xfrm>
            <a:off x="3200229" y="31116568"/>
            <a:ext cx="2897850" cy="498252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F03CA44C-A1DF-E695-195A-5EC646765B27}"/>
              </a:ext>
            </a:extLst>
          </p:cNvPr>
          <p:cNvSpPr txBox="1"/>
          <p:nvPr/>
        </p:nvSpPr>
        <p:spPr>
          <a:xfrm>
            <a:off x="2092528" y="33225207"/>
            <a:ext cx="19976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5"/>
                </a:solidFill>
              </a:rPr>
              <a:t>(2,1)=[2,0]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1A9A0FC3-151A-4EF4-5693-875A7B3FF496}"/>
              </a:ext>
            </a:extLst>
          </p:cNvPr>
          <p:cNvSpPr txBox="1"/>
          <p:nvPr/>
        </p:nvSpPr>
        <p:spPr>
          <a:xfrm>
            <a:off x="8345852" y="29269627"/>
            <a:ext cx="989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L=8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9A149329-E573-FF53-75CF-B5C9E9CDA898}"/>
              </a:ext>
            </a:extLst>
          </p:cNvPr>
          <p:cNvSpPr txBox="1"/>
          <p:nvPr/>
        </p:nvSpPr>
        <p:spPr>
          <a:xfrm>
            <a:off x="6334920" y="35081646"/>
            <a:ext cx="31710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(L/2,0)=[L/2,-L/4]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8106E4A1-82E2-AA75-06F7-09583034B085}"/>
              </a:ext>
            </a:extLst>
          </p:cNvPr>
          <p:cNvSpPr txBox="1"/>
          <p:nvPr/>
        </p:nvSpPr>
        <p:spPr>
          <a:xfrm>
            <a:off x="9285593" y="35758364"/>
            <a:ext cx="393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x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E162A519-DADC-CC85-E1C5-8BFF6C72DD6C}"/>
              </a:ext>
            </a:extLst>
          </p:cNvPr>
          <p:cNvSpPr txBox="1"/>
          <p:nvPr/>
        </p:nvSpPr>
        <p:spPr>
          <a:xfrm>
            <a:off x="3640048" y="34315809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5D68C0DF-AE0A-490A-1933-32A79C52B5CC}"/>
              </a:ext>
            </a:extLst>
          </p:cNvPr>
          <p:cNvSpPr txBox="1"/>
          <p:nvPr/>
        </p:nvSpPr>
        <p:spPr>
          <a:xfrm>
            <a:off x="4696431" y="34295879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A982310C-42B5-3E5C-1913-B2476FF3E3E9}"/>
              </a:ext>
            </a:extLst>
          </p:cNvPr>
          <p:cNvSpPr txBox="1"/>
          <p:nvPr/>
        </p:nvSpPr>
        <p:spPr>
          <a:xfrm>
            <a:off x="5599011" y="34270000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6E440FEC-4B32-8DF4-B9E5-3CF31301DA55}"/>
              </a:ext>
            </a:extLst>
          </p:cNvPr>
          <p:cNvSpPr txBox="1"/>
          <p:nvPr/>
        </p:nvSpPr>
        <p:spPr>
          <a:xfrm>
            <a:off x="5143301" y="33994578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E5D55443-7CB8-F793-149A-A168E88C3B5E}"/>
              </a:ext>
            </a:extLst>
          </p:cNvPr>
          <p:cNvSpPr txBox="1"/>
          <p:nvPr/>
        </p:nvSpPr>
        <p:spPr>
          <a:xfrm>
            <a:off x="4168683" y="33957383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90386513-190E-B2C5-C050-4A61D0C2458E}"/>
              </a:ext>
            </a:extLst>
          </p:cNvPr>
          <p:cNvSpPr txBox="1"/>
          <p:nvPr/>
        </p:nvSpPr>
        <p:spPr>
          <a:xfrm>
            <a:off x="5084039" y="33422301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9735999A-769B-B772-B6F9-A27FCA8D4B08}"/>
              </a:ext>
            </a:extLst>
          </p:cNvPr>
          <p:cNvSpPr txBox="1"/>
          <p:nvPr/>
        </p:nvSpPr>
        <p:spPr>
          <a:xfrm>
            <a:off x="5633821" y="33178818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E22E8B13-0EF3-B533-90D1-29CED345E190}"/>
              </a:ext>
            </a:extLst>
          </p:cNvPr>
          <p:cNvSpPr txBox="1"/>
          <p:nvPr/>
        </p:nvSpPr>
        <p:spPr>
          <a:xfrm>
            <a:off x="3151913" y="34023640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x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45D7590-9A42-35EC-281D-BF7E87444118}"/>
              </a:ext>
            </a:extLst>
          </p:cNvPr>
          <p:cNvSpPr txBox="1"/>
          <p:nvPr/>
        </p:nvSpPr>
        <p:spPr>
          <a:xfrm>
            <a:off x="2641393" y="34304505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x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6446E9DD-2F87-C784-E2DC-4F29B4DDB5CE}"/>
              </a:ext>
            </a:extLst>
          </p:cNvPr>
          <p:cNvSpPr txBox="1"/>
          <p:nvPr/>
        </p:nvSpPr>
        <p:spPr>
          <a:xfrm>
            <a:off x="4180060" y="33418641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x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9672721E-9A9D-5910-DC2A-CB03E5207D16}"/>
              </a:ext>
            </a:extLst>
          </p:cNvPr>
          <p:cNvSpPr txBox="1"/>
          <p:nvPr/>
        </p:nvSpPr>
        <p:spPr>
          <a:xfrm>
            <a:off x="4690080" y="33133720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x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700D8DF5-ADA0-2306-6DA4-C4EB9D3437C5}"/>
              </a:ext>
            </a:extLst>
          </p:cNvPr>
          <p:cNvSpPr txBox="1"/>
          <p:nvPr/>
        </p:nvSpPr>
        <p:spPr>
          <a:xfrm>
            <a:off x="5623812" y="32588499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x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047DD239-3ACA-3CFD-5663-F8D04CCC96D2}"/>
              </a:ext>
            </a:extLst>
          </p:cNvPr>
          <p:cNvSpPr txBox="1"/>
          <p:nvPr/>
        </p:nvSpPr>
        <p:spPr>
          <a:xfrm>
            <a:off x="6118091" y="32308508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DFF98D6F-E1B9-77F4-B384-DC43B48C7134}"/>
              </a:ext>
            </a:extLst>
          </p:cNvPr>
          <p:cNvSpPr txBox="1"/>
          <p:nvPr/>
        </p:nvSpPr>
        <p:spPr>
          <a:xfrm>
            <a:off x="6101640" y="33429450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x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EEF2B53A-D4B7-26EE-FE77-D238630BC046}"/>
              </a:ext>
            </a:extLst>
          </p:cNvPr>
          <p:cNvSpPr txBox="1"/>
          <p:nvPr/>
        </p:nvSpPr>
        <p:spPr>
          <a:xfrm>
            <a:off x="6110087" y="34029892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x</a:t>
            </a:r>
          </a:p>
        </p:txBody>
      </p:sp>
      <p:sp>
        <p:nvSpPr>
          <p:cNvPr id="283" name="Triangle 282">
            <a:extLst>
              <a:ext uri="{FF2B5EF4-FFF2-40B4-BE49-F238E27FC236}">
                <a16:creationId xmlns:a16="http://schemas.microsoft.com/office/drawing/2014/main" id="{D7C84D71-FF8C-D1FF-5A6B-4757053331EE}"/>
              </a:ext>
            </a:extLst>
          </p:cNvPr>
          <p:cNvSpPr/>
          <p:nvPr/>
        </p:nvSpPr>
        <p:spPr>
          <a:xfrm>
            <a:off x="1309397" y="35283457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9E45FC0D-113F-C20D-EA59-E29BACAD8ADB}"/>
              </a:ext>
            </a:extLst>
          </p:cNvPr>
          <p:cNvSpPr txBox="1"/>
          <p:nvPr/>
        </p:nvSpPr>
        <p:spPr>
          <a:xfrm>
            <a:off x="1618711" y="3566118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XZ</a:t>
            </a:r>
          </a:p>
        </p:txBody>
      </p:sp>
      <p:sp>
        <p:nvSpPr>
          <p:cNvPr id="285" name="Triangle 284">
            <a:extLst>
              <a:ext uri="{FF2B5EF4-FFF2-40B4-BE49-F238E27FC236}">
                <a16:creationId xmlns:a16="http://schemas.microsoft.com/office/drawing/2014/main" id="{7F13E39C-DBB3-B4BB-5B73-4608622DF659}"/>
              </a:ext>
            </a:extLst>
          </p:cNvPr>
          <p:cNvSpPr/>
          <p:nvPr/>
        </p:nvSpPr>
        <p:spPr>
          <a:xfrm flipV="1">
            <a:off x="2199413" y="35320911"/>
            <a:ext cx="1003774" cy="865322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740A9727-13E4-B40A-1CCA-16291AA5C3C8}"/>
              </a:ext>
            </a:extLst>
          </p:cNvPr>
          <p:cNvSpPr txBox="1"/>
          <p:nvPr/>
        </p:nvSpPr>
        <p:spPr>
          <a:xfrm>
            <a:off x="2488339" y="35454306"/>
            <a:ext cx="427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ZY</a:t>
            </a: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3C90DB73-DAB6-E3F8-7C83-94778F1BB279}"/>
              </a:ext>
            </a:extLst>
          </p:cNvPr>
          <p:cNvSpPr/>
          <p:nvPr/>
        </p:nvSpPr>
        <p:spPr>
          <a:xfrm rot="18000000" flipH="1">
            <a:off x="1213234" y="3599963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DB1F7900-4477-67A1-B11E-2A07BC38B9E3}"/>
              </a:ext>
            </a:extLst>
          </p:cNvPr>
          <p:cNvSpPr/>
          <p:nvPr/>
        </p:nvSpPr>
        <p:spPr>
          <a:xfrm rot="18000000" flipH="1">
            <a:off x="2581653" y="35999629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9E84E0BC-E2BA-8B31-DD6F-9FB1310496E8}"/>
              </a:ext>
            </a:extLst>
          </p:cNvPr>
          <p:cNvSpPr txBox="1"/>
          <p:nvPr/>
        </p:nvSpPr>
        <p:spPr>
          <a:xfrm>
            <a:off x="545910" y="34051165"/>
            <a:ext cx="1774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(0,0)=[0,0]</a:t>
            </a: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3E6F6009-6FD1-F4BC-B607-9868F87BF31E}"/>
              </a:ext>
            </a:extLst>
          </p:cNvPr>
          <p:cNvSpPr txBox="1"/>
          <p:nvPr/>
        </p:nvSpPr>
        <p:spPr>
          <a:xfrm>
            <a:off x="630072" y="29672507"/>
            <a:ext cx="173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(</a:t>
            </a:r>
            <a:r>
              <a:rPr lang="en-US" sz="2800" dirty="0" err="1"/>
              <a:t>x,y</a:t>
            </a:r>
            <a:r>
              <a:rPr lang="en-US" sz="2800" dirty="0"/>
              <a:t>); [</a:t>
            </a:r>
            <a:r>
              <a:rPr lang="en-US" sz="2800" dirty="0" err="1"/>
              <a:t>x’,y</a:t>
            </a:r>
            <a:r>
              <a:rPr lang="en-US" sz="2800" dirty="0"/>
              <a:t>’]</a:t>
            </a: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379AADD1-4CFF-A395-0765-44C6169811B4}"/>
              </a:ext>
            </a:extLst>
          </p:cNvPr>
          <p:cNvSpPr txBox="1"/>
          <p:nvPr/>
        </p:nvSpPr>
        <p:spPr>
          <a:xfrm>
            <a:off x="1929950" y="34919805"/>
            <a:ext cx="24653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(1,0)=[1,-1/2]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E270F9CB-5776-98D9-0239-B60DBC15259C}"/>
                  </a:ext>
                </a:extLst>
              </p:cNvPr>
              <p:cNvSpPr txBox="1"/>
              <p:nvPr/>
            </p:nvSpPr>
            <p:spPr>
              <a:xfrm>
                <a:off x="559558" y="30366269"/>
                <a:ext cx="12504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E270F9CB-5776-98D9-0239-B60DBC152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58" y="30366269"/>
                <a:ext cx="1250407" cy="523220"/>
              </a:xfrm>
              <a:prstGeom prst="rect">
                <a:avLst/>
              </a:prstGeom>
              <a:blipFill>
                <a:blip r:embed="rId15"/>
                <a:stretch>
                  <a:fillRect t="-9302" r="-13131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5" name="TextBox 464">
                <a:extLst>
                  <a:ext uri="{FF2B5EF4-FFF2-40B4-BE49-F238E27FC236}">
                    <a16:creationId xmlns:a16="http://schemas.microsoft.com/office/drawing/2014/main" id="{3DC28241-CFA8-467B-4691-F086B4A5E8FE}"/>
                  </a:ext>
                </a:extLst>
              </p:cNvPr>
              <p:cNvSpPr txBox="1"/>
              <p:nvPr/>
            </p:nvSpPr>
            <p:spPr>
              <a:xfrm>
                <a:off x="561832" y="30805271"/>
                <a:ext cx="1891672" cy="8274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65" name="TextBox 464">
                <a:extLst>
                  <a:ext uri="{FF2B5EF4-FFF2-40B4-BE49-F238E27FC236}">
                    <a16:creationId xmlns:a16="http://schemas.microsoft.com/office/drawing/2014/main" id="{3DC28241-CFA8-467B-4691-F086B4A5E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32" y="30805271"/>
                <a:ext cx="1891672" cy="827471"/>
              </a:xfrm>
              <a:prstGeom prst="rect">
                <a:avLst/>
              </a:prstGeom>
              <a:blipFill>
                <a:blip r:embed="rId16"/>
                <a:stretch>
                  <a:fillRect r="-8725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6" name="Oval 465">
            <a:extLst>
              <a:ext uri="{FF2B5EF4-FFF2-40B4-BE49-F238E27FC236}">
                <a16:creationId xmlns:a16="http://schemas.microsoft.com/office/drawing/2014/main" id="{0872B07E-E2A7-DEB8-FCDD-5091BEF1EEFB}"/>
              </a:ext>
            </a:extLst>
          </p:cNvPr>
          <p:cNvSpPr/>
          <p:nvPr/>
        </p:nvSpPr>
        <p:spPr>
          <a:xfrm>
            <a:off x="5097422" y="32929529"/>
            <a:ext cx="250257" cy="250257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2EE43FB1-644D-072D-0BBE-E04B9415D2DF}"/>
              </a:ext>
            </a:extLst>
          </p:cNvPr>
          <p:cNvSpPr txBox="1"/>
          <p:nvPr/>
        </p:nvSpPr>
        <p:spPr>
          <a:xfrm>
            <a:off x="2669816" y="32332047"/>
            <a:ext cx="3031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5"/>
                </a:solidFill>
              </a:rPr>
              <a:t>(L/2,L/4)=[L/2,0]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8" name="TextBox 467">
                <a:extLst>
                  <a:ext uri="{FF2B5EF4-FFF2-40B4-BE49-F238E27FC236}">
                    <a16:creationId xmlns:a16="http://schemas.microsoft.com/office/drawing/2014/main" id="{0A20F6FD-A82C-6AFA-31E5-B9739DA5E456}"/>
                  </a:ext>
                </a:extLst>
              </p:cNvPr>
              <p:cNvSpPr txBox="1"/>
              <p:nvPr/>
            </p:nvSpPr>
            <p:spPr>
              <a:xfrm>
                <a:off x="9805504" y="34863980"/>
                <a:ext cx="1921808" cy="1042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68" name="TextBox 467">
                <a:extLst>
                  <a:ext uri="{FF2B5EF4-FFF2-40B4-BE49-F238E27FC236}">
                    <a16:creationId xmlns:a16="http://schemas.microsoft.com/office/drawing/2014/main" id="{0A20F6FD-A82C-6AFA-31E5-B9739DA5E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5504" y="34863980"/>
                <a:ext cx="1921808" cy="1042914"/>
              </a:xfrm>
              <a:prstGeom prst="rect">
                <a:avLst/>
              </a:prstGeom>
              <a:blipFill>
                <a:blip r:embed="rId17"/>
                <a:stretch>
                  <a:fillRect r="-9868" b="-8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0" name="Oval 469">
            <a:extLst>
              <a:ext uri="{FF2B5EF4-FFF2-40B4-BE49-F238E27FC236}">
                <a16:creationId xmlns:a16="http://schemas.microsoft.com/office/drawing/2014/main" id="{583D23CB-7C95-6906-EBFE-FCDFB7C92122}"/>
              </a:ext>
            </a:extLst>
          </p:cNvPr>
          <p:cNvSpPr/>
          <p:nvPr/>
        </p:nvSpPr>
        <p:spPr>
          <a:xfrm>
            <a:off x="6136002" y="32995123"/>
            <a:ext cx="250257" cy="250257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15060226-90EE-D4CA-CCBC-6F94AE986C76}"/>
              </a:ext>
            </a:extLst>
          </p:cNvPr>
          <p:cNvSpPr txBox="1"/>
          <p:nvPr/>
        </p:nvSpPr>
        <p:spPr>
          <a:xfrm>
            <a:off x="6270644" y="32542669"/>
            <a:ext cx="47676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4"/>
                </a:solidFill>
              </a:rPr>
              <a:t>(L/2+1,2)=[L/2+1,3/2-L/4]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2" name="TextBox 471">
                <a:extLst>
                  <a:ext uri="{FF2B5EF4-FFF2-40B4-BE49-F238E27FC236}">
                    <a16:creationId xmlns:a16="http://schemas.microsoft.com/office/drawing/2014/main" id="{E5F5A8DD-995B-98D8-2B26-CDA2491B7AEA}"/>
                  </a:ext>
                </a:extLst>
              </p:cNvPr>
              <p:cNvSpPr txBox="1"/>
              <p:nvPr/>
            </p:nvSpPr>
            <p:spPr>
              <a:xfrm>
                <a:off x="4290342" y="26496578"/>
                <a:ext cx="2558200" cy="10143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72" name="TextBox 471">
                <a:extLst>
                  <a:ext uri="{FF2B5EF4-FFF2-40B4-BE49-F238E27FC236}">
                    <a16:creationId xmlns:a16="http://schemas.microsoft.com/office/drawing/2014/main" id="{E5F5A8DD-995B-98D8-2B26-CDA2491B7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342" y="26496578"/>
                <a:ext cx="2558200" cy="1014317"/>
              </a:xfrm>
              <a:prstGeom prst="rect">
                <a:avLst/>
              </a:prstGeom>
              <a:blipFill>
                <a:blip r:embed="rId18"/>
                <a:stretch>
                  <a:fillRect r="-6897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3" name="TextBox 472">
                <a:extLst>
                  <a:ext uri="{FF2B5EF4-FFF2-40B4-BE49-F238E27FC236}">
                    <a16:creationId xmlns:a16="http://schemas.microsoft.com/office/drawing/2014/main" id="{AE06D503-86E7-A35B-35D8-5AD54E57E722}"/>
                  </a:ext>
                </a:extLst>
              </p:cNvPr>
              <p:cNvSpPr txBox="1"/>
              <p:nvPr/>
            </p:nvSpPr>
            <p:spPr>
              <a:xfrm>
                <a:off x="8284127" y="30353874"/>
                <a:ext cx="137127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′=0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73" name="TextBox 472">
                <a:extLst>
                  <a:ext uri="{FF2B5EF4-FFF2-40B4-BE49-F238E27FC236}">
                    <a16:creationId xmlns:a16="http://schemas.microsoft.com/office/drawing/2014/main" id="{AE06D503-86E7-A35B-35D8-5AD54E57E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4127" y="30353874"/>
                <a:ext cx="1371273" cy="584775"/>
              </a:xfrm>
              <a:prstGeom prst="rect">
                <a:avLst/>
              </a:prstGeom>
              <a:blipFill>
                <a:blip r:embed="rId19"/>
                <a:stretch>
                  <a:fillRect l="-4587" t="-10638" r="-13761" b="-34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92365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riangle 21">
            <a:extLst>
              <a:ext uri="{FF2B5EF4-FFF2-40B4-BE49-F238E27FC236}">
                <a16:creationId xmlns:a16="http://schemas.microsoft.com/office/drawing/2014/main" id="{3DEBD663-C019-32EE-F711-BB2CEC98578C}"/>
              </a:ext>
            </a:extLst>
          </p:cNvPr>
          <p:cNvSpPr/>
          <p:nvPr/>
        </p:nvSpPr>
        <p:spPr>
          <a:xfrm>
            <a:off x="12287963" y="9794379"/>
            <a:ext cx="7914368" cy="6822731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F6B97CA-71FB-5B32-86FC-1463CACB17DD}"/>
              </a:ext>
            </a:extLst>
          </p:cNvPr>
          <p:cNvSpPr/>
          <p:nvPr/>
        </p:nvSpPr>
        <p:spPr>
          <a:xfrm>
            <a:off x="20061705" y="16437988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DB26BA3-79FE-6A2F-D6FD-A347EDC72A5D}"/>
              </a:ext>
            </a:extLst>
          </p:cNvPr>
          <p:cNvCxnSpPr>
            <a:cxnSpLocks/>
          </p:cNvCxnSpPr>
          <p:nvPr/>
        </p:nvCxnSpPr>
        <p:spPr>
          <a:xfrm rot="5400000">
            <a:off x="12059285" y="13526490"/>
            <a:ext cx="837172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15DC093-41E3-C43F-6E6E-B9CE68132F08}"/>
              </a:ext>
            </a:extLst>
          </p:cNvPr>
          <p:cNvSpPr/>
          <p:nvPr/>
        </p:nvSpPr>
        <p:spPr>
          <a:xfrm>
            <a:off x="16135515" y="9723244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440F0B6-0B0A-F486-D5B7-A5228898F135}"/>
              </a:ext>
            </a:extLst>
          </p:cNvPr>
          <p:cNvCxnSpPr>
            <a:cxnSpLocks/>
          </p:cNvCxnSpPr>
          <p:nvPr/>
        </p:nvCxnSpPr>
        <p:spPr>
          <a:xfrm rot="1800000">
            <a:off x="12569696" y="14641926"/>
            <a:ext cx="837172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5369B6F-577A-9B1C-77FD-D97498B7FA09}"/>
              </a:ext>
            </a:extLst>
          </p:cNvPr>
          <p:cNvCxnSpPr>
            <a:cxnSpLocks/>
          </p:cNvCxnSpPr>
          <p:nvPr/>
        </p:nvCxnSpPr>
        <p:spPr>
          <a:xfrm rot="19800000" flipH="1">
            <a:off x="11250477" y="14814237"/>
            <a:ext cx="837172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ED173C5A-D348-36BE-051E-5F35900E8C96}"/>
              </a:ext>
            </a:extLst>
          </p:cNvPr>
          <p:cNvSpPr/>
          <p:nvPr/>
        </p:nvSpPr>
        <p:spPr>
          <a:xfrm>
            <a:off x="13471412" y="14160314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1270187-5D3F-1654-8846-9906D4CB0240}"/>
              </a:ext>
            </a:extLst>
          </p:cNvPr>
          <p:cNvSpPr/>
          <p:nvPr/>
        </p:nvSpPr>
        <p:spPr>
          <a:xfrm rot="18000000" flipH="1">
            <a:off x="14745999" y="11958746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B891FA5-B2AF-B217-22C9-26A0DA1B50DD}"/>
              </a:ext>
            </a:extLst>
          </p:cNvPr>
          <p:cNvSpPr/>
          <p:nvPr/>
        </p:nvSpPr>
        <p:spPr>
          <a:xfrm>
            <a:off x="18718572" y="14158381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F26FA1E-4836-6DF7-C18F-228E172295B6}"/>
              </a:ext>
            </a:extLst>
          </p:cNvPr>
          <p:cNvSpPr/>
          <p:nvPr/>
        </p:nvSpPr>
        <p:spPr>
          <a:xfrm>
            <a:off x="17516084" y="18988139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7AAD33E7-76D9-3167-97CC-34C1416F0FD5}"/>
              </a:ext>
            </a:extLst>
          </p:cNvPr>
          <p:cNvSpPr/>
          <p:nvPr/>
        </p:nvSpPr>
        <p:spPr>
          <a:xfrm>
            <a:off x="17358860" y="16488759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A815399-1E6E-B47C-2A2A-6F9D4D98F34D}"/>
              </a:ext>
            </a:extLst>
          </p:cNvPr>
          <p:cNvSpPr/>
          <p:nvPr/>
        </p:nvSpPr>
        <p:spPr>
          <a:xfrm>
            <a:off x="14844244" y="16491981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EBECC87-D8E4-8025-74FD-8071291E8ED8}"/>
              </a:ext>
            </a:extLst>
          </p:cNvPr>
          <p:cNvSpPr/>
          <p:nvPr/>
        </p:nvSpPr>
        <p:spPr>
          <a:xfrm>
            <a:off x="16107501" y="14207301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F7C76EB3-5293-366C-9EB4-267316122425}"/>
              </a:ext>
            </a:extLst>
          </p:cNvPr>
          <p:cNvSpPr/>
          <p:nvPr/>
        </p:nvSpPr>
        <p:spPr>
          <a:xfrm>
            <a:off x="17451986" y="11945829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0AA721F-4B1C-8EC0-8064-DC6CCADFB9ED}"/>
              </a:ext>
            </a:extLst>
          </p:cNvPr>
          <p:cNvCxnSpPr/>
          <p:nvPr/>
        </p:nvCxnSpPr>
        <p:spPr>
          <a:xfrm>
            <a:off x="16682005" y="17822504"/>
            <a:ext cx="2438400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A26DCE4-7A74-55F5-73C3-590FC4FC9713}"/>
              </a:ext>
            </a:extLst>
          </p:cNvPr>
          <p:cNvSpPr txBox="1"/>
          <p:nvPr/>
        </p:nvSpPr>
        <p:spPr>
          <a:xfrm>
            <a:off x="19647016" y="12376683"/>
            <a:ext cx="393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y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AE0970C-6100-5459-BB2D-AF31AFDD2230}"/>
              </a:ext>
            </a:extLst>
          </p:cNvPr>
          <p:cNvCxnSpPr>
            <a:cxnSpLocks/>
          </p:cNvCxnSpPr>
          <p:nvPr/>
        </p:nvCxnSpPr>
        <p:spPr>
          <a:xfrm flipH="1" flipV="1">
            <a:off x="19388328" y="12882883"/>
            <a:ext cx="1019064" cy="185163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9E155CE-0BE2-852C-10F8-994077003856}"/>
              </a:ext>
            </a:extLst>
          </p:cNvPr>
          <p:cNvCxnSpPr>
            <a:cxnSpLocks/>
          </p:cNvCxnSpPr>
          <p:nvPr/>
        </p:nvCxnSpPr>
        <p:spPr>
          <a:xfrm>
            <a:off x="12824126" y="12929197"/>
            <a:ext cx="2897850" cy="498252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AE4DACDF-0C6C-1DB5-F4C2-C99163F3CF63}"/>
              </a:ext>
            </a:extLst>
          </p:cNvPr>
          <p:cNvSpPr txBox="1"/>
          <p:nvPr/>
        </p:nvSpPr>
        <p:spPr>
          <a:xfrm>
            <a:off x="18332684" y="10488410"/>
            <a:ext cx="989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L=3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CF9F62B-EF20-3744-1B63-56DE804E7A25}"/>
              </a:ext>
            </a:extLst>
          </p:cNvPr>
          <p:cNvSpPr txBox="1"/>
          <p:nvPr/>
        </p:nvSpPr>
        <p:spPr>
          <a:xfrm>
            <a:off x="19266016" y="17548679"/>
            <a:ext cx="393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x</a:t>
            </a:r>
          </a:p>
        </p:txBody>
      </p:sp>
      <p:sp>
        <p:nvSpPr>
          <p:cNvPr id="97" name="Triangle 96">
            <a:extLst>
              <a:ext uri="{FF2B5EF4-FFF2-40B4-BE49-F238E27FC236}">
                <a16:creationId xmlns:a16="http://schemas.microsoft.com/office/drawing/2014/main" id="{39B8E18B-06D8-0BAB-B6E0-C41C47784566}"/>
              </a:ext>
            </a:extLst>
          </p:cNvPr>
          <p:cNvSpPr/>
          <p:nvPr/>
        </p:nvSpPr>
        <p:spPr>
          <a:xfrm>
            <a:off x="11289820" y="17073772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2BA38C9-B24B-6258-18CF-9330CB643189}"/>
              </a:ext>
            </a:extLst>
          </p:cNvPr>
          <p:cNvSpPr txBox="1"/>
          <p:nvPr/>
        </p:nvSpPr>
        <p:spPr>
          <a:xfrm>
            <a:off x="11599134" y="1745150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XZ</a:t>
            </a:r>
          </a:p>
        </p:txBody>
      </p:sp>
      <p:sp>
        <p:nvSpPr>
          <p:cNvPr id="99" name="Triangle 98">
            <a:extLst>
              <a:ext uri="{FF2B5EF4-FFF2-40B4-BE49-F238E27FC236}">
                <a16:creationId xmlns:a16="http://schemas.microsoft.com/office/drawing/2014/main" id="{10DE9DED-3600-C89B-C381-6D296B5D6279}"/>
              </a:ext>
            </a:extLst>
          </p:cNvPr>
          <p:cNvSpPr/>
          <p:nvPr/>
        </p:nvSpPr>
        <p:spPr>
          <a:xfrm flipV="1">
            <a:off x="12179836" y="17111226"/>
            <a:ext cx="1003774" cy="865322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CBA8E0B-23B6-4712-21B9-A856A2FC843D}"/>
              </a:ext>
            </a:extLst>
          </p:cNvPr>
          <p:cNvSpPr txBox="1"/>
          <p:nvPr/>
        </p:nvSpPr>
        <p:spPr>
          <a:xfrm>
            <a:off x="12468762" y="17244621"/>
            <a:ext cx="427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ZY</a:t>
            </a: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BAE03BA5-375C-8B50-2D8A-03EFA517C92B}"/>
              </a:ext>
            </a:extLst>
          </p:cNvPr>
          <p:cNvSpPr/>
          <p:nvPr/>
        </p:nvSpPr>
        <p:spPr>
          <a:xfrm rot="18000000" flipH="1">
            <a:off x="11193657" y="17789945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D50E334F-DA9E-0819-D38F-60FAB967C410}"/>
              </a:ext>
            </a:extLst>
          </p:cNvPr>
          <p:cNvSpPr/>
          <p:nvPr/>
        </p:nvSpPr>
        <p:spPr>
          <a:xfrm rot="18000000" flipH="1">
            <a:off x="12562076" y="17789944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7CB5AE10-C98E-3FD8-F48C-C2EF0BF2815A}"/>
              </a:ext>
            </a:extLst>
          </p:cNvPr>
          <p:cNvCxnSpPr>
            <a:cxnSpLocks/>
          </p:cNvCxnSpPr>
          <p:nvPr/>
        </p:nvCxnSpPr>
        <p:spPr>
          <a:xfrm flipH="1">
            <a:off x="16671464" y="13013905"/>
            <a:ext cx="2897850" cy="498252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33737B2A-744D-2AC6-0E70-2FE4E60916F6}"/>
              </a:ext>
            </a:extLst>
          </p:cNvPr>
          <p:cNvCxnSpPr>
            <a:cxnSpLocks/>
          </p:cNvCxnSpPr>
          <p:nvPr/>
        </p:nvCxnSpPr>
        <p:spPr>
          <a:xfrm>
            <a:off x="12597110" y="12083874"/>
            <a:ext cx="646429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38D9164-1D27-9E9F-B4CA-AF8F76427C51}"/>
              </a:ext>
            </a:extLst>
          </p:cNvPr>
          <p:cNvCxnSpPr>
            <a:cxnSpLocks/>
          </p:cNvCxnSpPr>
          <p:nvPr/>
        </p:nvCxnSpPr>
        <p:spPr>
          <a:xfrm flipH="1">
            <a:off x="14450376" y="11745377"/>
            <a:ext cx="3315965" cy="570142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ED03A669-041E-4CBA-BA8F-996160E03B9C}"/>
              </a:ext>
            </a:extLst>
          </p:cNvPr>
          <p:cNvCxnSpPr>
            <a:cxnSpLocks/>
          </p:cNvCxnSpPr>
          <p:nvPr/>
        </p:nvCxnSpPr>
        <p:spPr>
          <a:xfrm>
            <a:off x="14426495" y="11275262"/>
            <a:ext cx="3526761" cy="606386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086A355-C7BD-A380-68D8-EB8AF0DB187D}"/>
              </a:ext>
            </a:extLst>
          </p:cNvPr>
          <p:cNvCxnSpPr>
            <a:cxnSpLocks/>
          </p:cNvCxnSpPr>
          <p:nvPr/>
        </p:nvCxnSpPr>
        <p:spPr>
          <a:xfrm>
            <a:off x="12332899" y="14304061"/>
            <a:ext cx="711072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>
            <a:extLst>
              <a:ext uri="{FF2B5EF4-FFF2-40B4-BE49-F238E27FC236}">
                <a16:creationId xmlns:a16="http://schemas.microsoft.com/office/drawing/2014/main" id="{D6E7C0F0-4EEA-535B-BC12-8F2B39022D60}"/>
              </a:ext>
            </a:extLst>
          </p:cNvPr>
          <p:cNvSpPr/>
          <p:nvPr/>
        </p:nvSpPr>
        <p:spPr>
          <a:xfrm>
            <a:off x="12229834" y="16477883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17C2BDCF-6987-2BD8-3A54-68169992B937}"/>
              </a:ext>
            </a:extLst>
          </p:cNvPr>
          <p:cNvSpPr/>
          <p:nvPr/>
        </p:nvSpPr>
        <p:spPr>
          <a:xfrm flipV="1">
            <a:off x="5907705" y="8841120"/>
            <a:ext cx="1104151" cy="95185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riangle 113">
            <a:extLst>
              <a:ext uri="{FF2B5EF4-FFF2-40B4-BE49-F238E27FC236}">
                <a16:creationId xmlns:a16="http://schemas.microsoft.com/office/drawing/2014/main" id="{FCBF8A1A-ED45-0C90-09F7-7FDC02071885}"/>
              </a:ext>
            </a:extLst>
          </p:cNvPr>
          <p:cNvSpPr/>
          <p:nvPr/>
        </p:nvSpPr>
        <p:spPr>
          <a:xfrm flipV="1">
            <a:off x="4468518" y="9616404"/>
            <a:ext cx="1104151" cy="95185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riangle 114">
            <a:extLst>
              <a:ext uri="{FF2B5EF4-FFF2-40B4-BE49-F238E27FC236}">
                <a16:creationId xmlns:a16="http://schemas.microsoft.com/office/drawing/2014/main" id="{A8D33172-0DFA-088A-18EB-FDCA1D1446B4}"/>
              </a:ext>
            </a:extLst>
          </p:cNvPr>
          <p:cNvSpPr/>
          <p:nvPr/>
        </p:nvSpPr>
        <p:spPr>
          <a:xfrm flipV="1">
            <a:off x="5388506" y="9676395"/>
            <a:ext cx="1104151" cy="95185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riangle 115">
            <a:extLst>
              <a:ext uri="{FF2B5EF4-FFF2-40B4-BE49-F238E27FC236}">
                <a16:creationId xmlns:a16="http://schemas.microsoft.com/office/drawing/2014/main" id="{D7D96EF6-BDA8-45C0-278A-45F6B15E4949}"/>
              </a:ext>
            </a:extLst>
          </p:cNvPr>
          <p:cNvSpPr/>
          <p:nvPr/>
        </p:nvSpPr>
        <p:spPr>
          <a:xfrm flipV="1">
            <a:off x="5893312" y="10543600"/>
            <a:ext cx="1104151" cy="95185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riangle 116">
            <a:extLst>
              <a:ext uri="{FF2B5EF4-FFF2-40B4-BE49-F238E27FC236}">
                <a16:creationId xmlns:a16="http://schemas.microsoft.com/office/drawing/2014/main" id="{224AECCA-BBD2-1EBD-552C-0013200B6593}"/>
              </a:ext>
            </a:extLst>
          </p:cNvPr>
          <p:cNvSpPr/>
          <p:nvPr/>
        </p:nvSpPr>
        <p:spPr>
          <a:xfrm flipV="1">
            <a:off x="4952696" y="10536009"/>
            <a:ext cx="1104151" cy="95185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riangle 117">
            <a:extLst>
              <a:ext uri="{FF2B5EF4-FFF2-40B4-BE49-F238E27FC236}">
                <a16:creationId xmlns:a16="http://schemas.microsoft.com/office/drawing/2014/main" id="{9774F2E4-8C9B-E544-EDFD-E9FA4875248E}"/>
              </a:ext>
            </a:extLst>
          </p:cNvPr>
          <p:cNvSpPr/>
          <p:nvPr/>
        </p:nvSpPr>
        <p:spPr>
          <a:xfrm flipV="1">
            <a:off x="3952575" y="10555536"/>
            <a:ext cx="1104151" cy="95185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riangle 118">
            <a:extLst>
              <a:ext uri="{FF2B5EF4-FFF2-40B4-BE49-F238E27FC236}">
                <a16:creationId xmlns:a16="http://schemas.microsoft.com/office/drawing/2014/main" id="{6A17CDA3-3532-5A2F-84D0-8659208FC48B}"/>
              </a:ext>
            </a:extLst>
          </p:cNvPr>
          <p:cNvSpPr/>
          <p:nvPr/>
        </p:nvSpPr>
        <p:spPr>
          <a:xfrm flipV="1">
            <a:off x="2913773" y="10575457"/>
            <a:ext cx="1104151" cy="951854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riangle 119">
            <a:extLst>
              <a:ext uri="{FF2B5EF4-FFF2-40B4-BE49-F238E27FC236}">
                <a16:creationId xmlns:a16="http://schemas.microsoft.com/office/drawing/2014/main" id="{32C06211-51B1-E35B-3F76-350F2F3C512F}"/>
              </a:ext>
            </a:extLst>
          </p:cNvPr>
          <p:cNvSpPr/>
          <p:nvPr/>
        </p:nvSpPr>
        <p:spPr>
          <a:xfrm>
            <a:off x="3949113" y="9637870"/>
            <a:ext cx="1104151" cy="951854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riangle 120">
            <a:extLst>
              <a:ext uri="{FF2B5EF4-FFF2-40B4-BE49-F238E27FC236}">
                <a16:creationId xmlns:a16="http://schemas.microsoft.com/office/drawing/2014/main" id="{063E1021-E22E-8105-8BAC-D9D21D137276}"/>
              </a:ext>
            </a:extLst>
          </p:cNvPr>
          <p:cNvSpPr/>
          <p:nvPr/>
        </p:nvSpPr>
        <p:spPr>
          <a:xfrm>
            <a:off x="5425021" y="8863491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Triangle 121">
            <a:extLst>
              <a:ext uri="{FF2B5EF4-FFF2-40B4-BE49-F238E27FC236}">
                <a16:creationId xmlns:a16="http://schemas.microsoft.com/office/drawing/2014/main" id="{598C8EE7-F866-E51D-F9A2-49586374BCBA}"/>
              </a:ext>
            </a:extLst>
          </p:cNvPr>
          <p:cNvSpPr/>
          <p:nvPr/>
        </p:nvSpPr>
        <p:spPr>
          <a:xfrm>
            <a:off x="5942787" y="9718612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riangle 122">
            <a:extLst>
              <a:ext uri="{FF2B5EF4-FFF2-40B4-BE49-F238E27FC236}">
                <a16:creationId xmlns:a16="http://schemas.microsoft.com/office/drawing/2014/main" id="{B46DC7D6-5691-9B4A-C527-7F5E86459144}"/>
              </a:ext>
            </a:extLst>
          </p:cNvPr>
          <p:cNvSpPr/>
          <p:nvPr/>
        </p:nvSpPr>
        <p:spPr>
          <a:xfrm>
            <a:off x="4934923" y="9721222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riangle 123">
            <a:extLst>
              <a:ext uri="{FF2B5EF4-FFF2-40B4-BE49-F238E27FC236}">
                <a16:creationId xmlns:a16="http://schemas.microsoft.com/office/drawing/2014/main" id="{6EE1606B-4136-A2FE-92F3-DB8BFA39FD57}"/>
              </a:ext>
            </a:extLst>
          </p:cNvPr>
          <p:cNvSpPr/>
          <p:nvPr/>
        </p:nvSpPr>
        <p:spPr>
          <a:xfrm>
            <a:off x="5415010" y="10574452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riangle 124">
            <a:extLst>
              <a:ext uri="{FF2B5EF4-FFF2-40B4-BE49-F238E27FC236}">
                <a16:creationId xmlns:a16="http://schemas.microsoft.com/office/drawing/2014/main" id="{314E5C45-4C01-FBB2-794E-23B2ACBA6CA4}"/>
              </a:ext>
            </a:extLst>
          </p:cNvPr>
          <p:cNvSpPr/>
          <p:nvPr/>
        </p:nvSpPr>
        <p:spPr>
          <a:xfrm>
            <a:off x="4520958" y="10569172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riangle 125">
            <a:extLst>
              <a:ext uri="{FF2B5EF4-FFF2-40B4-BE49-F238E27FC236}">
                <a16:creationId xmlns:a16="http://schemas.microsoft.com/office/drawing/2014/main" id="{6E4CECF9-5966-CF15-5477-A81E7890D236}"/>
              </a:ext>
            </a:extLst>
          </p:cNvPr>
          <p:cNvSpPr/>
          <p:nvPr/>
        </p:nvSpPr>
        <p:spPr>
          <a:xfrm>
            <a:off x="3491809" y="10589805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riangle 126">
            <a:extLst>
              <a:ext uri="{FF2B5EF4-FFF2-40B4-BE49-F238E27FC236}">
                <a16:creationId xmlns:a16="http://schemas.microsoft.com/office/drawing/2014/main" id="{E4C3667A-3034-B5D0-B3B7-FFEC681205F5}"/>
              </a:ext>
            </a:extLst>
          </p:cNvPr>
          <p:cNvSpPr/>
          <p:nvPr/>
        </p:nvSpPr>
        <p:spPr>
          <a:xfrm>
            <a:off x="2450725" y="10597186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E1F38F36-FAE3-C8CB-1503-AEBE7865AF52}"/>
              </a:ext>
            </a:extLst>
          </p:cNvPr>
          <p:cNvCxnSpPr>
            <a:cxnSpLocks/>
          </p:cNvCxnSpPr>
          <p:nvPr/>
        </p:nvCxnSpPr>
        <p:spPr>
          <a:xfrm>
            <a:off x="4347294" y="6154903"/>
            <a:ext cx="3492517" cy="600498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6C5EB1DC-958C-7E6B-07D9-56D759DDCA00}"/>
              </a:ext>
            </a:extLst>
          </p:cNvPr>
          <p:cNvCxnSpPr>
            <a:cxnSpLocks/>
          </p:cNvCxnSpPr>
          <p:nvPr/>
        </p:nvCxnSpPr>
        <p:spPr>
          <a:xfrm>
            <a:off x="1676251" y="8394144"/>
            <a:ext cx="2531763" cy="435307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B722EF90-C7C1-B491-7D48-D94859BCBB67}"/>
              </a:ext>
            </a:extLst>
          </p:cNvPr>
          <p:cNvCxnSpPr>
            <a:cxnSpLocks/>
          </p:cNvCxnSpPr>
          <p:nvPr/>
        </p:nvCxnSpPr>
        <p:spPr>
          <a:xfrm>
            <a:off x="3509328" y="6436321"/>
            <a:ext cx="3492517" cy="600498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riangle 130">
            <a:extLst>
              <a:ext uri="{FF2B5EF4-FFF2-40B4-BE49-F238E27FC236}">
                <a16:creationId xmlns:a16="http://schemas.microsoft.com/office/drawing/2014/main" id="{E8A8F01A-2627-115C-39BA-B8880BD9B74B}"/>
              </a:ext>
            </a:extLst>
          </p:cNvPr>
          <p:cNvSpPr/>
          <p:nvPr/>
        </p:nvSpPr>
        <p:spPr>
          <a:xfrm>
            <a:off x="2474774" y="4613274"/>
            <a:ext cx="7914368" cy="6822731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9CBE4D64-2B16-AE83-DA07-15DBF1EA3E15}"/>
              </a:ext>
            </a:extLst>
          </p:cNvPr>
          <p:cNvSpPr/>
          <p:nvPr/>
        </p:nvSpPr>
        <p:spPr>
          <a:xfrm>
            <a:off x="2349645" y="11303495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1496E61B-3A46-089D-4067-0C9EE6B8C74C}"/>
              </a:ext>
            </a:extLst>
          </p:cNvPr>
          <p:cNvSpPr/>
          <p:nvPr/>
        </p:nvSpPr>
        <p:spPr>
          <a:xfrm>
            <a:off x="10248516" y="11256883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8A880C9D-80CA-405A-342D-D75D5EA67FC3}"/>
              </a:ext>
            </a:extLst>
          </p:cNvPr>
          <p:cNvCxnSpPr>
            <a:cxnSpLocks/>
          </p:cNvCxnSpPr>
          <p:nvPr/>
        </p:nvCxnSpPr>
        <p:spPr>
          <a:xfrm rot="5400000">
            <a:off x="2246096" y="8345385"/>
            <a:ext cx="837172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Oval 134">
            <a:extLst>
              <a:ext uri="{FF2B5EF4-FFF2-40B4-BE49-F238E27FC236}">
                <a16:creationId xmlns:a16="http://schemas.microsoft.com/office/drawing/2014/main" id="{47639F00-CF5B-0FEF-4D43-AFC4E444023A}"/>
              </a:ext>
            </a:extLst>
          </p:cNvPr>
          <p:cNvSpPr/>
          <p:nvPr/>
        </p:nvSpPr>
        <p:spPr>
          <a:xfrm>
            <a:off x="6322326" y="4542139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F56F6714-CA19-1250-4972-5FFE0AA8B242}"/>
              </a:ext>
            </a:extLst>
          </p:cNvPr>
          <p:cNvCxnSpPr>
            <a:cxnSpLocks/>
          </p:cNvCxnSpPr>
          <p:nvPr/>
        </p:nvCxnSpPr>
        <p:spPr>
          <a:xfrm rot="1800000">
            <a:off x="2756507" y="9460821"/>
            <a:ext cx="837172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FD3D61D-13F0-7D71-BF06-C1042F84871E}"/>
              </a:ext>
            </a:extLst>
          </p:cNvPr>
          <p:cNvCxnSpPr>
            <a:cxnSpLocks/>
          </p:cNvCxnSpPr>
          <p:nvPr/>
        </p:nvCxnSpPr>
        <p:spPr>
          <a:xfrm rot="19800000" flipH="1">
            <a:off x="1437288" y="9633132"/>
            <a:ext cx="837172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662CC88A-E59C-4250-F666-CF040302F7B9}"/>
              </a:ext>
            </a:extLst>
          </p:cNvPr>
          <p:cNvSpPr/>
          <p:nvPr/>
        </p:nvSpPr>
        <p:spPr>
          <a:xfrm>
            <a:off x="4315771" y="7892043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DB26B418-5E1D-FC20-8340-8F3765484BE6}"/>
              </a:ext>
            </a:extLst>
          </p:cNvPr>
          <p:cNvSpPr/>
          <p:nvPr/>
        </p:nvSpPr>
        <p:spPr>
          <a:xfrm>
            <a:off x="6322327" y="11328018"/>
            <a:ext cx="250257" cy="250257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79855C9E-A9D4-C18C-80A4-539CAC9CF3DA}"/>
              </a:ext>
            </a:extLst>
          </p:cNvPr>
          <p:cNvSpPr/>
          <p:nvPr/>
        </p:nvSpPr>
        <p:spPr>
          <a:xfrm>
            <a:off x="4375206" y="11310876"/>
            <a:ext cx="250257" cy="250257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459F4B98-C91F-185A-8BAF-521B99F2D9D7}"/>
              </a:ext>
            </a:extLst>
          </p:cNvPr>
          <p:cNvSpPr/>
          <p:nvPr/>
        </p:nvSpPr>
        <p:spPr>
          <a:xfrm>
            <a:off x="8351355" y="11323138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FC2AA579-37EC-DA7B-A221-729250EECD0C}"/>
              </a:ext>
            </a:extLst>
          </p:cNvPr>
          <p:cNvSpPr/>
          <p:nvPr/>
        </p:nvSpPr>
        <p:spPr>
          <a:xfrm rot="18000000" flipH="1">
            <a:off x="5288657" y="6231308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E8FAA8FB-AFEB-4CA1-0FB7-F4F89152B7CA}"/>
              </a:ext>
            </a:extLst>
          </p:cNvPr>
          <p:cNvSpPr/>
          <p:nvPr/>
        </p:nvSpPr>
        <p:spPr>
          <a:xfrm rot="18000000" flipH="1">
            <a:off x="3350805" y="9587028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FF6583BD-A708-B2B8-65EE-B3F609B66ABC}"/>
              </a:ext>
            </a:extLst>
          </p:cNvPr>
          <p:cNvSpPr/>
          <p:nvPr/>
        </p:nvSpPr>
        <p:spPr>
          <a:xfrm>
            <a:off x="7347563" y="9652672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8914197A-CC71-946E-89F4-38A2D82CA6AB}"/>
              </a:ext>
            </a:extLst>
          </p:cNvPr>
          <p:cNvSpPr/>
          <p:nvPr/>
        </p:nvSpPr>
        <p:spPr>
          <a:xfrm>
            <a:off x="5355838" y="9590926"/>
            <a:ext cx="250257" cy="250257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73268307-C74A-E058-912E-7A39F4CFD22E}"/>
              </a:ext>
            </a:extLst>
          </p:cNvPr>
          <p:cNvSpPr/>
          <p:nvPr/>
        </p:nvSpPr>
        <p:spPr>
          <a:xfrm>
            <a:off x="9376591" y="9647792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09AAA931-5A2B-7423-0E22-E4ECA4EF0489}"/>
              </a:ext>
            </a:extLst>
          </p:cNvPr>
          <p:cNvSpPr/>
          <p:nvPr/>
        </p:nvSpPr>
        <p:spPr>
          <a:xfrm>
            <a:off x="8287379" y="7926331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A1654FD5-7C7A-4871-F53D-B00EF36287D2}"/>
              </a:ext>
            </a:extLst>
          </p:cNvPr>
          <p:cNvSpPr/>
          <p:nvPr/>
        </p:nvSpPr>
        <p:spPr>
          <a:xfrm>
            <a:off x="6340258" y="7909189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C7D256C2-A121-B8D4-1DEE-E3595083D52F}"/>
              </a:ext>
            </a:extLst>
          </p:cNvPr>
          <p:cNvSpPr/>
          <p:nvPr/>
        </p:nvSpPr>
        <p:spPr>
          <a:xfrm>
            <a:off x="7354477" y="6191115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43F14A93-0C2E-017D-7ED6-973E7581DD1A}"/>
              </a:ext>
            </a:extLst>
          </p:cNvPr>
          <p:cNvCxnSpPr/>
          <p:nvPr/>
        </p:nvCxnSpPr>
        <p:spPr>
          <a:xfrm>
            <a:off x="6868816" y="12641399"/>
            <a:ext cx="2438400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243277CC-51C4-8A5C-5985-C70C5DC2A9B5}"/>
              </a:ext>
            </a:extLst>
          </p:cNvPr>
          <p:cNvSpPr txBox="1"/>
          <p:nvPr/>
        </p:nvSpPr>
        <p:spPr>
          <a:xfrm>
            <a:off x="9833827" y="7195578"/>
            <a:ext cx="393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y</a:t>
            </a:r>
          </a:p>
        </p:txBody>
      </p: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E7381454-A114-CE11-EB85-9E3532416B73}"/>
              </a:ext>
            </a:extLst>
          </p:cNvPr>
          <p:cNvCxnSpPr>
            <a:cxnSpLocks/>
          </p:cNvCxnSpPr>
          <p:nvPr/>
        </p:nvCxnSpPr>
        <p:spPr>
          <a:xfrm flipH="1" flipV="1">
            <a:off x="9575139" y="7701778"/>
            <a:ext cx="1019064" cy="185163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D4A75DA8-6F23-8DAC-B1BC-9B052E486E7B}"/>
              </a:ext>
            </a:extLst>
          </p:cNvPr>
          <p:cNvCxnSpPr>
            <a:cxnSpLocks/>
          </p:cNvCxnSpPr>
          <p:nvPr/>
        </p:nvCxnSpPr>
        <p:spPr>
          <a:xfrm>
            <a:off x="2489855" y="8017171"/>
            <a:ext cx="2531763" cy="435307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45F06F09-9F20-9850-2101-415942F8A226}"/>
              </a:ext>
            </a:extLst>
          </p:cNvPr>
          <p:cNvCxnSpPr>
            <a:cxnSpLocks/>
          </p:cNvCxnSpPr>
          <p:nvPr/>
        </p:nvCxnSpPr>
        <p:spPr>
          <a:xfrm>
            <a:off x="3367463" y="7725778"/>
            <a:ext cx="2897850" cy="498252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F70E6713-3749-4237-46AB-EEBBFE7A4D14}"/>
              </a:ext>
            </a:extLst>
          </p:cNvPr>
          <p:cNvSpPr txBox="1"/>
          <p:nvPr/>
        </p:nvSpPr>
        <p:spPr>
          <a:xfrm>
            <a:off x="4322004" y="8993444"/>
            <a:ext cx="16706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5"/>
                </a:solidFill>
              </a:rPr>
              <a:t>(L/2,L/4)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901AA1F-9173-6987-213D-337CE3CA4BBB}"/>
              </a:ext>
            </a:extLst>
          </p:cNvPr>
          <p:cNvSpPr txBox="1"/>
          <p:nvPr/>
        </p:nvSpPr>
        <p:spPr>
          <a:xfrm>
            <a:off x="8513086" y="5878837"/>
            <a:ext cx="989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L=4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BA5BD80-4B35-C7B4-B621-758B6DBDDAD3}"/>
              </a:ext>
            </a:extLst>
          </p:cNvPr>
          <p:cNvSpPr txBox="1"/>
          <p:nvPr/>
        </p:nvSpPr>
        <p:spPr>
          <a:xfrm>
            <a:off x="6488585" y="10803752"/>
            <a:ext cx="1326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(L/2,0)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E9949C3E-A1A0-2D15-0FD0-6D44A1915604}"/>
              </a:ext>
            </a:extLst>
          </p:cNvPr>
          <p:cNvSpPr txBox="1"/>
          <p:nvPr/>
        </p:nvSpPr>
        <p:spPr>
          <a:xfrm>
            <a:off x="9452827" y="12367574"/>
            <a:ext cx="393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x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9A9AD85E-3BA4-7424-18B3-CE05D9ED1928}"/>
              </a:ext>
            </a:extLst>
          </p:cNvPr>
          <p:cNvSpPr txBox="1"/>
          <p:nvPr/>
        </p:nvSpPr>
        <p:spPr>
          <a:xfrm>
            <a:off x="3807282" y="10925019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5552BBA9-BFFF-EA28-167B-76D8FA63B760}"/>
              </a:ext>
            </a:extLst>
          </p:cNvPr>
          <p:cNvSpPr txBox="1"/>
          <p:nvPr/>
        </p:nvSpPr>
        <p:spPr>
          <a:xfrm>
            <a:off x="4863665" y="10905089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7104E33D-9D87-32E4-9A1D-6B6F5BA9037A}"/>
              </a:ext>
            </a:extLst>
          </p:cNvPr>
          <p:cNvSpPr txBox="1"/>
          <p:nvPr/>
        </p:nvSpPr>
        <p:spPr>
          <a:xfrm>
            <a:off x="5766245" y="10879210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9225804C-45C2-07EA-7B04-20431199E0C0}"/>
              </a:ext>
            </a:extLst>
          </p:cNvPr>
          <p:cNvSpPr txBox="1"/>
          <p:nvPr/>
        </p:nvSpPr>
        <p:spPr>
          <a:xfrm>
            <a:off x="5310535" y="10603788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D3542E97-3177-67BA-BB4C-9A6AE8278502}"/>
              </a:ext>
            </a:extLst>
          </p:cNvPr>
          <p:cNvSpPr txBox="1"/>
          <p:nvPr/>
        </p:nvSpPr>
        <p:spPr>
          <a:xfrm>
            <a:off x="4335917" y="10566593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46EBD06B-4F90-DEF2-7CEC-0781B966583B}"/>
              </a:ext>
            </a:extLst>
          </p:cNvPr>
          <p:cNvSpPr txBox="1"/>
          <p:nvPr/>
        </p:nvSpPr>
        <p:spPr>
          <a:xfrm>
            <a:off x="5251273" y="10031511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5A4EFDB5-8A45-FAB0-661E-1BB13623E9B8}"/>
              </a:ext>
            </a:extLst>
          </p:cNvPr>
          <p:cNvSpPr txBox="1"/>
          <p:nvPr/>
        </p:nvSpPr>
        <p:spPr>
          <a:xfrm>
            <a:off x="5801055" y="9788028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512C5356-224E-F711-5973-AD9C15E0A0C2}"/>
              </a:ext>
            </a:extLst>
          </p:cNvPr>
          <p:cNvSpPr txBox="1"/>
          <p:nvPr/>
        </p:nvSpPr>
        <p:spPr>
          <a:xfrm>
            <a:off x="3319147" y="10632850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x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B3E4B072-9A21-BBD0-D13E-C57C35D52037}"/>
              </a:ext>
            </a:extLst>
          </p:cNvPr>
          <p:cNvSpPr txBox="1"/>
          <p:nvPr/>
        </p:nvSpPr>
        <p:spPr>
          <a:xfrm>
            <a:off x="2808627" y="10913715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x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264C4F58-EF64-7C2A-4148-C2252A46D2F4}"/>
              </a:ext>
            </a:extLst>
          </p:cNvPr>
          <p:cNvSpPr txBox="1"/>
          <p:nvPr/>
        </p:nvSpPr>
        <p:spPr>
          <a:xfrm>
            <a:off x="4347294" y="10027851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x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2EC3C5D4-95B8-BA1B-47A9-2D0446A4A487}"/>
              </a:ext>
            </a:extLst>
          </p:cNvPr>
          <p:cNvSpPr txBox="1"/>
          <p:nvPr/>
        </p:nvSpPr>
        <p:spPr>
          <a:xfrm>
            <a:off x="4857314" y="9742930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x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4929ED7E-4A5D-0ACE-F178-ACB705AB94F0}"/>
              </a:ext>
            </a:extLst>
          </p:cNvPr>
          <p:cNvSpPr txBox="1"/>
          <p:nvPr/>
        </p:nvSpPr>
        <p:spPr>
          <a:xfrm>
            <a:off x="5791046" y="9197709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x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0CC905B1-94FB-19B0-6413-8F7FD1590850}"/>
              </a:ext>
            </a:extLst>
          </p:cNvPr>
          <p:cNvSpPr txBox="1"/>
          <p:nvPr/>
        </p:nvSpPr>
        <p:spPr>
          <a:xfrm>
            <a:off x="6285325" y="8917718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x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5DAD2149-077A-2316-7EE5-833030109C34}"/>
              </a:ext>
            </a:extLst>
          </p:cNvPr>
          <p:cNvSpPr txBox="1"/>
          <p:nvPr/>
        </p:nvSpPr>
        <p:spPr>
          <a:xfrm>
            <a:off x="6268874" y="10038660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x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0D07454-0247-D22B-1C8F-DBD52F762AE5}"/>
              </a:ext>
            </a:extLst>
          </p:cNvPr>
          <p:cNvSpPr txBox="1"/>
          <p:nvPr/>
        </p:nvSpPr>
        <p:spPr>
          <a:xfrm>
            <a:off x="6277321" y="10639102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</a:rPr>
              <a:t>x</a:t>
            </a:r>
          </a:p>
        </p:txBody>
      </p:sp>
      <p:sp>
        <p:nvSpPr>
          <p:cNvPr id="206" name="Triangle 205">
            <a:extLst>
              <a:ext uri="{FF2B5EF4-FFF2-40B4-BE49-F238E27FC236}">
                <a16:creationId xmlns:a16="http://schemas.microsoft.com/office/drawing/2014/main" id="{8D69E110-C07C-0835-67CE-F5E34019001C}"/>
              </a:ext>
            </a:extLst>
          </p:cNvPr>
          <p:cNvSpPr/>
          <p:nvPr/>
        </p:nvSpPr>
        <p:spPr>
          <a:xfrm>
            <a:off x="1476631" y="11892667"/>
            <a:ext cx="1003774" cy="86532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D1AFB5F4-A048-A79D-FEB2-D567A0718815}"/>
              </a:ext>
            </a:extLst>
          </p:cNvPr>
          <p:cNvSpPr txBox="1"/>
          <p:nvPr/>
        </p:nvSpPr>
        <p:spPr>
          <a:xfrm>
            <a:off x="1785945" y="1227039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XZ</a:t>
            </a:r>
          </a:p>
        </p:txBody>
      </p:sp>
      <p:sp>
        <p:nvSpPr>
          <p:cNvPr id="208" name="Triangle 207">
            <a:extLst>
              <a:ext uri="{FF2B5EF4-FFF2-40B4-BE49-F238E27FC236}">
                <a16:creationId xmlns:a16="http://schemas.microsoft.com/office/drawing/2014/main" id="{B4F48251-B14F-8980-0DBC-70D848ECD13B}"/>
              </a:ext>
            </a:extLst>
          </p:cNvPr>
          <p:cNvSpPr/>
          <p:nvPr/>
        </p:nvSpPr>
        <p:spPr>
          <a:xfrm flipV="1">
            <a:off x="2366647" y="11930121"/>
            <a:ext cx="1003774" cy="865322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EADCE9AB-A02D-DFB3-12BD-578B638BC128}"/>
              </a:ext>
            </a:extLst>
          </p:cNvPr>
          <p:cNvSpPr txBox="1"/>
          <p:nvPr/>
        </p:nvSpPr>
        <p:spPr>
          <a:xfrm>
            <a:off x="2655573" y="12063516"/>
            <a:ext cx="427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ZY</a:t>
            </a:r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0AAC336C-E23D-ABBC-9E7C-2A2A961DF6C4}"/>
              </a:ext>
            </a:extLst>
          </p:cNvPr>
          <p:cNvSpPr/>
          <p:nvPr/>
        </p:nvSpPr>
        <p:spPr>
          <a:xfrm rot="18000000" flipH="1">
            <a:off x="1380468" y="12608840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5346772D-7C4C-91C5-F228-202EF10F667D}"/>
              </a:ext>
            </a:extLst>
          </p:cNvPr>
          <p:cNvSpPr/>
          <p:nvPr/>
        </p:nvSpPr>
        <p:spPr>
          <a:xfrm rot="18000000" flipH="1">
            <a:off x="2748887" y="12608839"/>
            <a:ext cx="250257" cy="25025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817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64FFE-4272-A178-8109-2DF8D23C3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292">
            <a:extLst>
              <a:ext uri="{FF2B5EF4-FFF2-40B4-BE49-F238E27FC236}">
                <a16:creationId xmlns:a16="http://schemas.microsoft.com/office/drawing/2014/main" id="{7749D18C-0602-60D2-9031-A3626FD2D9FA}"/>
              </a:ext>
            </a:extLst>
          </p:cNvPr>
          <p:cNvSpPr/>
          <p:nvPr/>
        </p:nvSpPr>
        <p:spPr>
          <a:xfrm>
            <a:off x="8895915" y="14717355"/>
            <a:ext cx="3649037" cy="36490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91AA61FA-B974-E8C9-EE9C-38FEF86B7CF2}"/>
                  </a:ext>
                </a:extLst>
              </p:cNvPr>
              <p:cNvSpPr txBox="1"/>
              <p:nvPr/>
            </p:nvSpPr>
            <p:spPr>
              <a:xfrm>
                <a:off x="10128668" y="16280886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91AA61FA-B974-E8C9-EE9C-38FEF86B7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8668" y="16280886"/>
                <a:ext cx="1945341" cy="566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36D0180F-4971-7653-AA12-60891098245C}"/>
              </a:ext>
            </a:extLst>
          </p:cNvPr>
          <p:cNvSpPr/>
          <p:nvPr/>
        </p:nvSpPr>
        <p:spPr>
          <a:xfrm>
            <a:off x="5205754" y="22047614"/>
            <a:ext cx="3652800" cy="3652800"/>
          </a:xfrm>
          <a:prstGeom prst="rect">
            <a:avLst/>
          </a:prstGeom>
          <a:pattFill prst="pct40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D04E6B-0D45-F957-7B43-DBB25628D188}"/>
              </a:ext>
            </a:extLst>
          </p:cNvPr>
          <p:cNvSpPr/>
          <p:nvPr/>
        </p:nvSpPr>
        <p:spPr>
          <a:xfrm>
            <a:off x="5209518" y="18372745"/>
            <a:ext cx="3649037" cy="3649037"/>
          </a:xfrm>
          <a:prstGeom prst="rect">
            <a:avLst/>
          </a:prstGeom>
          <a:pattFill prst="pct4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A84AC8-E7CB-81E7-1ED9-0130CA21AE12}"/>
              </a:ext>
            </a:extLst>
          </p:cNvPr>
          <p:cNvSpPr/>
          <p:nvPr/>
        </p:nvSpPr>
        <p:spPr>
          <a:xfrm>
            <a:off x="5209517" y="183727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30AB170-7A4B-8311-8E04-21E8B2603D06}"/>
              </a:ext>
            </a:extLst>
          </p:cNvPr>
          <p:cNvGrpSpPr/>
          <p:nvPr/>
        </p:nvGrpSpPr>
        <p:grpSpPr>
          <a:xfrm>
            <a:off x="5559236" y="18716846"/>
            <a:ext cx="3027141" cy="2995860"/>
            <a:chOff x="1386039" y="1479887"/>
            <a:chExt cx="3027141" cy="299586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4352141-7C52-3377-8D4F-2D46BC2DE4A3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57C8FB4-B1CE-90BC-8E66-7134E1A63ACB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D67F2D8-BD88-ACCA-487A-357CCFDCF46B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E1C11F5-9DA2-99A0-E7B5-6D2AE266497F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7AAC62B-D4E8-77AD-62E2-934ABA31BAA6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B3D9AE9-9DEF-ED84-3444-4A209F6DC6CC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B7D6BC0-2BB7-F333-F7BB-4185A86F4AA2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49C165B-3FA9-2BFD-E001-77E09E246382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0DE5B2F-EF7F-ACC4-E036-5B4121AE69E1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6B7C306-1C8C-792B-3C6F-7EFE35D56C75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61B9FF5-71B4-E26A-2C06-9975E325AEFA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CDEFDC1-67E3-AD71-F0ED-F909C5D24D00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A9C206A-86CF-6F2D-627D-CFCA56F72FDD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29EEA5E-259B-C747-9D06-4639599142D4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22985C6-756B-6C0F-6684-AD6D3259394E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A453CFD-1E7B-B90D-39DD-4880E3DD8F66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05975E7B-C091-22E4-9F9B-D310DC7E9482}"/>
              </a:ext>
            </a:extLst>
          </p:cNvPr>
          <p:cNvSpPr/>
          <p:nvPr/>
        </p:nvSpPr>
        <p:spPr>
          <a:xfrm>
            <a:off x="5208256" y="220281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224680D-6D92-D82C-2FE0-E6BEC9005B72}"/>
              </a:ext>
            </a:extLst>
          </p:cNvPr>
          <p:cNvGrpSpPr/>
          <p:nvPr/>
        </p:nvGrpSpPr>
        <p:grpSpPr>
          <a:xfrm>
            <a:off x="5557975" y="22372236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1FD99C7-DA0A-CD6D-EEBC-1B4F604DD251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30DC942-8C25-9AE6-826A-C6C931400FB1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4550EB8-F8EB-45BC-05A0-5C484B876FC0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637DC9E-9DA9-D8CC-59CC-ACE0A39AC9F5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C4DA5DD-232E-D88D-8BFE-8389815B63A7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234F8A1-9537-4FC3-C9A0-D90C4ED6B02F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3007390-3499-3368-FAE4-DEC0B3C23AE5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7E58A99-3B93-CFC5-12FA-E27C5770FFC8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9E7EAD3-43BE-839A-91F3-27A180B78BF5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A3320BD-E523-E5D6-BA17-E8ED1CE38B17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3A77C96-27B4-FC7E-F3FD-37099C6EE3EE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37B07B5-6CBC-D4A3-1E98-936090518B48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EFEA3CD-5276-EEE4-44CF-EB72289464DF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6D34BB5-35E8-639A-673B-49DED070B8E8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93FC1A0-2F4A-0AC0-342F-5CBC59EFF0EC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5A1378C-ED5E-7779-9853-A8BF10C1B9F8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DF6CD536-9AFE-E747-F87C-08F5FF250C4E}"/>
                  </a:ext>
                </a:extLst>
              </p:cNvPr>
              <p:cNvSpPr txBox="1"/>
              <p:nvPr/>
            </p:nvSpPr>
            <p:spPr>
              <a:xfrm>
                <a:off x="5914683" y="12704403"/>
                <a:ext cx="1215269" cy="566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DF6CD536-9AFE-E747-F87C-08F5FF250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683" y="12704403"/>
                <a:ext cx="1215269" cy="5661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640F4CA-E493-EDB0-698A-BA6D17982F8B}"/>
                  </a:ext>
                </a:extLst>
              </p:cNvPr>
              <p:cNvSpPr txBox="1"/>
              <p:nvPr/>
            </p:nvSpPr>
            <p:spPr>
              <a:xfrm>
                <a:off x="6392286" y="23551262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640F4CA-E493-EDB0-698A-BA6D17982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286" y="23551262"/>
                <a:ext cx="1945341" cy="5661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3CA420E3-8145-9288-A2DE-F4144CC8EB1D}"/>
                  </a:ext>
                </a:extLst>
              </p:cNvPr>
              <p:cNvSpPr txBox="1"/>
              <p:nvPr/>
            </p:nvSpPr>
            <p:spPr>
              <a:xfrm>
                <a:off x="5910822" y="12328718"/>
                <a:ext cx="2407647" cy="566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MPI=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.1.∗∗.1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3CA420E3-8145-9288-A2DE-F4144CC8E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822" y="12328718"/>
                <a:ext cx="2407647" cy="566181"/>
              </a:xfrm>
              <a:prstGeom prst="rect">
                <a:avLst/>
              </a:prstGeom>
              <a:blipFill>
                <a:blip r:embed="rId6"/>
                <a:stretch>
                  <a:fillRect l="-2094" t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4D2D3718-F53B-8B7C-C2C6-4E754377B838}"/>
                  </a:ext>
                </a:extLst>
              </p:cNvPr>
              <p:cNvSpPr txBox="1"/>
              <p:nvPr/>
            </p:nvSpPr>
            <p:spPr>
              <a:xfrm>
                <a:off x="5887201" y="11928308"/>
                <a:ext cx="3032818" cy="566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Lattice=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.∗.10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4D2D3718-F53B-8B7C-C2C6-4E754377B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201" y="11928308"/>
                <a:ext cx="3032818" cy="566181"/>
              </a:xfrm>
              <a:prstGeom prst="rect">
                <a:avLst/>
              </a:prstGeom>
              <a:blipFill>
                <a:blip r:embed="rId7"/>
                <a:stretch>
                  <a:fillRect l="-1667" t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7" name="Oval 256">
            <a:extLst>
              <a:ext uri="{FF2B5EF4-FFF2-40B4-BE49-F238E27FC236}">
                <a16:creationId xmlns:a16="http://schemas.microsoft.com/office/drawing/2014/main" id="{25C5660B-9E94-EF9B-F364-AC80484DB0E0}"/>
              </a:ext>
            </a:extLst>
          </p:cNvPr>
          <p:cNvSpPr/>
          <p:nvPr/>
        </p:nvSpPr>
        <p:spPr>
          <a:xfrm>
            <a:off x="13984521" y="22559200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D5E5D909-F229-7179-BD6C-23101EDF2325}"/>
              </a:ext>
            </a:extLst>
          </p:cNvPr>
          <p:cNvSpPr txBox="1"/>
          <p:nvPr/>
        </p:nvSpPr>
        <p:spPr>
          <a:xfrm>
            <a:off x="14221138" y="22737263"/>
            <a:ext cx="635110" cy="566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SP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A8D9DB52-B982-E666-C2CF-BFD7E2608330}"/>
              </a:ext>
            </a:extLst>
          </p:cNvPr>
          <p:cNvSpPr/>
          <p:nvPr/>
        </p:nvSpPr>
        <p:spPr>
          <a:xfrm>
            <a:off x="7398730" y="14090837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8C5DEC46-C8ED-C49F-026B-2525E6807AC2}"/>
              </a:ext>
            </a:extLst>
          </p:cNvPr>
          <p:cNvSpPr txBox="1"/>
          <p:nvPr/>
        </p:nvSpPr>
        <p:spPr>
          <a:xfrm>
            <a:off x="7635348" y="14268900"/>
            <a:ext cx="691215" cy="566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8BE7A147-CD72-178D-AA90-48549170B32C}"/>
                  </a:ext>
                </a:extLst>
              </p:cNvPr>
              <p:cNvSpPr txBox="1"/>
              <p:nvPr/>
            </p:nvSpPr>
            <p:spPr>
              <a:xfrm>
                <a:off x="6442271" y="19936276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8BE7A147-CD72-178D-AA90-48549170B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2271" y="19936276"/>
                <a:ext cx="1945341" cy="5661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2" name="Rectangle 291">
            <a:extLst>
              <a:ext uri="{FF2B5EF4-FFF2-40B4-BE49-F238E27FC236}">
                <a16:creationId xmlns:a16="http://schemas.microsoft.com/office/drawing/2014/main" id="{FC986BB0-D41A-994E-60A9-C131A7FDAFAA}"/>
              </a:ext>
            </a:extLst>
          </p:cNvPr>
          <p:cNvSpPr/>
          <p:nvPr/>
        </p:nvSpPr>
        <p:spPr>
          <a:xfrm>
            <a:off x="8892151" y="18392224"/>
            <a:ext cx="3652800" cy="3652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4C975408-B701-C418-546D-ED4A748025AE}"/>
              </a:ext>
            </a:extLst>
          </p:cNvPr>
          <p:cNvSpPr/>
          <p:nvPr/>
        </p:nvSpPr>
        <p:spPr>
          <a:xfrm>
            <a:off x="8895914" y="147173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5C7735AF-BE78-78AF-94B3-5C9F14BDC9F4}"/>
              </a:ext>
            </a:extLst>
          </p:cNvPr>
          <p:cNvGrpSpPr/>
          <p:nvPr/>
        </p:nvGrpSpPr>
        <p:grpSpPr>
          <a:xfrm>
            <a:off x="9245633" y="15061456"/>
            <a:ext cx="3027141" cy="2995860"/>
            <a:chOff x="1386039" y="1479887"/>
            <a:chExt cx="3027141" cy="2995860"/>
          </a:xfrm>
        </p:grpSpPr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BAA5F596-96F5-37B9-25AF-DA4FE837F376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B2FD3B8F-5A8B-3E56-5901-01D71051A2AF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1DE44268-5439-0568-31A4-0B008E223E6B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A6F24AEB-8110-D689-3445-D1FCB5AC95F2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3C967819-6A0B-4B63-790D-8C9A54DDE469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Oval 300">
              <a:extLst>
                <a:ext uri="{FF2B5EF4-FFF2-40B4-BE49-F238E27FC236}">
                  <a16:creationId xmlns:a16="http://schemas.microsoft.com/office/drawing/2014/main" id="{0E1D75AE-1491-9514-EDD6-BA02476854DE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3ECF7176-0211-A12E-8B5A-8B8B326AA2AB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3519186C-1159-DD50-AF78-CCD84651995E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46600D5D-33A9-C883-9CF0-11D2C4B45A7C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FF1BCC89-E48C-D28C-7D70-603BDBBDFFCD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1384C35A-AEC9-74EB-9E78-2BC294C774C3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2229433C-941B-EF8A-C3B4-725700B17BE2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3BA52AE8-8A27-CEB5-C4B7-DE719DF885CD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429A75C1-3CBC-78B8-35D8-3B7554BB7597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7E17B24C-95CF-26EA-B8D5-1B6F92A9218A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28978A58-A07D-F92E-E0DE-7991B583B893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2" name="Rectangle 311">
            <a:extLst>
              <a:ext uri="{FF2B5EF4-FFF2-40B4-BE49-F238E27FC236}">
                <a16:creationId xmlns:a16="http://schemas.microsoft.com/office/drawing/2014/main" id="{370D4BAE-BD23-7A8A-9ED9-E61D75A404E1}"/>
              </a:ext>
            </a:extLst>
          </p:cNvPr>
          <p:cNvSpPr/>
          <p:nvPr/>
        </p:nvSpPr>
        <p:spPr>
          <a:xfrm>
            <a:off x="8894653" y="183727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D7E0DB85-C77E-5093-39CD-E0829D428529}"/>
              </a:ext>
            </a:extLst>
          </p:cNvPr>
          <p:cNvGrpSpPr/>
          <p:nvPr/>
        </p:nvGrpSpPr>
        <p:grpSpPr>
          <a:xfrm>
            <a:off x="9244372" y="18716846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DF7C95A8-D8BB-E890-559C-2489AC82D6D8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E160DABF-5812-93F5-2B75-2F8290512908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CFE5C865-EDF5-6A1D-10BF-F94DA4990768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8C2C6A53-DC6C-1651-E606-A5B590D9E0CC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555D1B06-0BA2-E13D-A9E7-9571CE702F09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Oval 318">
              <a:extLst>
                <a:ext uri="{FF2B5EF4-FFF2-40B4-BE49-F238E27FC236}">
                  <a16:creationId xmlns:a16="http://schemas.microsoft.com/office/drawing/2014/main" id="{9AF065F6-8918-8BDF-9823-15B44220888A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C424D5F0-037A-C5D4-3152-D9D0CE28BB98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AFBCFBA0-6334-B2E4-4E43-D9376A9F0C3B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7EF983FE-1FDD-A9C0-3F99-C85F81FB6679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05CC088E-CD8A-19EB-8D58-2CC1BB3E424F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020EAD1A-307F-5753-3FB2-597EB1D5BD00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CE503531-2707-7629-8650-9148EC83F26C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5BE19352-81BA-1CBE-C6EE-0701F2334464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6FD79ED7-24D8-FD4D-79BD-194504AEF1E0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E74EDCF7-DB40-DFF4-73E9-755A89EA7064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174354E6-1A5B-5925-9EE5-235D3DC7FBDA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FEAFE3B4-2BC7-9802-AB6D-47232D6EBCD3}"/>
                  </a:ext>
                </a:extLst>
              </p:cNvPr>
              <p:cNvSpPr txBox="1"/>
              <p:nvPr/>
            </p:nvSpPr>
            <p:spPr>
              <a:xfrm>
                <a:off x="10374105" y="19914793"/>
                <a:ext cx="1256819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FEAFE3B4-2BC7-9802-AB6D-47232D6EB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4105" y="19914793"/>
                <a:ext cx="1256819" cy="5661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4" name="Group 353">
            <a:extLst>
              <a:ext uri="{FF2B5EF4-FFF2-40B4-BE49-F238E27FC236}">
                <a16:creationId xmlns:a16="http://schemas.microsoft.com/office/drawing/2014/main" id="{45E375F5-1E14-57B8-369B-C69660B9C718}"/>
              </a:ext>
            </a:extLst>
          </p:cNvPr>
          <p:cNvGrpSpPr/>
          <p:nvPr/>
        </p:nvGrpSpPr>
        <p:grpSpPr>
          <a:xfrm>
            <a:off x="8920345" y="14725055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5" name="TextBox 354">
                  <a:extLst>
                    <a:ext uri="{FF2B5EF4-FFF2-40B4-BE49-F238E27FC236}">
                      <a16:creationId xmlns:a16="http://schemas.microsoft.com/office/drawing/2014/main" id="{632BBB0E-F33E-D1FC-1735-A5CCA6F073DC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5" name="TextBox 354">
                  <a:extLst>
                    <a:ext uri="{FF2B5EF4-FFF2-40B4-BE49-F238E27FC236}">
                      <a16:creationId xmlns:a16="http://schemas.microsoft.com/office/drawing/2014/main" id="{4C7B5F18-8E3A-BE2D-205A-F3D47BF9C6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29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6" name="TextBox 355">
                  <a:extLst>
                    <a:ext uri="{FF2B5EF4-FFF2-40B4-BE49-F238E27FC236}">
                      <a16:creationId xmlns:a16="http://schemas.microsoft.com/office/drawing/2014/main" id="{1CA48EDB-17A1-7CD9-747E-557C6C8AD778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6" name="TextBox 355">
                  <a:extLst>
                    <a:ext uri="{FF2B5EF4-FFF2-40B4-BE49-F238E27FC236}">
                      <a16:creationId xmlns:a16="http://schemas.microsoft.com/office/drawing/2014/main" id="{FE1CEA2F-90BA-567C-753F-A99191AA7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30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7" name="TextBox 356">
                  <a:extLst>
                    <a:ext uri="{FF2B5EF4-FFF2-40B4-BE49-F238E27FC236}">
                      <a16:creationId xmlns:a16="http://schemas.microsoft.com/office/drawing/2014/main" id="{BE5F7E38-1C3F-E2C3-B616-FEFC4B250B1E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7" name="TextBox 356">
                  <a:extLst>
                    <a:ext uri="{FF2B5EF4-FFF2-40B4-BE49-F238E27FC236}">
                      <a16:creationId xmlns:a16="http://schemas.microsoft.com/office/drawing/2014/main" id="{C1E46F33-7861-74AD-A3C4-BE03279F10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31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8" name="TextBox 357">
                  <a:extLst>
                    <a:ext uri="{FF2B5EF4-FFF2-40B4-BE49-F238E27FC236}">
                      <a16:creationId xmlns:a16="http://schemas.microsoft.com/office/drawing/2014/main" id="{01133104-A0A8-075F-4D83-D283425B382F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8" name="TextBox 357">
                  <a:extLst>
                    <a:ext uri="{FF2B5EF4-FFF2-40B4-BE49-F238E27FC236}">
                      <a16:creationId xmlns:a16="http://schemas.microsoft.com/office/drawing/2014/main" id="{C14B58E8-0526-0A14-3389-785E36294A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97D5F977-A2AA-1DFC-D057-58C52F6C5EE6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1EDAF50F-DDBC-CD90-4C41-18582DC52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3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6A20CF9B-E6C1-AD10-EE02-2F79872E55A1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B8453E26-A955-7028-05F5-4DC285576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34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1" name="TextBox 360">
                  <a:extLst>
                    <a:ext uri="{FF2B5EF4-FFF2-40B4-BE49-F238E27FC236}">
                      <a16:creationId xmlns:a16="http://schemas.microsoft.com/office/drawing/2014/main" id="{62577FFB-1757-BBCB-97DC-640B547FBE99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1" name="TextBox 360">
                  <a:extLst>
                    <a:ext uri="{FF2B5EF4-FFF2-40B4-BE49-F238E27FC236}">
                      <a16:creationId xmlns:a16="http://schemas.microsoft.com/office/drawing/2014/main" id="{0EA9D819-3E3B-6615-0D3E-1CF72099E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35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48F3D7CB-47C5-5246-3396-72BC43E54FC7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574B8A02-9E5A-E1AD-88CC-7CB91B2AF8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36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A343345D-569C-658E-EC63-4022448A119A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A18901E5-6898-9141-6E8A-4A1D607EBE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8D81B1DB-C2D4-939C-0870-FF13B4C6D2A5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A990E558-E2D9-5F52-A2B4-C5525A5F6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37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5" name="TextBox 364">
                  <a:extLst>
                    <a:ext uri="{FF2B5EF4-FFF2-40B4-BE49-F238E27FC236}">
                      <a16:creationId xmlns:a16="http://schemas.microsoft.com/office/drawing/2014/main" id="{5B49C48F-6577-C893-8B88-1682B30DB196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5" name="TextBox 364">
                  <a:extLst>
                    <a:ext uri="{FF2B5EF4-FFF2-40B4-BE49-F238E27FC236}">
                      <a16:creationId xmlns:a16="http://schemas.microsoft.com/office/drawing/2014/main" id="{E13CBE15-D2FF-A536-BEC1-6F8FB7AD83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38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BEC92F8D-FDBC-8783-263E-712320CEFFA9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8E472EC5-2168-C189-1E72-5BDE40C1CA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39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C166BFC1-19E8-7D66-9BED-9FC881968CFD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7326766E-A885-64B8-E87B-C7FF881B7F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40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0C22B7D9-933D-661D-6B1E-337965DA6200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FF2DA618-2CD2-CCDB-1059-6E881977C3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41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9" name="TextBox 368">
                  <a:extLst>
                    <a:ext uri="{FF2B5EF4-FFF2-40B4-BE49-F238E27FC236}">
                      <a16:creationId xmlns:a16="http://schemas.microsoft.com/office/drawing/2014/main" id="{2E11BF32-126F-C6CA-28D6-93F20FED26B0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9" name="TextBox 368">
                  <a:extLst>
                    <a:ext uri="{FF2B5EF4-FFF2-40B4-BE49-F238E27FC236}">
                      <a16:creationId xmlns:a16="http://schemas.microsoft.com/office/drawing/2014/main" id="{B0F53832-410D-8633-9C13-FF0E7EEC90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42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0F949860-701B-1DF2-AE66-143667415458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A0AB570B-7879-ECEE-58CA-934507FBB5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4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1" name="TextBox 370">
                  <a:extLst>
                    <a:ext uri="{FF2B5EF4-FFF2-40B4-BE49-F238E27FC236}">
                      <a16:creationId xmlns:a16="http://schemas.microsoft.com/office/drawing/2014/main" id="{C36AEBEF-5EBB-D93D-D45D-40DB3B1356C7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1" name="TextBox 370">
                  <a:extLst>
                    <a:ext uri="{FF2B5EF4-FFF2-40B4-BE49-F238E27FC236}">
                      <a16:creationId xmlns:a16="http://schemas.microsoft.com/office/drawing/2014/main" id="{969C3F63-EFFF-37C7-8883-822E261D27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44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2" name="TextBox 371">
                  <a:extLst>
                    <a:ext uri="{FF2B5EF4-FFF2-40B4-BE49-F238E27FC236}">
                      <a16:creationId xmlns:a16="http://schemas.microsoft.com/office/drawing/2014/main" id="{ACE4D3AA-4A97-62B9-AD8A-58ADB98C62F0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2" name="TextBox 371">
                  <a:extLst>
                    <a:ext uri="{FF2B5EF4-FFF2-40B4-BE49-F238E27FC236}">
                      <a16:creationId xmlns:a16="http://schemas.microsoft.com/office/drawing/2014/main" id="{23D47391-48D4-2AAF-E3E2-8D738BF48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45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10D5E266-3A1E-E0E0-C53C-F11AD4CCAB64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4FACA9D6-6EF6-E549-B36B-77B365CA3D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46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009E4902-6D65-9523-A5E1-810655AF2990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BD41DF49-3BFA-F26D-E97C-3D5E8CABA2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47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968B0598-437B-05E7-F4FD-4D892E206A41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001F4137-5495-FDF6-42E6-F6699F68B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49E90ACF-BD26-B2F7-4A24-7B09A512DB57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77B64866-7116-4245-E3FB-AF500959A1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48"/>
                  <a:stretch>
                    <a:fillRect t="-9375" r="-18421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8" name="Rectangle 377">
            <a:extLst>
              <a:ext uri="{FF2B5EF4-FFF2-40B4-BE49-F238E27FC236}">
                <a16:creationId xmlns:a16="http://schemas.microsoft.com/office/drawing/2014/main" id="{80F797DA-1CB3-DCF6-6E11-DDE6D69F86B5}"/>
              </a:ext>
            </a:extLst>
          </p:cNvPr>
          <p:cNvSpPr/>
          <p:nvPr/>
        </p:nvSpPr>
        <p:spPr>
          <a:xfrm>
            <a:off x="12578548" y="14740151"/>
            <a:ext cx="3652800" cy="3652800"/>
          </a:xfrm>
          <a:prstGeom prst="rect">
            <a:avLst/>
          </a:prstGeom>
          <a:pattFill prst="wdUpDiag">
            <a:fgClr>
              <a:schemeClr val="accent2">
                <a:lumMod val="40000"/>
                <a:lumOff val="60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CF7AFF2E-3F89-A417-4DFB-CDAF9ADD7B1E}"/>
              </a:ext>
            </a:extLst>
          </p:cNvPr>
          <p:cNvSpPr/>
          <p:nvPr/>
        </p:nvSpPr>
        <p:spPr>
          <a:xfrm>
            <a:off x="12582312" y="11065282"/>
            <a:ext cx="3649037" cy="3649037"/>
          </a:xfrm>
          <a:prstGeom prst="rect">
            <a:avLst/>
          </a:prstGeom>
          <a:pattFill prst="wdUpDiag">
            <a:fgClr>
              <a:schemeClr val="accent1">
                <a:lumMod val="20000"/>
                <a:lumOff val="80000"/>
              </a:schemeClr>
            </a:fgClr>
            <a:bgClr>
              <a:schemeClr val="accent4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55EA95F6-7FB8-4ED5-751D-F1F8D4324FBC}"/>
              </a:ext>
            </a:extLst>
          </p:cNvPr>
          <p:cNvSpPr/>
          <p:nvPr/>
        </p:nvSpPr>
        <p:spPr>
          <a:xfrm>
            <a:off x="12582311" y="110652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CD0DF0F9-E006-A243-6FD9-5FB7B6F4B930}"/>
              </a:ext>
            </a:extLst>
          </p:cNvPr>
          <p:cNvGrpSpPr/>
          <p:nvPr/>
        </p:nvGrpSpPr>
        <p:grpSpPr>
          <a:xfrm>
            <a:off x="12932030" y="11409383"/>
            <a:ext cx="3027141" cy="2995860"/>
            <a:chOff x="1386039" y="1479887"/>
            <a:chExt cx="3027141" cy="2995860"/>
          </a:xfrm>
        </p:grpSpPr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1988583A-E59F-D85B-9094-79EC72208E57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67713DED-E2F6-0996-CFE3-E0F87F6FD994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65204497-8F1E-FE4A-9068-1F801F8EA199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5" name="Oval 384">
              <a:extLst>
                <a:ext uri="{FF2B5EF4-FFF2-40B4-BE49-F238E27FC236}">
                  <a16:creationId xmlns:a16="http://schemas.microsoft.com/office/drawing/2014/main" id="{D90CBB88-307D-9380-E7E7-3FF9998E0D3B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E170A93D-5BC3-4E39-3A89-ABFCA1E07EE6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AC292922-ED02-1F1A-8F22-DB0750FCA884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F0428133-DCBD-031C-7F95-AEEB6A3D9150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C93C0415-5216-685C-1592-E797237E99B2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603F69D0-8C8C-CBB4-F735-E99BC266C8AB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Oval 390">
              <a:extLst>
                <a:ext uri="{FF2B5EF4-FFF2-40B4-BE49-F238E27FC236}">
                  <a16:creationId xmlns:a16="http://schemas.microsoft.com/office/drawing/2014/main" id="{C762559E-1BBB-607E-7F5E-5D88D31F4E88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A3BCB61E-94E2-3791-EA82-CEB9106FFD0F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064D9A2D-D620-0BA3-3DEE-59844239FD21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3C92A63A-BAD5-11E5-A79B-A27FEA3055B8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67976AA3-B376-2E26-A355-7C0A63CD2B94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Oval 395">
              <a:extLst>
                <a:ext uri="{FF2B5EF4-FFF2-40B4-BE49-F238E27FC236}">
                  <a16:creationId xmlns:a16="http://schemas.microsoft.com/office/drawing/2014/main" id="{FAC59699-CD42-1D5B-5136-BF8DB9BED421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Oval 396">
              <a:extLst>
                <a:ext uri="{FF2B5EF4-FFF2-40B4-BE49-F238E27FC236}">
                  <a16:creationId xmlns:a16="http://schemas.microsoft.com/office/drawing/2014/main" id="{843A9539-579B-8B98-4D51-600A04DD6891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8" name="Rectangle 397">
            <a:extLst>
              <a:ext uri="{FF2B5EF4-FFF2-40B4-BE49-F238E27FC236}">
                <a16:creationId xmlns:a16="http://schemas.microsoft.com/office/drawing/2014/main" id="{40C3726D-916C-673E-6597-C9D9B2BE4BF8}"/>
              </a:ext>
            </a:extLst>
          </p:cNvPr>
          <p:cNvSpPr/>
          <p:nvPr/>
        </p:nvSpPr>
        <p:spPr>
          <a:xfrm>
            <a:off x="12581050" y="147206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99" name="Group 398">
            <a:extLst>
              <a:ext uri="{FF2B5EF4-FFF2-40B4-BE49-F238E27FC236}">
                <a16:creationId xmlns:a16="http://schemas.microsoft.com/office/drawing/2014/main" id="{4EF9E104-8CCA-FC43-B9BA-C52545D08FDB}"/>
              </a:ext>
            </a:extLst>
          </p:cNvPr>
          <p:cNvGrpSpPr/>
          <p:nvPr/>
        </p:nvGrpSpPr>
        <p:grpSpPr>
          <a:xfrm>
            <a:off x="12930769" y="15064773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400" name="Oval 399">
              <a:extLst>
                <a:ext uri="{FF2B5EF4-FFF2-40B4-BE49-F238E27FC236}">
                  <a16:creationId xmlns:a16="http://schemas.microsoft.com/office/drawing/2014/main" id="{71FFF689-4CFE-E240-0D2F-71EA461F9C24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FD2376C0-6F37-110C-05D6-5F756C38B335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5838A536-D3C3-F9CF-8CF3-CF85AEF2AD4F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Oval 402">
              <a:extLst>
                <a:ext uri="{FF2B5EF4-FFF2-40B4-BE49-F238E27FC236}">
                  <a16:creationId xmlns:a16="http://schemas.microsoft.com/office/drawing/2014/main" id="{81BDD612-4D35-FD65-0100-DA22F1571A52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Oval 403">
              <a:extLst>
                <a:ext uri="{FF2B5EF4-FFF2-40B4-BE49-F238E27FC236}">
                  <a16:creationId xmlns:a16="http://schemas.microsoft.com/office/drawing/2014/main" id="{297CBF85-8FA3-5D60-9FC1-F471DDAD4AED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210F0D88-6AB4-50D8-1FB8-C99BF7C2D74A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Oval 405">
              <a:extLst>
                <a:ext uri="{FF2B5EF4-FFF2-40B4-BE49-F238E27FC236}">
                  <a16:creationId xmlns:a16="http://schemas.microsoft.com/office/drawing/2014/main" id="{DB7DA8F6-7D17-92E0-D801-C25612F085BE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4622F733-171A-996F-77EE-1039A3B9BE3C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B0482D6C-A70D-6773-7B7E-80E916940A45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C477C24E-BA08-87DC-F434-54A31D3FC5A1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20B96CBC-CE96-860B-5264-00BBCF204521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543F16CD-4282-014D-43CB-7F000C22D4D0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DB3ED6CB-75D7-28AE-4C46-B48B1028714B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439B5A87-6F17-C6A2-6CFB-9D32215E4BAE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1F51F3D7-C323-5ABA-EEBC-5441E61BEB03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Oval 414">
              <a:extLst>
                <a:ext uri="{FF2B5EF4-FFF2-40B4-BE49-F238E27FC236}">
                  <a16:creationId xmlns:a16="http://schemas.microsoft.com/office/drawing/2014/main" id="{26C80ACC-4753-466D-FDC1-1518AD56FC4E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217337E3-C186-4346-816E-2415F96BF4BD}"/>
                  </a:ext>
                </a:extLst>
              </p:cNvPr>
              <p:cNvSpPr txBox="1"/>
              <p:nvPr/>
            </p:nvSpPr>
            <p:spPr>
              <a:xfrm>
                <a:off x="13765080" y="16243799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217337E3-C186-4346-816E-2415F96BF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5080" y="16243799"/>
                <a:ext cx="1945341" cy="566181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3" name="TextBox 462">
                <a:extLst>
                  <a:ext uri="{FF2B5EF4-FFF2-40B4-BE49-F238E27FC236}">
                    <a16:creationId xmlns:a16="http://schemas.microsoft.com/office/drawing/2014/main" id="{960457F0-9405-B420-F63C-0D8DAAF8FBD1}"/>
                  </a:ext>
                </a:extLst>
              </p:cNvPr>
              <p:cNvSpPr txBox="1"/>
              <p:nvPr/>
            </p:nvSpPr>
            <p:spPr>
              <a:xfrm>
                <a:off x="13815065" y="12628813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3" name="TextBox 462">
                <a:extLst>
                  <a:ext uri="{FF2B5EF4-FFF2-40B4-BE49-F238E27FC236}">
                    <a16:creationId xmlns:a16="http://schemas.microsoft.com/office/drawing/2014/main" id="{960457F0-9405-B420-F63C-0D8DAAF8F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5065" y="12628813"/>
                <a:ext cx="1945341" cy="566181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4" name="Group 463">
            <a:extLst>
              <a:ext uri="{FF2B5EF4-FFF2-40B4-BE49-F238E27FC236}">
                <a16:creationId xmlns:a16="http://schemas.microsoft.com/office/drawing/2014/main" id="{D4357328-E689-2A12-1EC6-09F7A3E525F0}"/>
              </a:ext>
            </a:extLst>
          </p:cNvPr>
          <p:cNvGrpSpPr/>
          <p:nvPr/>
        </p:nvGrpSpPr>
        <p:grpSpPr>
          <a:xfrm>
            <a:off x="12547907" y="11073006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5" name="TextBox 464">
                  <a:extLst>
                    <a:ext uri="{FF2B5EF4-FFF2-40B4-BE49-F238E27FC236}">
                      <a16:creationId xmlns:a16="http://schemas.microsoft.com/office/drawing/2014/main" id="{B8587C02-2157-1C20-E99B-49B15443C926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5" name="TextBox 464">
                  <a:extLst>
                    <a:ext uri="{FF2B5EF4-FFF2-40B4-BE49-F238E27FC236}">
                      <a16:creationId xmlns:a16="http://schemas.microsoft.com/office/drawing/2014/main" id="{3ACCF180-4784-7A39-2F7B-571234C95E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52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6" name="TextBox 465">
                  <a:extLst>
                    <a:ext uri="{FF2B5EF4-FFF2-40B4-BE49-F238E27FC236}">
                      <a16:creationId xmlns:a16="http://schemas.microsoft.com/office/drawing/2014/main" id="{B2081776-9BEB-49C0-755C-E4D82A343058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6" name="TextBox 465">
                  <a:extLst>
                    <a:ext uri="{FF2B5EF4-FFF2-40B4-BE49-F238E27FC236}">
                      <a16:creationId xmlns:a16="http://schemas.microsoft.com/office/drawing/2014/main" id="{78308B60-CC52-EFE9-5809-022DA411A8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53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7" name="TextBox 466">
                  <a:extLst>
                    <a:ext uri="{FF2B5EF4-FFF2-40B4-BE49-F238E27FC236}">
                      <a16:creationId xmlns:a16="http://schemas.microsoft.com/office/drawing/2014/main" id="{CDD1EAF5-CF9A-6784-20EA-38E5DB47AF55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7" name="TextBox 466">
                  <a:extLst>
                    <a:ext uri="{FF2B5EF4-FFF2-40B4-BE49-F238E27FC236}">
                      <a16:creationId xmlns:a16="http://schemas.microsoft.com/office/drawing/2014/main" id="{C4367E4A-2629-B5CB-9E23-E008BF21F3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54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8" name="TextBox 467">
                  <a:extLst>
                    <a:ext uri="{FF2B5EF4-FFF2-40B4-BE49-F238E27FC236}">
                      <a16:creationId xmlns:a16="http://schemas.microsoft.com/office/drawing/2014/main" id="{69F8C17A-1C9C-8887-BF9E-481FEB0B64F0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8" name="TextBox 467">
                  <a:extLst>
                    <a:ext uri="{FF2B5EF4-FFF2-40B4-BE49-F238E27FC236}">
                      <a16:creationId xmlns:a16="http://schemas.microsoft.com/office/drawing/2014/main" id="{BE98AAAD-7C8B-90C0-D703-DB148C6452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55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9" name="TextBox 468">
                  <a:extLst>
                    <a:ext uri="{FF2B5EF4-FFF2-40B4-BE49-F238E27FC236}">
                      <a16:creationId xmlns:a16="http://schemas.microsoft.com/office/drawing/2014/main" id="{4DB87579-208A-EE2C-335F-A43AE693950D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9" name="TextBox 468">
                  <a:extLst>
                    <a:ext uri="{FF2B5EF4-FFF2-40B4-BE49-F238E27FC236}">
                      <a16:creationId xmlns:a16="http://schemas.microsoft.com/office/drawing/2014/main" id="{DA1B9B99-1CD0-E66A-3D6D-E1863CE759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56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0" name="TextBox 469">
                  <a:extLst>
                    <a:ext uri="{FF2B5EF4-FFF2-40B4-BE49-F238E27FC236}">
                      <a16:creationId xmlns:a16="http://schemas.microsoft.com/office/drawing/2014/main" id="{51BC2E3C-273F-6937-E8F2-8E17F5FDFC62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0" name="TextBox 469">
                  <a:extLst>
                    <a:ext uri="{FF2B5EF4-FFF2-40B4-BE49-F238E27FC236}">
                      <a16:creationId xmlns:a16="http://schemas.microsoft.com/office/drawing/2014/main" id="{3BCA218C-0812-2F22-6F34-1E7FB1729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57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" name="TextBox 470">
                  <a:extLst>
                    <a:ext uri="{FF2B5EF4-FFF2-40B4-BE49-F238E27FC236}">
                      <a16:creationId xmlns:a16="http://schemas.microsoft.com/office/drawing/2014/main" id="{7AD26B02-6DC9-B861-AD7D-2695F9092711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1" name="TextBox 470">
                  <a:extLst>
                    <a:ext uri="{FF2B5EF4-FFF2-40B4-BE49-F238E27FC236}">
                      <a16:creationId xmlns:a16="http://schemas.microsoft.com/office/drawing/2014/main" id="{29B5EF13-4298-20B8-A4DF-A829F3654E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58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2" name="TextBox 471">
                  <a:extLst>
                    <a:ext uri="{FF2B5EF4-FFF2-40B4-BE49-F238E27FC236}">
                      <a16:creationId xmlns:a16="http://schemas.microsoft.com/office/drawing/2014/main" id="{BD8D62E3-D40E-1CA6-5D43-73018DE4F8F1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2" name="TextBox 471">
                  <a:extLst>
                    <a:ext uri="{FF2B5EF4-FFF2-40B4-BE49-F238E27FC236}">
                      <a16:creationId xmlns:a16="http://schemas.microsoft.com/office/drawing/2014/main" id="{5390B9C6-73E9-D29B-843E-9A8580BBB0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59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3" name="TextBox 472">
                  <a:extLst>
                    <a:ext uri="{FF2B5EF4-FFF2-40B4-BE49-F238E27FC236}">
                      <a16:creationId xmlns:a16="http://schemas.microsoft.com/office/drawing/2014/main" id="{9DD48A78-7E21-5920-5679-C5CD3FD2FCCC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3" name="TextBox 472">
                  <a:extLst>
                    <a:ext uri="{FF2B5EF4-FFF2-40B4-BE49-F238E27FC236}">
                      <a16:creationId xmlns:a16="http://schemas.microsoft.com/office/drawing/2014/main" id="{A12EDFEB-46DE-C6FD-2AAB-61F6AEEE45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60"/>
                  <a:stretch>
                    <a:fillRect t="-9375" r="-1842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4" name="TextBox 473">
                  <a:extLst>
                    <a:ext uri="{FF2B5EF4-FFF2-40B4-BE49-F238E27FC236}">
                      <a16:creationId xmlns:a16="http://schemas.microsoft.com/office/drawing/2014/main" id="{0060D592-257A-A2D5-F7BD-BD8BE8617927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4" name="TextBox 473">
                  <a:extLst>
                    <a:ext uri="{FF2B5EF4-FFF2-40B4-BE49-F238E27FC236}">
                      <a16:creationId xmlns:a16="http://schemas.microsoft.com/office/drawing/2014/main" id="{6D86535D-893B-E21D-8BCB-BCEB50A11D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61"/>
                  <a:stretch>
                    <a:fillRect r="-1639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5" name="TextBox 474">
                  <a:extLst>
                    <a:ext uri="{FF2B5EF4-FFF2-40B4-BE49-F238E27FC236}">
                      <a16:creationId xmlns:a16="http://schemas.microsoft.com/office/drawing/2014/main" id="{01B38AA3-2AD6-79D5-8107-B8AE9624D6E1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5" name="TextBox 474">
                  <a:extLst>
                    <a:ext uri="{FF2B5EF4-FFF2-40B4-BE49-F238E27FC236}">
                      <a16:creationId xmlns:a16="http://schemas.microsoft.com/office/drawing/2014/main" id="{8800BFAA-B43E-05BB-D907-6A3E999A92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62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6" name="TextBox 475">
                  <a:extLst>
                    <a:ext uri="{FF2B5EF4-FFF2-40B4-BE49-F238E27FC236}">
                      <a16:creationId xmlns:a16="http://schemas.microsoft.com/office/drawing/2014/main" id="{7F5FFB52-BB10-CDFB-8804-C3BCEE17D150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6" name="TextBox 475">
                  <a:extLst>
                    <a:ext uri="{FF2B5EF4-FFF2-40B4-BE49-F238E27FC236}">
                      <a16:creationId xmlns:a16="http://schemas.microsoft.com/office/drawing/2014/main" id="{5EC960B6-EE52-F492-1F48-8DF396D769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63"/>
                  <a:stretch>
                    <a:fillRect l="-24242" r="-6061" b="-17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7" name="TextBox 476">
                  <a:extLst>
                    <a:ext uri="{FF2B5EF4-FFF2-40B4-BE49-F238E27FC236}">
                      <a16:creationId xmlns:a16="http://schemas.microsoft.com/office/drawing/2014/main" id="{7001CB8C-C149-6926-5948-34EFAE5099AA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7" name="TextBox 476">
                  <a:extLst>
                    <a:ext uri="{FF2B5EF4-FFF2-40B4-BE49-F238E27FC236}">
                      <a16:creationId xmlns:a16="http://schemas.microsoft.com/office/drawing/2014/main" id="{FFA42CBA-ACE3-13DF-2BC1-52F3D65DF7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64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8" name="TextBox 477">
                  <a:extLst>
                    <a:ext uri="{FF2B5EF4-FFF2-40B4-BE49-F238E27FC236}">
                      <a16:creationId xmlns:a16="http://schemas.microsoft.com/office/drawing/2014/main" id="{08FAE4DA-FFEA-0C3D-70A9-E2F606FE0119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8" name="TextBox 477">
                  <a:extLst>
                    <a:ext uri="{FF2B5EF4-FFF2-40B4-BE49-F238E27FC236}">
                      <a16:creationId xmlns:a16="http://schemas.microsoft.com/office/drawing/2014/main" id="{7A3F1E40-7BFA-F07C-CC7C-10732B3DC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65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9" name="TextBox 478">
                  <a:extLst>
                    <a:ext uri="{FF2B5EF4-FFF2-40B4-BE49-F238E27FC236}">
                      <a16:creationId xmlns:a16="http://schemas.microsoft.com/office/drawing/2014/main" id="{DD17778D-32A7-BB84-962A-151B94D3E944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9" name="TextBox 478">
                  <a:extLst>
                    <a:ext uri="{FF2B5EF4-FFF2-40B4-BE49-F238E27FC236}">
                      <a16:creationId xmlns:a16="http://schemas.microsoft.com/office/drawing/2014/main" id="{3916D9DF-7E3F-868F-57D2-8251EA016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66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0" name="TextBox 479">
                  <a:extLst>
                    <a:ext uri="{FF2B5EF4-FFF2-40B4-BE49-F238E27FC236}">
                      <a16:creationId xmlns:a16="http://schemas.microsoft.com/office/drawing/2014/main" id="{ADE33637-04EA-0835-E31C-44A193516A1C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0" name="TextBox 479">
                  <a:extLst>
                    <a:ext uri="{FF2B5EF4-FFF2-40B4-BE49-F238E27FC236}">
                      <a16:creationId xmlns:a16="http://schemas.microsoft.com/office/drawing/2014/main" id="{25C014C9-DE14-217F-24C7-6A33B6E5BE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67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" name="TextBox 480">
                  <a:extLst>
                    <a:ext uri="{FF2B5EF4-FFF2-40B4-BE49-F238E27FC236}">
                      <a16:creationId xmlns:a16="http://schemas.microsoft.com/office/drawing/2014/main" id="{4ACD8D63-D157-B3F8-46B0-59E72DEE80D1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1" name="TextBox 480">
                  <a:extLst>
                    <a:ext uri="{FF2B5EF4-FFF2-40B4-BE49-F238E27FC236}">
                      <a16:creationId xmlns:a16="http://schemas.microsoft.com/office/drawing/2014/main" id="{A294FC08-59E0-4A18-FA93-4F550211FA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68"/>
                  <a:stretch>
                    <a:fillRect r="-156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2" name="TextBox 481">
                  <a:extLst>
                    <a:ext uri="{FF2B5EF4-FFF2-40B4-BE49-F238E27FC236}">
                      <a16:creationId xmlns:a16="http://schemas.microsoft.com/office/drawing/2014/main" id="{55E274A1-BD20-FC93-A1A4-2C04BA8968E7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2" name="TextBox 481">
                  <a:extLst>
                    <a:ext uri="{FF2B5EF4-FFF2-40B4-BE49-F238E27FC236}">
                      <a16:creationId xmlns:a16="http://schemas.microsoft.com/office/drawing/2014/main" id="{3804D29D-CC83-DB66-94FB-A8C2A77379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69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3" name="TextBox 482">
                  <a:extLst>
                    <a:ext uri="{FF2B5EF4-FFF2-40B4-BE49-F238E27FC236}">
                      <a16:creationId xmlns:a16="http://schemas.microsoft.com/office/drawing/2014/main" id="{2EC682EF-B71E-F843-513B-F1DF838625B9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3" name="TextBox 482">
                  <a:extLst>
                    <a:ext uri="{FF2B5EF4-FFF2-40B4-BE49-F238E27FC236}">
                      <a16:creationId xmlns:a16="http://schemas.microsoft.com/office/drawing/2014/main" id="{49CE24F0-EF90-D7F5-CC7B-117F6AD73C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7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4" name="TextBox 483">
                  <a:extLst>
                    <a:ext uri="{FF2B5EF4-FFF2-40B4-BE49-F238E27FC236}">
                      <a16:creationId xmlns:a16="http://schemas.microsoft.com/office/drawing/2014/main" id="{D536E2B8-2559-9868-D4C6-93E2EF4397A8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4" name="TextBox 483">
                  <a:extLst>
                    <a:ext uri="{FF2B5EF4-FFF2-40B4-BE49-F238E27FC236}">
                      <a16:creationId xmlns:a16="http://schemas.microsoft.com/office/drawing/2014/main" id="{2B5DB69F-0FAF-6B00-F1D2-363322C3C5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71"/>
                  <a:stretch>
                    <a:fillRect r="-1205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5" name="TextBox 484">
                  <a:extLst>
                    <a:ext uri="{FF2B5EF4-FFF2-40B4-BE49-F238E27FC236}">
                      <a16:creationId xmlns:a16="http://schemas.microsoft.com/office/drawing/2014/main" id="{540024CC-EC34-C2BB-345F-77D57FC4EE2F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5" name="TextBox 484">
                  <a:extLst>
                    <a:ext uri="{FF2B5EF4-FFF2-40B4-BE49-F238E27FC236}">
                      <a16:creationId xmlns:a16="http://schemas.microsoft.com/office/drawing/2014/main" id="{889928E8-E1A5-9478-5FA9-18BD6EE2CF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72"/>
                  <a:stretch>
                    <a:fillRect t="-9091" r="-18421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6" name="TextBox 485">
                  <a:extLst>
                    <a:ext uri="{FF2B5EF4-FFF2-40B4-BE49-F238E27FC236}">
                      <a16:creationId xmlns:a16="http://schemas.microsoft.com/office/drawing/2014/main" id="{782F1F25-0A65-9BF0-A5D6-D662E54F9917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6" name="TextBox 485">
                  <a:extLst>
                    <a:ext uri="{FF2B5EF4-FFF2-40B4-BE49-F238E27FC236}">
                      <a16:creationId xmlns:a16="http://schemas.microsoft.com/office/drawing/2014/main" id="{21C6A062-5701-E5F3-1F6D-F983AB3A8E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73"/>
                  <a:stretch>
                    <a:fillRect t="-6061" r="-2051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68685FB7-939D-004B-4B85-0145916A14F5}"/>
              </a:ext>
            </a:extLst>
          </p:cNvPr>
          <p:cNvGrpSpPr/>
          <p:nvPr/>
        </p:nvGrpSpPr>
        <p:grpSpPr>
          <a:xfrm>
            <a:off x="12572988" y="14732963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8" name="TextBox 487">
                  <a:extLst>
                    <a:ext uri="{FF2B5EF4-FFF2-40B4-BE49-F238E27FC236}">
                      <a16:creationId xmlns:a16="http://schemas.microsoft.com/office/drawing/2014/main" id="{FCE622E7-3B7E-9DF9-8EAB-9AE4636EFAE7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8" name="TextBox 487">
                  <a:extLst>
                    <a:ext uri="{FF2B5EF4-FFF2-40B4-BE49-F238E27FC236}">
                      <a16:creationId xmlns:a16="http://schemas.microsoft.com/office/drawing/2014/main" id="{4B6AC79F-5F14-EA80-E9AB-992EE4F66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74"/>
                  <a:stretch>
                    <a:fillRect r="-2326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9" name="TextBox 488">
                  <a:extLst>
                    <a:ext uri="{FF2B5EF4-FFF2-40B4-BE49-F238E27FC236}">
                      <a16:creationId xmlns:a16="http://schemas.microsoft.com/office/drawing/2014/main" id="{BAF22DE6-3AF6-8ED9-7F95-CADC1EF131A8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9" name="TextBox 488">
                  <a:extLst>
                    <a:ext uri="{FF2B5EF4-FFF2-40B4-BE49-F238E27FC236}">
                      <a16:creationId xmlns:a16="http://schemas.microsoft.com/office/drawing/2014/main" id="{064EEE4F-A8AD-B2A2-7B3E-540D1E580B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75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0" name="TextBox 489">
                  <a:extLst>
                    <a:ext uri="{FF2B5EF4-FFF2-40B4-BE49-F238E27FC236}">
                      <a16:creationId xmlns:a16="http://schemas.microsoft.com/office/drawing/2014/main" id="{D1588AA9-91CD-0DFE-E398-6D8826CFBA3F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0" name="TextBox 489">
                  <a:extLst>
                    <a:ext uri="{FF2B5EF4-FFF2-40B4-BE49-F238E27FC236}">
                      <a16:creationId xmlns:a16="http://schemas.microsoft.com/office/drawing/2014/main" id="{90C0C75B-E177-17F9-328D-443E0CCE2C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76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1" name="TextBox 490">
                  <a:extLst>
                    <a:ext uri="{FF2B5EF4-FFF2-40B4-BE49-F238E27FC236}">
                      <a16:creationId xmlns:a16="http://schemas.microsoft.com/office/drawing/2014/main" id="{4C58DFF0-8AAB-4FA2-0308-383C5352FD30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1" name="TextBox 490">
                  <a:extLst>
                    <a:ext uri="{FF2B5EF4-FFF2-40B4-BE49-F238E27FC236}">
                      <a16:creationId xmlns:a16="http://schemas.microsoft.com/office/drawing/2014/main" id="{72F38B5D-CFC1-3CFB-7520-CDFE1CE10B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77"/>
                  <a:stretch>
                    <a:fillRect t="-9375" r="-1842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2" name="TextBox 491">
                  <a:extLst>
                    <a:ext uri="{FF2B5EF4-FFF2-40B4-BE49-F238E27FC236}">
                      <a16:creationId xmlns:a16="http://schemas.microsoft.com/office/drawing/2014/main" id="{5312E6A1-DDE4-81E1-0A33-6281AE2152F1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2" name="TextBox 491">
                  <a:extLst>
                    <a:ext uri="{FF2B5EF4-FFF2-40B4-BE49-F238E27FC236}">
                      <a16:creationId xmlns:a16="http://schemas.microsoft.com/office/drawing/2014/main" id="{0E2FFAFE-90D4-38B6-B398-D2337DA971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78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3" name="TextBox 492">
                  <a:extLst>
                    <a:ext uri="{FF2B5EF4-FFF2-40B4-BE49-F238E27FC236}">
                      <a16:creationId xmlns:a16="http://schemas.microsoft.com/office/drawing/2014/main" id="{B33B0D5F-645B-D7A5-C42F-75FC31F4E468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3" name="TextBox 492">
                  <a:extLst>
                    <a:ext uri="{FF2B5EF4-FFF2-40B4-BE49-F238E27FC236}">
                      <a16:creationId xmlns:a16="http://schemas.microsoft.com/office/drawing/2014/main" id="{B425DB72-8BB4-DC04-7FF4-FA7B12A261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79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4" name="TextBox 493">
                  <a:extLst>
                    <a:ext uri="{FF2B5EF4-FFF2-40B4-BE49-F238E27FC236}">
                      <a16:creationId xmlns:a16="http://schemas.microsoft.com/office/drawing/2014/main" id="{C804EDFB-EEC4-62D0-CCD9-098B0F2F3E61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4" name="TextBox 493">
                  <a:extLst>
                    <a:ext uri="{FF2B5EF4-FFF2-40B4-BE49-F238E27FC236}">
                      <a16:creationId xmlns:a16="http://schemas.microsoft.com/office/drawing/2014/main" id="{3E36A5F5-E80F-9770-BF3D-3A5777FCF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80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5" name="TextBox 494">
                  <a:extLst>
                    <a:ext uri="{FF2B5EF4-FFF2-40B4-BE49-F238E27FC236}">
                      <a16:creationId xmlns:a16="http://schemas.microsoft.com/office/drawing/2014/main" id="{6B5672A3-5C51-A5B3-2C6D-D6C6991C1758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5" name="TextBox 494">
                  <a:extLst>
                    <a:ext uri="{FF2B5EF4-FFF2-40B4-BE49-F238E27FC236}">
                      <a16:creationId xmlns:a16="http://schemas.microsoft.com/office/drawing/2014/main" id="{0C428B92-DC02-D741-849D-AD37DF1C96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81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6" name="TextBox 495">
                  <a:extLst>
                    <a:ext uri="{FF2B5EF4-FFF2-40B4-BE49-F238E27FC236}">
                      <a16:creationId xmlns:a16="http://schemas.microsoft.com/office/drawing/2014/main" id="{CAD4F811-977A-FB95-E9B3-A30B8393F619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6" name="TextBox 495">
                  <a:extLst>
                    <a:ext uri="{FF2B5EF4-FFF2-40B4-BE49-F238E27FC236}">
                      <a16:creationId xmlns:a16="http://schemas.microsoft.com/office/drawing/2014/main" id="{081DCBE7-2F13-A5FD-A10A-1EC12E270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82"/>
                  <a:stretch>
                    <a:fillRect t="-9375" r="-1842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7" name="TextBox 496">
                  <a:extLst>
                    <a:ext uri="{FF2B5EF4-FFF2-40B4-BE49-F238E27FC236}">
                      <a16:creationId xmlns:a16="http://schemas.microsoft.com/office/drawing/2014/main" id="{67C67C2A-E1F8-509B-E859-196DB06FC227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7" name="TextBox 496">
                  <a:extLst>
                    <a:ext uri="{FF2B5EF4-FFF2-40B4-BE49-F238E27FC236}">
                      <a16:creationId xmlns:a16="http://schemas.microsoft.com/office/drawing/2014/main" id="{08ECD251-210D-F236-412C-3A27398A6D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83"/>
                  <a:stretch>
                    <a:fillRect r="-1639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8" name="TextBox 497">
                  <a:extLst>
                    <a:ext uri="{FF2B5EF4-FFF2-40B4-BE49-F238E27FC236}">
                      <a16:creationId xmlns:a16="http://schemas.microsoft.com/office/drawing/2014/main" id="{BA883CCA-743D-34DE-B8E1-51220F89E964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8" name="TextBox 497">
                  <a:extLst>
                    <a:ext uri="{FF2B5EF4-FFF2-40B4-BE49-F238E27FC236}">
                      <a16:creationId xmlns:a16="http://schemas.microsoft.com/office/drawing/2014/main" id="{1C0ED99A-D747-6D4D-CF6D-9D6D564691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63"/>
                  <a:stretch>
                    <a:fillRect l="-25000" r="-9375" b="-17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TextBox 498">
                  <a:extLst>
                    <a:ext uri="{FF2B5EF4-FFF2-40B4-BE49-F238E27FC236}">
                      <a16:creationId xmlns:a16="http://schemas.microsoft.com/office/drawing/2014/main" id="{B3148A55-376F-F066-A8B4-49D016C22E51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9" name="TextBox 498">
                  <a:extLst>
                    <a:ext uri="{FF2B5EF4-FFF2-40B4-BE49-F238E27FC236}">
                      <a16:creationId xmlns:a16="http://schemas.microsoft.com/office/drawing/2014/main" id="{5F5C26D2-6C50-0DDA-2F5E-9EFE2401E2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84"/>
                  <a:stretch>
                    <a:fillRect l="-24242" r="-6061"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0" name="TextBox 499">
                  <a:extLst>
                    <a:ext uri="{FF2B5EF4-FFF2-40B4-BE49-F238E27FC236}">
                      <a16:creationId xmlns:a16="http://schemas.microsoft.com/office/drawing/2014/main" id="{1BE8DCE8-8A59-CC20-5757-ACBB474A8269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0" name="TextBox 499">
                  <a:extLst>
                    <a:ext uri="{FF2B5EF4-FFF2-40B4-BE49-F238E27FC236}">
                      <a16:creationId xmlns:a16="http://schemas.microsoft.com/office/drawing/2014/main" id="{D73541EC-E073-6BB3-A083-FBB83C91B4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85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1" name="TextBox 500">
                  <a:extLst>
                    <a:ext uri="{FF2B5EF4-FFF2-40B4-BE49-F238E27FC236}">
                      <a16:creationId xmlns:a16="http://schemas.microsoft.com/office/drawing/2014/main" id="{85D8F1F7-55EE-A732-8754-8E7797161EFC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1" name="TextBox 500">
                  <a:extLst>
                    <a:ext uri="{FF2B5EF4-FFF2-40B4-BE49-F238E27FC236}">
                      <a16:creationId xmlns:a16="http://schemas.microsoft.com/office/drawing/2014/main" id="{20E465A6-F07A-90FB-DCFB-B17DF2A27D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86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2" name="TextBox 501">
                  <a:extLst>
                    <a:ext uri="{FF2B5EF4-FFF2-40B4-BE49-F238E27FC236}">
                      <a16:creationId xmlns:a16="http://schemas.microsoft.com/office/drawing/2014/main" id="{DA685274-40DD-EEA2-A160-66328492E098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2" name="TextBox 501">
                  <a:extLst>
                    <a:ext uri="{FF2B5EF4-FFF2-40B4-BE49-F238E27FC236}">
                      <a16:creationId xmlns:a16="http://schemas.microsoft.com/office/drawing/2014/main" id="{77044F71-901E-0583-E259-B174A9CBBD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87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3" name="TextBox 502">
                  <a:extLst>
                    <a:ext uri="{FF2B5EF4-FFF2-40B4-BE49-F238E27FC236}">
                      <a16:creationId xmlns:a16="http://schemas.microsoft.com/office/drawing/2014/main" id="{F26331A8-1C39-075B-E647-DDAC26F99FC8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3" name="TextBox 502">
                  <a:extLst>
                    <a:ext uri="{FF2B5EF4-FFF2-40B4-BE49-F238E27FC236}">
                      <a16:creationId xmlns:a16="http://schemas.microsoft.com/office/drawing/2014/main" id="{403D159A-1CCF-443D-6472-4CE9EA4BBD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88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4" name="TextBox 503">
                  <a:extLst>
                    <a:ext uri="{FF2B5EF4-FFF2-40B4-BE49-F238E27FC236}">
                      <a16:creationId xmlns:a16="http://schemas.microsoft.com/office/drawing/2014/main" id="{4D05181A-8BA4-5062-8082-411D67DE9A6D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4" name="TextBox 503">
                  <a:extLst>
                    <a:ext uri="{FF2B5EF4-FFF2-40B4-BE49-F238E27FC236}">
                      <a16:creationId xmlns:a16="http://schemas.microsoft.com/office/drawing/2014/main" id="{C31B0C06-0AB5-C0A6-9E16-8149490359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89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5" name="TextBox 504">
                  <a:extLst>
                    <a:ext uri="{FF2B5EF4-FFF2-40B4-BE49-F238E27FC236}">
                      <a16:creationId xmlns:a16="http://schemas.microsoft.com/office/drawing/2014/main" id="{71FD85E5-E78F-5FF7-B60E-9FEBE11A9CAB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5" name="TextBox 504">
                  <a:extLst>
                    <a:ext uri="{FF2B5EF4-FFF2-40B4-BE49-F238E27FC236}">
                      <a16:creationId xmlns:a16="http://schemas.microsoft.com/office/drawing/2014/main" id="{5329EB51-068E-7F87-93B8-CBFC744D77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90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6" name="TextBox 505">
                  <a:extLst>
                    <a:ext uri="{FF2B5EF4-FFF2-40B4-BE49-F238E27FC236}">
                      <a16:creationId xmlns:a16="http://schemas.microsoft.com/office/drawing/2014/main" id="{7FFAB048-43CA-3C6F-91A6-4E4585BED146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6" name="TextBox 505">
                  <a:extLst>
                    <a:ext uri="{FF2B5EF4-FFF2-40B4-BE49-F238E27FC236}">
                      <a16:creationId xmlns:a16="http://schemas.microsoft.com/office/drawing/2014/main" id="{7DDC6AF7-9C65-B6CE-59A1-717288F5B4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91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7" name="TextBox 506">
                  <a:extLst>
                    <a:ext uri="{FF2B5EF4-FFF2-40B4-BE49-F238E27FC236}">
                      <a16:creationId xmlns:a16="http://schemas.microsoft.com/office/drawing/2014/main" id="{11846F3F-D224-45F2-7DED-CE40FB4B4052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7" name="TextBox 506">
                  <a:extLst>
                    <a:ext uri="{FF2B5EF4-FFF2-40B4-BE49-F238E27FC236}">
                      <a16:creationId xmlns:a16="http://schemas.microsoft.com/office/drawing/2014/main" id="{E05BF1F0-7036-9FCC-AFF0-05684A0C9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92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97E5527C-73A3-5BEE-AE24-2ECCB1A06A2C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E46C7013-28C9-F90C-94A9-21C422FF63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93"/>
                  <a:stretch>
                    <a:fillRect t="-6061" r="-18421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07700D04-E6FE-38FD-9F3D-4CAC7E03C99F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DBE163F5-8F6D-AE10-AA87-355096EF63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55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A421838B-BB1B-9B62-582E-FA2D76CB6DDD}"/>
              </a:ext>
            </a:extLst>
          </p:cNvPr>
          <p:cNvGrpSpPr/>
          <p:nvPr/>
        </p:nvGrpSpPr>
        <p:grpSpPr>
          <a:xfrm>
            <a:off x="8917930" y="18372461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B3B9AF2D-32FA-55CE-7347-EC39876DA7CC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7E910A06-F17E-8E41-BAB2-01841F8279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94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071FA936-2688-BB37-7030-67C29BAC50A8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D6692CAA-BC86-51B4-EA7C-8967CB4BEE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95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A5F9D9DC-6CB6-6C95-5479-37BE13364D11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B5848C27-071C-1E53-9908-6C310FC127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96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2E7F24EB-DF7E-9E8C-464A-94F511CFF907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7BF072AE-DF3A-90C1-AE75-C11ACA5EE3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97"/>
                  <a:stretch>
                    <a:fillRect t="-606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8F86DBB8-1D71-FF46-94D6-ED967F02932D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82248FC-D8D8-06CB-6338-A2404C30ED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98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64280502-A339-BF41-BB75-FF6B221CAFF0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B7A1D332-09DA-FD17-4EE4-C255D711FE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99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7" name="TextBox 516">
                  <a:extLst>
                    <a:ext uri="{FF2B5EF4-FFF2-40B4-BE49-F238E27FC236}">
                      <a16:creationId xmlns:a16="http://schemas.microsoft.com/office/drawing/2014/main" id="{8441FFE0-5F5D-238C-4E5D-6F6D2CCF54CC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7" name="TextBox 516">
                  <a:extLst>
                    <a:ext uri="{FF2B5EF4-FFF2-40B4-BE49-F238E27FC236}">
                      <a16:creationId xmlns:a16="http://schemas.microsoft.com/office/drawing/2014/main" id="{FF0362CF-8DCA-3A99-9BBF-EE3A3B61EB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100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8" name="TextBox 517">
                  <a:extLst>
                    <a:ext uri="{FF2B5EF4-FFF2-40B4-BE49-F238E27FC236}">
                      <a16:creationId xmlns:a16="http://schemas.microsoft.com/office/drawing/2014/main" id="{44D16DEE-AA3C-EAF2-F2D0-673CE4D4F81E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8" name="TextBox 517">
                  <a:extLst>
                    <a:ext uri="{FF2B5EF4-FFF2-40B4-BE49-F238E27FC236}">
                      <a16:creationId xmlns:a16="http://schemas.microsoft.com/office/drawing/2014/main" id="{F2CB3E78-C74A-9C88-75CB-839B912B1E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101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9" name="TextBox 518">
                  <a:extLst>
                    <a:ext uri="{FF2B5EF4-FFF2-40B4-BE49-F238E27FC236}">
                      <a16:creationId xmlns:a16="http://schemas.microsoft.com/office/drawing/2014/main" id="{278FEE2D-616E-F820-F08C-18051FE038F0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9" name="TextBox 518">
                  <a:extLst>
                    <a:ext uri="{FF2B5EF4-FFF2-40B4-BE49-F238E27FC236}">
                      <a16:creationId xmlns:a16="http://schemas.microsoft.com/office/drawing/2014/main" id="{50C675F9-B587-FE22-0F79-03A634A3FA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102"/>
                  <a:stretch>
                    <a:fillRect t="-909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0" name="TextBox 519">
                  <a:extLst>
                    <a:ext uri="{FF2B5EF4-FFF2-40B4-BE49-F238E27FC236}">
                      <a16:creationId xmlns:a16="http://schemas.microsoft.com/office/drawing/2014/main" id="{44A079D1-2665-E546-FA18-C4E41253C02E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0" name="TextBox 519">
                  <a:extLst>
                    <a:ext uri="{FF2B5EF4-FFF2-40B4-BE49-F238E27FC236}">
                      <a16:creationId xmlns:a16="http://schemas.microsoft.com/office/drawing/2014/main" id="{8795D13C-8A9C-42B2-B373-E065283A97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10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1" name="TextBox 520">
                  <a:extLst>
                    <a:ext uri="{FF2B5EF4-FFF2-40B4-BE49-F238E27FC236}">
                      <a16:creationId xmlns:a16="http://schemas.microsoft.com/office/drawing/2014/main" id="{150EF513-A1DD-C836-8063-6948D89E0BE5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1" name="TextBox 520">
                  <a:extLst>
                    <a:ext uri="{FF2B5EF4-FFF2-40B4-BE49-F238E27FC236}">
                      <a16:creationId xmlns:a16="http://schemas.microsoft.com/office/drawing/2014/main" id="{F8AD97A3-278B-6FD6-7454-BF31036C18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62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" name="TextBox 521">
                  <a:extLst>
                    <a:ext uri="{FF2B5EF4-FFF2-40B4-BE49-F238E27FC236}">
                      <a16:creationId xmlns:a16="http://schemas.microsoft.com/office/drawing/2014/main" id="{D336B693-9303-D3B6-C2DA-09D49A067634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2" name="TextBox 521">
                  <a:extLst>
                    <a:ext uri="{FF2B5EF4-FFF2-40B4-BE49-F238E27FC236}">
                      <a16:creationId xmlns:a16="http://schemas.microsoft.com/office/drawing/2014/main" id="{4AAC5C66-E370-9C37-20E6-48DB66D1B8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63"/>
                  <a:stretch>
                    <a:fillRect l="-25000" r="-9375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3" name="TextBox 522">
                  <a:extLst>
                    <a:ext uri="{FF2B5EF4-FFF2-40B4-BE49-F238E27FC236}">
                      <a16:creationId xmlns:a16="http://schemas.microsoft.com/office/drawing/2014/main" id="{2BC004DB-C693-E8B6-04C6-A5FA09B30E34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3" name="TextBox 522">
                  <a:extLst>
                    <a:ext uri="{FF2B5EF4-FFF2-40B4-BE49-F238E27FC236}">
                      <a16:creationId xmlns:a16="http://schemas.microsoft.com/office/drawing/2014/main" id="{DB02F49C-7D9B-9889-6E0B-5ED4C8B6BC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104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4" name="TextBox 523">
                  <a:extLst>
                    <a:ext uri="{FF2B5EF4-FFF2-40B4-BE49-F238E27FC236}">
                      <a16:creationId xmlns:a16="http://schemas.microsoft.com/office/drawing/2014/main" id="{DA70B89E-A045-CA5C-4D7D-47957D4140CC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4" name="TextBox 523">
                  <a:extLst>
                    <a:ext uri="{FF2B5EF4-FFF2-40B4-BE49-F238E27FC236}">
                      <a16:creationId xmlns:a16="http://schemas.microsoft.com/office/drawing/2014/main" id="{3A696E0A-4E24-9140-CDBF-DF9FF0DA96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105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5" name="TextBox 524">
                  <a:extLst>
                    <a:ext uri="{FF2B5EF4-FFF2-40B4-BE49-F238E27FC236}">
                      <a16:creationId xmlns:a16="http://schemas.microsoft.com/office/drawing/2014/main" id="{C4D5F209-9F40-2C37-EE3B-9D8025C94471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5" name="TextBox 524">
                  <a:extLst>
                    <a:ext uri="{FF2B5EF4-FFF2-40B4-BE49-F238E27FC236}">
                      <a16:creationId xmlns:a16="http://schemas.microsoft.com/office/drawing/2014/main" id="{51B4C755-F052-F00F-27BD-A0E2AB6D4B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106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6" name="TextBox 525">
                  <a:extLst>
                    <a:ext uri="{FF2B5EF4-FFF2-40B4-BE49-F238E27FC236}">
                      <a16:creationId xmlns:a16="http://schemas.microsoft.com/office/drawing/2014/main" id="{66236FA7-DFD0-07B0-4F8A-D92D53A1B2FA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6" name="TextBox 525">
                  <a:extLst>
                    <a:ext uri="{FF2B5EF4-FFF2-40B4-BE49-F238E27FC236}">
                      <a16:creationId xmlns:a16="http://schemas.microsoft.com/office/drawing/2014/main" id="{1C762992-BD9C-4F1B-541A-A85747FE23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107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7" name="TextBox 526">
                  <a:extLst>
                    <a:ext uri="{FF2B5EF4-FFF2-40B4-BE49-F238E27FC236}">
                      <a16:creationId xmlns:a16="http://schemas.microsoft.com/office/drawing/2014/main" id="{F3D58119-6A91-8CB4-9D7D-6E1EAAE062FD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7" name="TextBox 526">
                  <a:extLst>
                    <a:ext uri="{FF2B5EF4-FFF2-40B4-BE49-F238E27FC236}">
                      <a16:creationId xmlns:a16="http://schemas.microsoft.com/office/drawing/2014/main" id="{62816C68-7E61-8B06-6079-5F890E3B27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108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8" name="TextBox 527">
                  <a:extLst>
                    <a:ext uri="{FF2B5EF4-FFF2-40B4-BE49-F238E27FC236}">
                      <a16:creationId xmlns:a16="http://schemas.microsoft.com/office/drawing/2014/main" id="{DAC3C91B-0586-8A1C-EE41-28CB580A1B58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8" name="TextBox 527">
                  <a:extLst>
                    <a:ext uri="{FF2B5EF4-FFF2-40B4-BE49-F238E27FC236}">
                      <a16:creationId xmlns:a16="http://schemas.microsoft.com/office/drawing/2014/main" id="{CBE98000-FB06-7062-E43A-C72348707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109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9" name="TextBox 528">
                  <a:extLst>
                    <a:ext uri="{FF2B5EF4-FFF2-40B4-BE49-F238E27FC236}">
                      <a16:creationId xmlns:a16="http://schemas.microsoft.com/office/drawing/2014/main" id="{9538B733-DE0E-A5EB-804C-9B169598E65F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9" name="TextBox 528">
                  <a:extLst>
                    <a:ext uri="{FF2B5EF4-FFF2-40B4-BE49-F238E27FC236}">
                      <a16:creationId xmlns:a16="http://schemas.microsoft.com/office/drawing/2014/main" id="{C7D55979-F34C-42E7-A9AB-B6E899AEB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110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0" name="TextBox 529">
                  <a:extLst>
                    <a:ext uri="{FF2B5EF4-FFF2-40B4-BE49-F238E27FC236}">
                      <a16:creationId xmlns:a16="http://schemas.microsoft.com/office/drawing/2014/main" id="{3822B421-C762-CD76-D5B7-B9F781B2A044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0" name="TextBox 529">
                  <a:extLst>
                    <a:ext uri="{FF2B5EF4-FFF2-40B4-BE49-F238E27FC236}">
                      <a16:creationId xmlns:a16="http://schemas.microsoft.com/office/drawing/2014/main" id="{7A2B8D3A-D9C9-10C0-7B79-CA4EB4895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111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1" name="TextBox 530">
                  <a:extLst>
                    <a:ext uri="{FF2B5EF4-FFF2-40B4-BE49-F238E27FC236}">
                      <a16:creationId xmlns:a16="http://schemas.microsoft.com/office/drawing/2014/main" id="{7E18C362-0631-E028-97EA-E1941F6A9B55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1" name="TextBox 530">
                  <a:extLst>
                    <a:ext uri="{FF2B5EF4-FFF2-40B4-BE49-F238E27FC236}">
                      <a16:creationId xmlns:a16="http://schemas.microsoft.com/office/drawing/2014/main" id="{A1FCFDA2-5DA2-F0F8-5A65-5EC960D620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09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2" name="TextBox 531">
                  <a:extLst>
                    <a:ext uri="{FF2B5EF4-FFF2-40B4-BE49-F238E27FC236}">
                      <a16:creationId xmlns:a16="http://schemas.microsoft.com/office/drawing/2014/main" id="{ADB4D092-6133-F8F1-20C3-00262ECD629E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2" name="TextBox 531">
                  <a:extLst>
                    <a:ext uri="{FF2B5EF4-FFF2-40B4-BE49-F238E27FC236}">
                      <a16:creationId xmlns:a16="http://schemas.microsoft.com/office/drawing/2014/main" id="{64EA9789-918E-7D3A-FB26-8C4B16515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112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3" name="Group 532">
            <a:extLst>
              <a:ext uri="{FF2B5EF4-FFF2-40B4-BE49-F238E27FC236}">
                <a16:creationId xmlns:a16="http://schemas.microsoft.com/office/drawing/2014/main" id="{9F78050F-434D-101F-9715-AD61C985C1FD}"/>
              </a:ext>
            </a:extLst>
          </p:cNvPr>
          <p:cNvGrpSpPr/>
          <p:nvPr/>
        </p:nvGrpSpPr>
        <p:grpSpPr>
          <a:xfrm>
            <a:off x="5189148" y="18380349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4" name="TextBox 533">
                  <a:extLst>
                    <a:ext uri="{FF2B5EF4-FFF2-40B4-BE49-F238E27FC236}">
                      <a16:creationId xmlns:a16="http://schemas.microsoft.com/office/drawing/2014/main" id="{D6A993F4-3925-0BAB-8D09-4B9FFB0A52D5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4" name="TextBox 533">
                  <a:extLst>
                    <a:ext uri="{FF2B5EF4-FFF2-40B4-BE49-F238E27FC236}">
                      <a16:creationId xmlns:a16="http://schemas.microsoft.com/office/drawing/2014/main" id="{0D9E1E0B-B51C-48E2-C72F-A16039A7DC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113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5" name="TextBox 534">
                  <a:extLst>
                    <a:ext uri="{FF2B5EF4-FFF2-40B4-BE49-F238E27FC236}">
                      <a16:creationId xmlns:a16="http://schemas.microsoft.com/office/drawing/2014/main" id="{2E660D63-97B5-D3E3-626F-739D34C93FF7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5" name="TextBox 534">
                  <a:extLst>
                    <a:ext uri="{FF2B5EF4-FFF2-40B4-BE49-F238E27FC236}">
                      <a16:creationId xmlns:a16="http://schemas.microsoft.com/office/drawing/2014/main" id="{A34C586D-DBCB-105E-04F7-7B00AB78F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114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6" name="TextBox 535">
                  <a:extLst>
                    <a:ext uri="{FF2B5EF4-FFF2-40B4-BE49-F238E27FC236}">
                      <a16:creationId xmlns:a16="http://schemas.microsoft.com/office/drawing/2014/main" id="{4CDAC8EE-706B-F405-F98C-DB79703D5BF4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6" name="TextBox 535">
                  <a:extLst>
                    <a:ext uri="{FF2B5EF4-FFF2-40B4-BE49-F238E27FC236}">
                      <a16:creationId xmlns:a16="http://schemas.microsoft.com/office/drawing/2014/main" id="{63B4C528-17EE-E6D4-69A5-7DC0AEF4F4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115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7" name="TextBox 536">
                  <a:extLst>
                    <a:ext uri="{FF2B5EF4-FFF2-40B4-BE49-F238E27FC236}">
                      <a16:creationId xmlns:a16="http://schemas.microsoft.com/office/drawing/2014/main" id="{85827458-F5D6-6E12-FF42-5CABEFCB1F5C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7" name="TextBox 536">
                  <a:extLst>
                    <a:ext uri="{FF2B5EF4-FFF2-40B4-BE49-F238E27FC236}">
                      <a16:creationId xmlns:a16="http://schemas.microsoft.com/office/drawing/2014/main" id="{7184A6A4-EAB9-97F2-77AB-0E74DEA278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8" name="TextBox 537">
                  <a:extLst>
                    <a:ext uri="{FF2B5EF4-FFF2-40B4-BE49-F238E27FC236}">
                      <a16:creationId xmlns:a16="http://schemas.microsoft.com/office/drawing/2014/main" id="{615199ED-2E25-731B-A074-517EE7F288CD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8" name="TextBox 537">
                  <a:extLst>
                    <a:ext uri="{FF2B5EF4-FFF2-40B4-BE49-F238E27FC236}">
                      <a16:creationId xmlns:a16="http://schemas.microsoft.com/office/drawing/2014/main" id="{2032C2F5-7C1C-B3BA-7535-AA6D98A0C8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11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9" name="TextBox 538">
                  <a:extLst>
                    <a:ext uri="{FF2B5EF4-FFF2-40B4-BE49-F238E27FC236}">
                      <a16:creationId xmlns:a16="http://schemas.microsoft.com/office/drawing/2014/main" id="{161B0AD7-7BB2-8C96-5213-05AD3D805DEB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9" name="TextBox 538">
                  <a:extLst>
                    <a:ext uri="{FF2B5EF4-FFF2-40B4-BE49-F238E27FC236}">
                      <a16:creationId xmlns:a16="http://schemas.microsoft.com/office/drawing/2014/main" id="{6F4B74DB-294F-B690-5FEF-80606B5157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117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0" name="TextBox 539">
                  <a:extLst>
                    <a:ext uri="{FF2B5EF4-FFF2-40B4-BE49-F238E27FC236}">
                      <a16:creationId xmlns:a16="http://schemas.microsoft.com/office/drawing/2014/main" id="{BE78F588-3F0B-11CB-DBE3-32F3731BF2FB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0" name="TextBox 539">
                  <a:extLst>
                    <a:ext uri="{FF2B5EF4-FFF2-40B4-BE49-F238E27FC236}">
                      <a16:creationId xmlns:a16="http://schemas.microsoft.com/office/drawing/2014/main" id="{97EA9D03-2BCD-6984-2AE2-9211EE85D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118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1" name="TextBox 540">
                  <a:extLst>
                    <a:ext uri="{FF2B5EF4-FFF2-40B4-BE49-F238E27FC236}">
                      <a16:creationId xmlns:a16="http://schemas.microsoft.com/office/drawing/2014/main" id="{90D24A82-24A2-C43E-696B-C39DFD15751E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1" name="TextBox 540">
                  <a:extLst>
                    <a:ext uri="{FF2B5EF4-FFF2-40B4-BE49-F238E27FC236}">
                      <a16:creationId xmlns:a16="http://schemas.microsoft.com/office/drawing/2014/main" id="{7BFF123A-EAF1-2FF4-E5C4-F46D9402DC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119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" name="TextBox 541">
                  <a:extLst>
                    <a:ext uri="{FF2B5EF4-FFF2-40B4-BE49-F238E27FC236}">
                      <a16:creationId xmlns:a16="http://schemas.microsoft.com/office/drawing/2014/main" id="{D85B903F-DDB3-06BC-242D-3B920CC5C550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2" name="TextBox 541">
                  <a:extLst>
                    <a:ext uri="{FF2B5EF4-FFF2-40B4-BE49-F238E27FC236}">
                      <a16:creationId xmlns:a16="http://schemas.microsoft.com/office/drawing/2014/main" id="{8C7B3422-FD7E-268C-95D2-FF91CF45BE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120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3" name="TextBox 542">
                  <a:extLst>
                    <a:ext uri="{FF2B5EF4-FFF2-40B4-BE49-F238E27FC236}">
                      <a16:creationId xmlns:a16="http://schemas.microsoft.com/office/drawing/2014/main" id="{0DBBB186-7139-9983-911C-B7F12D99C8CA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3" name="TextBox 542">
                  <a:extLst>
                    <a:ext uri="{FF2B5EF4-FFF2-40B4-BE49-F238E27FC236}">
                      <a16:creationId xmlns:a16="http://schemas.microsoft.com/office/drawing/2014/main" id="{13FB9AD7-4978-21E6-72BA-B816026FC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121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4" name="TextBox 543">
                  <a:extLst>
                    <a:ext uri="{FF2B5EF4-FFF2-40B4-BE49-F238E27FC236}">
                      <a16:creationId xmlns:a16="http://schemas.microsoft.com/office/drawing/2014/main" id="{C9B33139-5A43-F92B-D15E-5F150DBFE4B8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4" name="TextBox 543">
                  <a:extLst>
                    <a:ext uri="{FF2B5EF4-FFF2-40B4-BE49-F238E27FC236}">
                      <a16:creationId xmlns:a16="http://schemas.microsoft.com/office/drawing/2014/main" id="{B4762D25-C4AF-09B9-1A37-D84229C0D4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122"/>
                  <a:stretch>
                    <a:fillRect l="-28125" r="-9375" b="-205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5" name="TextBox 544">
                  <a:extLst>
                    <a:ext uri="{FF2B5EF4-FFF2-40B4-BE49-F238E27FC236}">
                      <a16:creationId xmlns:a16="http://schemas.microsoft.com/office/drawing/2014/main" id="{FEE37544-D079-66BB-DF8B-D0248892A564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5" name="TextBox 544">
                  <a:extLst>
                    <a:ext uri="{FF2B5EF4-FFF2-40B4-BE49-F238E27FC236}">
                      <a16:creationId xmlns:a16="http://schemas.microsoft.com/office/drawing/2014/main" id="{25A4E2CA-205A-6568-D6FE-F1F8C941B6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123"/>
                  <a:stretch>
                    <a:fillRect l="-28125" r="-9375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6" name="TextBox 545">
                  <a:extLst>
                    <a:ext uri="{FF2B5EF4-FFF2-40B4-BE49-F238E27FC236}">
                      <a16:creationId xmlns:a16="http://schemas.microsoft.com/office/drawing/2014/main" id="{42B6D1E8-E5DE-F114-6E59-DCC2A5827BB9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6" name="TextBox 545">
                  <a:extLst>
                    <a:ext uri="{FF2B5EF4-FFF2-40B4-BE49-F238E27FC236}">
                      <a16:creationId xmlns:a16="http://schemas.microsoft.com/office/drawing/2014/main" id="{86B68A0B-CEBE-223F-7CD7-BD4A37A18F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124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7" name="TextBox 546">
                  <a:extLst>
                    <a:ext uri="{FF2B5EF4-FFF2-40B4-BE49-F238E27FC236}">
                      <a16:creationId xmlns:a16="http://schemas.microsoft.com/office/drawing/2014/main" id="{F31ED51B-3AF5-382A-FB43-526C647F9394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7" name="TextBox 546">
                  <a:extLst>
                    <a:ext uri="{FF2B5EF4-FFF2-40B4-BE49-F238E27FC236}">
                      <a16:creationId xmlns:a16="http://schemas.microsoft.com/office/drawing/2014/main" id="{1037DD44-6CF5-26C9-4E54-6B2898BCBC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125"/>
                  <a:stretch>
                    <a:fillRect r="-1587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8" name="TextBox 547">
                  <a:extLst>
                    <a:ext uri="{FF2B5EF4-FFF2-40B4-BE49-F238E27FC236}">
                      <a16:creationId xmlns:a16="http://schemas.microsoft.com/office/drawing/2014/main" id="{616B3871-265E-2F1C-D801-53CE306B7B0A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8" name="TextBox 547">
                  <a:extLst>
                    <a:ext uri="{FF2B5EF4-FFF2-40B4-BE49-F238E27FC236}">
                      <a16:creationId xmlns:a16="http://schemas.microsoft.com/office/drawing/2014/main" id="{7573F6E5-6E49-28E7-FB4A-AD00D75320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126"/>
                  <a:stretch>
                    <a:fillRect r="-1205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9" name="TextBox 548">
                  <a:extLst>
                    <a:ext uri="{FF2B5EF4-FFF2-40B4-BE49-F238E27FC236}">
                      <a16:creationId xmlns:a16="http://schemas.microsoft.com/office/drawing/2014/main" id="{510293EB-60E9-7540-3517-D51A5BF6FE26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9" name="TextBox 548">
                  <a:extLst>
                    <a:ext uri="{FF2B5EF4-FFF2-40B4-BE49-F238E27FC236}">
                      <a16:creationId xmlns:a16="http://schemas.microsoft.com/office/drawing/2014/main" id="{3A936AAA-C397-4130-7B22-CCC869B14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127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0" name="TextBox 549">
                  <a:extLst>
                    <a:ext uri="{FF2B5EF4-FFF2-40B4-BE49-F238E27FC236}">
                      <a16:creationId xmlns:a16="http://schemas.microsoft.com/office/drawing/2014/main" id="{748FFC9D-5907-6F5B-31DE-1AEB386B1CA4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0" name="TextBox 549">
                  <a:extLst>
                    <a:ext uri="{FF2B5EF4-FFF2-40B4-BE49-F238E27FC236}">
                      <a16:creationId xmlns:a16="http://schemas.microsoft.com/office/drawing/2014/main" id="{7399A42A-710D-639E-2E8B-EBE606DD73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128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1" name="TextBox 550">
                  <a:extLst>
                    <a:ext uri="{FF2B5EF4-FFF2-40B4-BE49-F238E27FC236}">
                      <a16:creationId xmlns:a16="http://schemas.microsoft.com/office/drawing/2014/main" id="{30328F0E-6D81-01B6-1DC3-3F7F872D7260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1" name="TextBox 550">
                  <a:extLst>
                    <a:ext uri="{FF2B5EF4-FFF2-40B4-BE49-F238E27FC236}">
                      <a16:creationId xmlns:a16="http://schemas.microsoft.com/office/drawing/2014/main" id="{DEDA82A5-DC9B-C659-27E2-CBFF0A21B0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129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2" name="TextBox 551">
                  <a:extLst>
                    <a:ext uri="{FF2B5EF4-FFF2-40B4-BE49-F238E27FC236}">
                      <a16:creationId xmlns:a16="http://schemas.microsoft.com/office/drawing/2014/main" id="{5505E831-5550-02B3-6515-B135CD999D3E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2" name="TextBox 551">
                  <a:extLst>
                    <a:ext uri="{FF2B5EF4-FFF2-40B4-BE49-F238E27FC236}">
                      <a16:creationId xmlns:a16="http://schemas.microsoft.com/office/drawing/2014/main" id="{88C065B8-F175-E207-1126-5CB952C974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130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3" name="TextBox 552">
                  <a:extLst>
                    <a:ext uri="{FF2B5EF4-FFF2-40B4-BE49-F238E27FC236}">
                      <a16:creationId xmlns:a16="http://schemas.microsoft.com/office/drawing/2014/main" id="{64B431C0-EC5F-F185-9D51-59B7CF4967A6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3" name="TextBox 552">
                  <a:extLst>
                    <a:ext uri="{FF2B5EF4-FFF2-40B4-BE49-F238E27FC236}">
                      <a16:creationId xmlns:a16="http://schemas.microsoft.com/office/drawing/2014/main" id="{378E6804-9A6D-3370-D82F-BB559221D7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131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4" name="TextBox 553">
                  <a:extLst>
                    <a:ext uri="{FF2B5EF4-FFF2-40B4-BE49-F238E27FC236}">
                      <a16:creationId xmlns:a16="http://schemas.microsoft.com/office/drawing/2014/main" id="{F6EF08BB-ABCC-F040-0FC7-85AB79902395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4" name="TextBox 553">
                  <a:extLst>
                    <a:ext uri="{FF2B5EF4-FFF2-40B4-BE49-F238E27FC236}">
                      <a16:creationId xmlns:a16="http://schemas.microsoft.com/office/drawing/2014/main" id="{C0100580-1390-4638-14E6-D91F4C96E9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120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5" name="TextBox 554">
                  <a:extLst>
                    <a:ext uri="{FF2B5EF4-FFF2-40B4-BE49-F238E27FC236}">
                      <a16:creationId xmlns:a16="http://schemas.microsoft.com/office/drawing/2014/main" id="{2C48CCAF-F08F-724F-74A7-C2CCA3340627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5" name="TextBox 554">
                  <a:extLst>
                    <a:ext uri="{FF2B5EF4-FFF2-40B4-BE49-F238E27FC236}">
                      <a16:creationId xmlns:a16="http://schemas.microsoft.com/office/drawing/2014/main" id="{4B88CE47-E39F-D877-2733-1C67D3C15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3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CBA6A848-B960-C382-BEAD-7DDE4E0CFD77}"/>
              </a:ext>
            </a:extLst>
          </p:cNvPr>
          <p:cNvGrpSpPr/>
          <p:nvPr/>
        </p:nvGrpSpPr>
        <p:grpSpPr>
          <a:xfrm>
            <a:off x="5205755" y="22020719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7" name="TextBox 556">
                  <a:extLst>
                    <a:ext uri="{FF2B5EF4-FFF2-40B4-BE49-F238E27FC236}">
                      <a16:creationId xmlns:a16="http://schemas.microsoft.com/office/drawing/2014/main" id="{BBB01EF8-0C36-C906-82FB-E23CE1599767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7" name="TextBox 556">
                  <a:extLst>
                    <a:ext uri="{FF2B5EF4-FFF2-40B4-BE49-F238E27FC236}">
                      <a16:creationId xmlns:a16="http://schemas.microsoft.com/office/drawing/2014/main" id="{4AB4F9C6-2F5F-B0AC-E1A2-4F2B6E4AFC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132"/>
                  <a:stretch>
                    <a:fillRect r="-238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8" name="TextBox 557">
                  <a:extLst>
                    <a:ext uri="{FF2B5EF4-FFF2-40B4-BE49-F238E27FC236}">
                      <a16:creationId xmlns:a16="http://schemas.microsoft.com/office/drawing/2014/main" id="{01DEB6C2-3FDF-E197-275D-FA16A6D57469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8" name="TextBox 557">
                  <a:extLst>
                    <a:ext uri="{FF2B5EF4-FFF2-40B4-BE49-F238E27FC236}">
                      <a16:creationId xmlns:a16="http://schemas.microsoft.com/office/drawing/2014/main" id="{C4C3AF77-BA6E-564A-CDCD-87A5C31BEE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133"/>
                  <a:stretch>
                    <a:fillRect r="-2326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9" name="TextBox 558">
                  <a:extLst>
                    <a:ext uri="{FF2B5EF4-FFF2-40B4-BE49-F238E27FC236}">
                      <a16:creationId xmlns:a16="http://schemas.microsoft.com/office/drawing/2014/main" id="{16763336-5C81-E5B0-CC9C-C7FF2B6ADFF5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9" name="TextBox 558">
                  <a:extLst>
                    <a:ext uri="{FF2B5EF4-FFF2-40B4-BE49-F238E27FC236}">
                      <a16:creationId xmlns:a16="http://schemas.microsoft.com/office/drawing/2014/main" id="{BD40D369-CF99-AE08-BA28-DA6141CD57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134"/>
                  <a:stretch>
                    <a:fillRect r="-161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0" name="TextBox 559">
                  <a:extLst>
                    <a:ext uri="{FF2B5EF4-FFF2-40B4-BE49-F238E27FC236}">
                      <a16:creationId xmlns:a16="http://schemas.microsoft.com/office/drawing/2014/main" id="{21B5C81A-3F31-2D1F-C860-45AC10B2B4D1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0" name="TextBox 559">
                  <a:extLst>
                    <a:ext uri="{FF2B5EF4-FFF2-40B4-BE49-F238E27FC236}">
                      <a16:creationId xmlns:a16="http://schemas.microsoft.com/office/drawing/2014/main" id="{BF26BF49-2155-2EBB-25F4-5D8968EA45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135"/>
                  <a:stretch>
                    <a:fillRect t="-6061" r="-17949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1" name="TextBox 560">
                  <a:extLst>
                    <a:ext uri="{FF2B5EF4-FFF2-40B4-BE49-F238E27FC236}">
                      <a16:creationId xmlns:a16="http://schemas.microsoft.com/office/drawing/2014/main" id="{AE2F320A-3266-BCA8-0C52-9B817821C378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1" name="TextBox 560">
                  <a:extLst>
                    <a:ext uri="{FF2B5EF4-FFF2-40B4-BE49-F238E27FC236}">
                      <a16:creationId xmlns:a16="http://schemas.microsoft.com/office/drawing/2014/main" id="{2CF0F1E0-5340-AA09-02D7-D2CF860A36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136"/>
                  <a:stretch>
                    <a:fillRect r="-161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2" name="TextBox 561">
                  <a:extLst>
                    <a:ext uri="{FF2B5EF4-FFF2-40B4-BE49-F238E27FC236}">
                      <a16:creationId xmlns:a16="http://schemas.microsoft.com/office/drawing/2014/main" id="{0D3AB74D-DB83-F1EF-EF10-81FB8FDAB6F2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2" name="TextBox 561">
                  <a:extLst>
                    <a:ext uri="{FF2B5EF4-FFF2-40B4-BE49-F238E27FC236}">
                      <a16:creationId xmlns:a16="http://schemas.microsoft.com/office/drawing/2014/main" id="{4B12CDD3-6562-A307-7D2E-2854AE758E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137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3" name="TextBox 562">
                  <a:extLst>
                    <a:ext uri="{FF2B5EF4-FFF2-40B4-BE49-F238E27FC236}">
                      <a16:creationId xmlns:a16="http://schemas.microsoft.com/office/drawing/2014/main" id="{B7F25D58-CEF3-CECF-67BF-E4B09C0C751F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3" name="TextBox 562">
                  <a:extLst>
                    <a:ext uri="{FF2B5EF4-FFF2-40B4-BE49-F238E27FC236}">
                      <a16:creationId xmlns:a16="http://schemas.microsoft.com/office/drawing/2014/main" id="{F284C84A-9B79-C0F1-5A14-D14EC200FF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138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4" name="TextBox 563">
                  <a:extLst>
                    <a:ext uri="{FF2B5EF4-FFF2-40B4-BE49-F238E27FC236}">
                      <a16:creationId xmlns:a16="http://schemas.microsoft.com/office/drawing/2014/main" id="{98AE8678-554F-E0BD-1212-2E4003699D2C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4" name="TextBox 563">
                  <a:extLst>
                    <a:ext uri="{FF2B5EF4-FFF2-40B4-BE49-F238E27FC236}">
                      <a16:creationId xmlns:a16="http://schemas.microsoft.com/office/drawing/2014/main" id="{F7E2DB7C-8DBC-72FC-7DEB-7626FEBA35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139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5" name="TextBox 564">
                  <a:extLst>
                    <a:ext uri="{FF2B5EF4-FFF2-40B4-BE49-F238E27FC236}">
                      <a16:creationId xmlns:a16="http://schemas.microsoft.com/office/drawing/2014/main" id="{D9A7D5F1-EC49-5155-36BE-6927E56ACCEB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5" name="TextBox 564">
                  <a:extLst>
                    <a:ext uri="{FF2B5EF4-FFF2-40B4-BE49-F238E27FC236}">
                      <a16:creationId xmlns:a16="http://schemas.microsoft.com/office/drawing/2014/main" id="{445AE5BE-5E0C-AB24-A638-E3DCA12109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135"/>
                  <a:stretch>
                    <a:fillRect t="-6061" r="-17949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6" name="TextBox 565">
                  <a:extLst>
                    <a:ext uri="{FF2B5EF4-FFF2-40B4-BE49-F238E27FC236}">
                      <a16:creationId xmlns:a16="http://schemas.microsoft.com/office/drawing/2014/main" id="{09EB7A16-8FAF-38DD-7527-1FC700937D73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6" name="TextBox 565">
                  <a:extLst>
                    <a:ext uri="{FF2B5EF4-FFF2-40B4-BE49-F238E27FC236}">
                      <a16:creationId xmlns:a16="http://schemas.microsoft.com/office/drawing/2014/main" id="{CA71F40E-53A5-C34C-9DC4-E71839CB1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140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7" name="TextBox 566">
                  <a:extLst>
                    <a:ext uri="{FF2B5EF4-FFF2-40B4-BE49-F238E27FC236}">
                      <a16:creationId xmlns:a16="http://schemas.microsoft.com/office/drawing/2014/main" id="{E8320CB3-2501-8FCB-400A-0AE149F31CF1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7" name="TextBox 566">
                  <a:extLst>
                    <a:ext uri="{FF2B5EF4-FFF2-40B4-BE49-F238E27FC236}">
                      <a16:creationId xmlns:a16="http://schemas.microsoft.com/office/drawing/2014/main" id="{D39808BC-3A2D-3441-6A25-9A00D77229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141"/>
                  <a:stretch>
                    <a:fillRect l="-28125" r="-9375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8" name="TextBox 567">
                  <a:extLst>
                    <a:ext uri="{FF2B5EF4-FFF2-40B4-BE49-F238E27FC236}">
                      <a16:creationId xmlns:a16="http://schemas.microsoft.com/office/drawing/2014/main" id="{1281AAE3-B6A4-6978-6341-D3FCEB720736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8" name="TextBox 567">
                  <a:extLst>
                    <a:ext uri="{FF2B5EF4-FFF2-40B4-BE49-F238E27FC236}">
                      <a16:creationId xmlns:a16="http://schemas.microsoft.com/office/drawing/2014/main" id="{272AEE05-0F7C-E9BC-B300-34A37AF03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142"/>
                  <a:stretch>
                    <a:fillRect l="-28125" r="-9375" b="-205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9" name="TextBox 568">
                  <a:extLst>
                    <a:ext uri="{FF2B5EF4-FFF2-40B4-BE49-F238E27FC236}">
                      <a16:creationId xmlns:a16="http://schemas.microsoft.com/office/drawing/2014/main" id="{908C475A-675C-7279-A51D-F0F89A0723DD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9" name="TextBox 568">
                  <a:extLst>
                    <a:ext uri="{FF2B5EF4-FFF2-40B4-BE49-F238E27FC236}">
                      <a16:creationId xmlns:a16="http://schemas.microsoft.com/office/drawing/2014/main" id="{D2018DBA-B9A8-C33D-769D-6272212DBE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143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0" name="TextBox 569">
                  <a:extLst>
                    <a:ext uri="{FF2B5EF4-FFF2-40B4-BE49-F238E27FC236}">
                      <a16:creationId xmlns:a16="http://schemas.microsoft.com/office/drawing/2014/main" id="{024C38B3-74A6-BCD5-BEC9-6E6201BBEF25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0" name="TextBox 569">
                  <a:extLst>
                    <a:ext uri="{FF2B5EF4-FFF2-40B4-BE49-F238E27FC236}">
                      <a16:creationId xmlns:a16="http://schemas.microsoft.com/office/drawing/2014/main" id="{B4C98270-981F-5CFA-F178-64725F72D5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144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1" name="TextBox 570">
                  <a:extLst>
                    <a:ext uri="{FF2B5EF4-FFF2-40B4-BE49-F238E27FC236}">
                      <a16:creationId xmlns:a16="http://schemas.microsoft.com/office/drawing/2014/main" id="{F276B997-140A-00B8-1907-D69665D39E89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1" name="TextBox 570">
                  <a:extLst>
                    <a:ext uri="{FF2B5EF4-FFF2-40B4-BE49-F238E27FC236}">
                      <a16:creationId xmlns:a16="http://schemas.microsoft.com/office/drawing/2014/main" id="{11CC0B74-C30F-36B5-4C39-94CA3D9AF3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145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2" name="TextBox 571">
                  <a:extLst>
                    <a:ext uri="{FF2B5EF4-FFF2-40B4-BE49-F238E27FC236}">
                      <a16:creationId xmlns:a16="http://schemas.microsoft.com/office/drawing/2014/main" id="{F0377C86-E7B1-3D47-A617-583661C68718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2" name="TextBox 571">
                  <a:extLst>
                    <a:ext uri="{FF2B5EF4-FFF2-40B4-BE49-F238E27FC236}">
                      <a16:creationId xmlns:a16="http://schemas.microsoft.com/office/drawing/2014/main" id="{4C440466-1386-8370-FC7F-F8ADED5909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146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3" name="TextBox 572">
                  <a:extLst>
                    <a:ext uri="{FF2B5EF4-FFF2-40B4-BE49-F238E27FC236}">
                      <a16:creationId xmlns:a16="http://schemas.microsoft.com/office/drawing/2014/main" id="{8008658E-CEF0-0CF4-F3E9-196F5C3D61C3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3" name="TextBox 572">
                  <a:extLst>
                    <a:ext uri="{FF2B5EF4-FFF2-40B4-BE49-F238E27FC236}">
                      <a16:creationId xmlns:a16="http://schemas.microsoft.com/office/drawing/2014/main" id="{CDE0ADBB-AC4D-20BD-379A-4B8CE3A4E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147"/>
                  <a:stretch>
                    <a:fillRect r="-156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4" name="TextBox 573">
                  <a:extLst>
                    <a:ext uri="{FF2B5EF4-FFF2-40B4-BE49-F238E27FC236}">
                      <a16:creationId xmlns:a16="http://schemas.microsoft.com/office/drawing/2014/main" id="{1B6091DC-6DCA-642F-52EE-30FB1590DC01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4" name="TextBox 573">
                  <a:extLst>
                    <a:ext uri="{FF2B5EF4-FFF2-40B4-BE49-F238E27FC236}">
                      <a16:creationId xmlns:a16="http://schemas.microsoft.com/office/drawing/2014/main" id="{6A29FAE2-6621-8A87-F2F5-60FF9BAA3E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148"/>
                  <a:stretch>
                    <a:fillRect r="-1587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5" name="TextBox 574">
                  <a:extLst>
                    <a:ext uri="{FF2B5EF4-FFF2-40B4-BE49-F238E27FC236}">
                      <a16:creationId xmlns:a16="http://schemas.microsoft.com/office/drawing/2014/main" id="{73CA8000-0F15-C79A-1209-FB95AF82099F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5" name="TextBox 574">
                  <a:extLst>
                    <a:ext uri="{FF2B5EF4-FFF2-40B4-BE49-F238E27FC236}">
                      <a16:creationId xmlns:a16="http://schemas.microsoft.com/office/drawing/2014/main" id="{3513CAEF-1B42-3124-9947-5606E37061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149"/>
                  <a:stretch>
                    <a:fillRect r="-1205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6" name="TextBox 575">
                  <a:extLst>
                    <a:ext uri="{FF2B5EF4-FFF2-40B4-BE49-F238E27FC236}">
                      <a16:creationId xmlns:a16="http://schemas.microsoft.com/office/drawing/2014/main" id="{1913ECF8-2583-DEF9-CA0A-7134C36199B9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6" name="TextBox 575">
                  <a:extLst>
                    <a:ext uri="{FF2B5EF4-FFF2-40B4-BE49-F238E27FC236}">
                      <a16:creationId xmlns:a16="http://schemas.microsoft.com/office/drawing/2014/main" id="{BBC2A947-5F7F-A516-AC83-568F5DE6F1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15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7" name="TextBox 576">
                  <a:extLst>
                    <a:ext uri="{FF2B5EF4-FFF2-40B4-BE49-F238E27FC236}">
                      <a16:creationId xmlns:a16="http://schemas.microsoft.com/office/drawing/2014/main" id="{2E54A84C-886F-1918-49F6-1E75FB914D4B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7" name="TextBox 576">
                  <a:extLst>
                    <a:ext uri="{FF2B5EF4-FFF2-40B4-BE49-F238E27FC236}">
                      <a16:creationId xmlns:a16="http://schemas.microsoft.com/office/drawing/2014/main" id="{9E079F74-5BF7-ACFD-8888-953E7E9564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151"/>
                  <a:stretch>
                    <a:fillRect t="-9091" r="-17949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8" name="TextBox 577">
                  <a:extLst>
                    <a:ext uri="{FF2B5EF4-FFF2-40B4-BE49-F238E27FC236}">
                      <a16:creationId xmlns:a16="http://schemas.microsoft.com/office/drawing/2014/main" id="{6E2B145D-27B0-E9F8-DD1F-BA157ABE6DC8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8" name="TextBox 577">
                  <a:extLst>
                    <a:ext uri="{FF2B5EF4-FFF2-40B4-BE49-F238E27FC236}">
                      <a16:creationId xmlns:a16="http://schemas.microsoft.com/office/drawing/2014/main" id="{20E4713E-1DE9-F6DB-EF97-81539B2FD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135"/>
                  <a:stretch>
                    <a:fillRect t="-606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79" name="TextBox 578">
            <a:extLst>
              <a:ext uri="{FF2B5EF4-FFF2-40B4-BE49-F238E27FC236}">
                <a16:creationId xmlns:a16="http://schemas.microsoft.com/office/drawing/2014/main" id="{AF61D2F1-F205-5A11-9748-63341CB6B6AF}"/>
              </a:ext>
            </a:extLst>
          </p:cNvPr>
          <p:cNvSpPr txBox="1"/>
          <p:nvPr/>
        </p:nvSpPr>
        <p:spPr>
          <a:xfrm>
            <a:off x="7659399" y="10742622"/>
            <a:ext cx="3213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/>
              <a:t>Southern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6458751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CC90E-B7CD-2BDC-5640-D46190D3F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292">
            <a:extLst>
              <a:ext uri="{FF2B5EF4-FFF2-40B4-BE49-F238E27FC236}">
                <a16:creationId xmlns:a16="http://schemas.microsoft.com/office/drawing/2014/main" id="{957563B5-171E-4938-B295-9F22C06ECD96}"/>
              </a:ext>
            </a:extLst>
          </p:cNvPr>
          <p:cNvSpPr/>
          <p:nvPr/>
        </p:nvSpPr>
        <p:spPr>
          <a:xfrm>
            <a:off x="8895915" y="14717355"/>
            <a:ext cx="3649037" cy="36490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6AC14467-A10D-4889-031C-53E810B2544B}"/>
                  </a:ext>
                </a:extLst>
              </p:cNvPr>
              <p:cNvSpPr txBox="1"/>
              <p:nvPr/>
            </p:nvSpPr>
            <p:spPr>
              <a:xfrm>
                <a:off x="10128668" y="16280886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6AC14467-A10D-4889-031C-53E810B25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8668" y="16280886"/>
                <a:ext cx="1945341" cy="566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586484D4-20D6-4340-06E4-E0A9708FE872}"/>
              </a:ext>
            </a:extLst>
          </p:cNvPr>
          <p:cNvSpPr/>
          <p:nvPr/>
        </p:nvSpPr>
        <p:spPr>
          <a:xfrm rot="16200000">
            <a:off x="8884849" y="22049826"/>
            <a:ext cx="3652800" cy="3652800"/>
          </a:xfrm>
          <a:prstGeom prst="rect">
            <a:avLst/>
          </a:prstGeom>
          <a:pattFill prst="pct40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A0DAB1-F7C8-0F47-589B-C13ABF03B7E5}"/>
              </a:ext>
            </a:extLst>
          </p:cNvPr>
          <p:cNvSpPr/>
          <p:nvPr/>
        </p:nvSpPr>
        <p:spPr>
          <a:xfrm>
            <a:off x="5209518" y="18372745"/>
            <a:ext cx="3649037" cy="3649037"/>
          </a:xfrm>
          <a:prstGeom prst="rect">
            <a:avLst/>
          </a:prstGeom>
          <a:pattFill prst="pct4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D88FE3-7F7E-6A49-D022-FBAB21A3E5FF}"/>
              </a:ext>
            </a:extLst>
          </p:cNvPr>
          <p:cNvSpPr/>
          <p:nvPr/>
        </p:nvSpPr>
        <p:spPr>
          <a:xfrm>
            <a:off x="5209517" y="183727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E5C9E4E-CAEB-1380-70CB-DBB23082FA90}"/>
              </a:ext>
            </a:extLst>
          </p:cNvPr>
          <p:cNvGrpSpPr/>
          <p:nvPr/>
        </p:nvGrpSpPr>
        <p:grpSpPr>
          <a:xfrm>
            <a:off x="5559236" y="18716846"/>
            <a:ext cx="3027141" cy="2995860"/>
            <a:chOff x="1386039" y="1479887"/>
            <a:chExt cx="3027141" cy="299586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DC71C0-B4D9-E686-8416-BC609861C7C8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0303D1-E148-D657-881A-26DCDBB1E2B3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E60278A-4F65-E1D2-D436-11051D2F9593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CEC4FB0-13B5-4B87-20A3-C08BB35601DB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99AD35F-AF9F-9AE2-A81C-0C12027B21FB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645B01E-0CD0-DB99-635C-BB237C432633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97F7CA0-CA2D-DA81-9A60-FDB3918C2FB5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B0EF22D-AF58-AC2E-9F4E-2EF353EDBF98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F705DF3-18AD-6D63-33F7-8A69A23980DC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CCCEDF4-43DF-7727-745F-32248ABD76DA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AC3CF28-4576-B2C1-99E6-B7FE86C39B3E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F480C8B-A6F8-2072-287F-6BF81BF8DDFB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1EBF6D2-8F83-1B2E-358C-B5CF821BB7BF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FB77CC8-3791-8A62-B308-C10AD19F3A80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F445D36-D446-F0A5-7F9D-B51D30D14781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FD09DD6-A01F-9A28-69F0-397663AFB317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E29B4E56-1C97-55FC-146B-DBD7DA72BBEE}"/>
              </a:ext>
            </a:extLst>
          </p:cNvPr>
          <p:cNvSpPr/>
          <p:nvPr/>
        </p:nvSpPr>
        <p:spPr>
          <a:xfrm rot="16200000">
            <a:off x="8887351" y="22030347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88E4F54-B7EA-543B-D41C-ECA375901C71}"/>
              </a:ext>
            </a:extLst>
          </p:cNvPr>
          <p:cNvGrpSpPr/>
          <p:nvPr/>
        </p:nvGrpSpPr>
        <p:grpSpPr>
          <a:xfrm rot="16200000">
            <a:off x="9237070" y="22374448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489F388-DD39-42C6-F909-653CAE872EA9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853690E-A8C4-E180-B508-D743E58494BF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CD48F183-6DC4-6E12-5F8D-E537A54F407A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610A15C-9CD8-7EA6-AFBE-616C09E38A9E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6EEAEE3-94B8-18A2-E43B-465629117D2E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1CF63CF-E2A7-AF23-BE7F-613A58508ABB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8FCD99F-329C-5560-92FD-3836A752ED87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A415A2E-8A12-CA68-ECEB-A60750EE9531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B5AC1BE-F1DE-E587-3140-4D5C6C99342C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CA37ADCD-EC2D-DB5C-AFED-08F2796DC4D6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0356819-BEEA-EB12-B3F0-D91F7B829EF6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2288005-B209-093B-2D8D-013C7E33149F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03478E7-691A-FEAE-C530-2D2B94C66A68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AD9EFD1-9129-6CE3-B502-3777D48EDAAD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911E670-9714-0291-3729-8781BD809477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879325E-07FB-8368-549F-73A22C3B8E66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58202B30-8298-69B5-DA09-7649180FD3E4}"/>
                  </a:ext>
                </a:extLst>
              </p:cNvPr>
              <p:cNvSpPr txBox="1"/>
              <p:nvPr/>
            </p:nvSpPr>
            <p:spPr>
              <a:xfrm>
                <a:off x="5914683" y="14599743"/>
                <a:ext cx="1215269" cy="566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58202B30-8298-69B5-DA09-7649180FD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683" y="14599743"/>
                <a:ext cx="1215269" cy="5661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5C73DCB-2197-DCCB-A023-9C8B988B119E}"/>
                  </a:ext>
                </a:extLst>
              </p:cNvPr>
              <p:cNvSpPr txBox="1"/>
              <p:nvPr/>
            </p:nvSpPr>
            <p:spPr>
              <a:xfrm>
                <a:off x="10071381" y="23553474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5C73DCB-2197-DCCB-A023-9C8B988B1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381" y="23553474"/>
                <a:ext cx="1945341" cy="5661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8B641D92-A05E-B8AB-A63D-906E1FCD7893}"/>
                  </a:ext>
                </a:extLst>
              </p:cNvPr>
              <p:cNvSpPr txBox="1"/>
              <p:nvPr/>
            </p:nvSpPr>
            <p:spPr>
              <a:xfrm>
                <a:off x="5910822" y="14224058"/>
                <a:ext cx="2407647" cy="566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MPI=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.1.∗∗.1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8B641D92-A05E-B8AB-A63D-906E1FCD7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822" y="14224058"/>
                <a:ext cx="2407647" cy="566181"/>
              </a:xfrm>
              <a:prstGeom prst="rect">
                <a:avLst/>
              </a:prstGeom>
              <a:blipFill>
                <a:blip r:embed="rId6"/>
                <a:stretch>
                  <a:fillRect l="-2094" t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38068C49-88EF-3EEE-7FA7-46B8E461F04B}"/>
                  </a:ext>
                </a:extLst>
              </p:cNvPr>
              <p:cNvSpPr txBox="1"/>
              <p:nvPr/>
            </p:nvSpPr>
            <p:spPr>
              <a:xfrm>
                <a:off x="5887201" y="13823648"/>
                <a:ext cx="3032818" cy="566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Lattice=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.∗.10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38068C49-88EF-3EEE-7FA7-46B8E461F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201" y="13823648"/>
                <a:ext cx="3032818" cy="566181"/>
              </a:xfrm>
              <a:prstGeom prst="rect">
                <a:avLst/>
              </a:prstGeom>
              <a:blipFill>
                <a:blip r:embed="rId7"/>
                <a:stretch>
                  <a:fillRect l="-1667" t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7" name="Oval 256">
            <a:extLst>
              <a:ext uri="{FF2B5EF4-FFF2-40B4-BE49-F238E27FC236}">
                <a16:creationId xmlns:a16="http://schemas.microsoft.com/office/drawing/2014/main" id="{1122C69E-3A46-A259-04BC-B1EA1168C905}"/>
              </a:ext>
            </a:extLst>
          </p:cNvPr>
          <p:cNvSpPr/>
          <p:nvPr/>
        </p:nvSpPr>
        <p:spPr>
          <a:xfrm>
            <a:off x="12948125" y="21473325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81D8D038-9271-660E-8716-2323EC7BE9CD}"/>
              </a:ext>
            </a:extLst>
          </p:cNvPr>
          <p:cNvSpPr txBox="1"/>
          <p:nvPr/>
        </p:nvSpPr>
        <p:spPr>
          <a:xfrm>
            <a:off x="13184742" y="21651388"/>
            <a:ext cx="635110" cy="566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83012A52-4455-C1AA-D74B-66085D6DA60A}"/>
                  </a:ext>
                </a:extLst>
              </p:cNvPr>
              <p:cNvSpPr txBox="1"/>
              <p:nvPr/>
            </p:nvSpPr>
            <p:spPr>
              <a:xfrm>
                <a:off x="6442271" y="19936276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83012A52-4455-C1AA-D74B-66085D6DA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2271" y="19936276"/>
                <a:ext cx="1945341" cy="5661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2" name="Rectangle 291">
            <a:extLst>
              <a:ext uri="{FF2B5EF4-FFF2-40B4-BE49-F238E27FC236}">
                <a16:creationId xmlns:a16="http://schemas.microsoft.com/office/drawing/2014/main" id="{05FDD710-F54E-DC74-9D18-B122564B833F}"/>
              </a:ext>
            </a:extLst>
          </p:cNvPr>
          <p:cNvSpPr/>
          <p:nvPr/>
        </p:nvSpPr>
        <p:spPr>
          <a:xfrm>
            <a:off x="8892151" y="18392224"/>
            <a:ext cx="3652800" cy="3652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0BA576ED-1A99-9770-F213-4598539AEFE2}"/>
              </a:ext>
            </a:extLst>
          </p:cNvPr>
          <p:cNvSpPr/>
          <p:nvPr/>
        </p:nvSpPr>
        <p:spPr>
          <a:xfrm>
            <a:off x="8895914" y="147173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DFD315CA-EB4E-15AB-9C2E-D68BD86269AC}"/>
              </a:ext>
            </a:extLst>
          </p:cNvPr>
          <p:cNvGrpSpPr/>
          <p:nvPr/>
        </p:nvGrpSpPr>
        <p:grpSpPr>
          <a:xfrm>
            <a:off x="9245633" y="15061456"/>
            <a:ext cx="3027141" cy="2995860"/>
            <a:chOff x="1386039" y="1479887"/>
            <a:chExt cx="3027141" cy="2995860"/>
          </a:xfrm>
        </p:grpSpPr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FEA573EC-8525-267F-DBE5-159B85AE6DA6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3C41EC8E-D9A2-C690-0153-5978A9BC83C2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5EB005F0-1BBF-F023-0B7C-0C0DB9AEF63B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EB9C491E-8A74-C1EB-9D52-AB094F1BF54E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5875949E-22D3-1A02-972B-3491E768A839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Oval 300">
              <a:extLst>
                <a:ext uri="{FF2B5EF4-FFF2-40B4-BE49-F238E27FC236}">
                  <a16:creationId xmlns:a16="http://schemas.microsoft.com/office/drawing/2014/main" id="{40F5617B-96CD-25F8-D130-0B4896E6259B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FD0CB673-9DF3-F83A-D48F-882A9795BF04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BEB220F8-322F-F858-1CA7-AFF1DB1FF68C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604C7F1B-D67B-9751-C3A9-8F9274DC758A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C431B619-E69E-902D-AE7F-E5586AC30844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CBF9EDDC-F97F-2F43-0724-82EC459BADAF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443EAE7D-7219-7701-5304-DEC2289D8D5D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8CEBE0BD-CA0D-02BB-E948-28644EE5CBC1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777F35E4-D8A1-C737-7116-03CB726F44EA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33D3CADC-7232-2418-CCDA-CECF0645EAD8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97EBE212-670B-AED5-9DB6-48BD7AEA03B0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2" name="Rectangle 311">
            <a:extLst>
              <a:ext uri="{FF2B5EF4-FFF2-40B4-BE49-F238E27FC236}">
                <a16:creationId xmlns:a16="http://schemas.microsoft.com/office/drawing/2014/main" id="{56868704-4E50-1DA2-48FE-A7A72C7887CE}"/>
              </a:ext>
            </a:extLst>
          </p:cNvPr>
          <p:cNvSpPr/>
          <p:nvPr/>
        </p:nvSpPr>
        <p:spPr>
          <a:xfrm>
            <a:off x="8894653" y="183727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576AEC3A-F796-48DB-73DA-B0681FD41DF4}"/>
              </a:ext>
            </a:extLst>
          </p:cNvPr>
          <p:cNvGrpSpPr/>
          <p:nvPr/>
        </p:nvGrpSpPr>
        <p:grpSpPr>
          <a:xfrm>
            <a:off x="9244372" y="18716846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5113EACE-1EF2-8E0F-C1A4-3FF072A98A48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D9B9A4C0-770B-8138-586C-3F6F71468E83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6D447629-2311-4FAA-40B3-C3106CA9FA4A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E14BD385-399B-D182-96A1-532A9E0F4225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F37BA518-3FEC-6E86-1021-824C9351CC84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Oval 318">
              <a:extLst>
                <a:ext uri="{FF2B5EF4-FFF2-40B4-BE49-F238E27FC236}">
                  <a16:creationId xmlns:a16="http://schemas.microsoft.com/office/drawing/2014/main" id="{A6BD8A02-4018-437C-FD88-28D29541285C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956409F7-970C-7DDB-D871-CF0EA0C1B317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11EDA807-232C-479E-D057-AC969FC041F4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4FBE9DFA-122A-2693-9B2E-C615F2161EA5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53818F3E-6CEA-856E-A394-737ED633DD81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DF8B8D77-15E3-D06A-6E58-80491712C9F8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D1510919-CDF2-5825-62E4-98CF38EE1AA7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B75AAC73-59E2-66C1-5BC1-F1510CE9AA84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80EB670C-8E6A-1B49-DBE4-9AB7AAD05EF7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E837805C-3F75-C886-6573-9AC89B5C2420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5A234847-FBE7-BD45-B0D3-0AC24FD74E94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932C4C4F-AE50-2A8E-D4CA-A54146769EFC}"/>
                  </a:ext>
                </a:extLst>
              </p:cNvPr>
              <p:cNvSpPr txBox="1"/>
              <p:nvPr/>
            </p:nvSpPr>
            <p:spPr>
              <a:xfrm>
                <a:off x="10374105" y="19914793"/>
                <a:ext cx="1256819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932C4C4F-AE50-2A8E-D4CA-A54146769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4105" y="19914793"/>
                <a:ext cx="1256819" cy="5661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4" name="Group 353">
            <a:extLst>
              <a:ext uri="{FF2B5EF4-FFF2-40B4-BE49-F238E27FC236}">
                <a16:creationId xmlns:a16="http://schemas.microsoft.com/office/drawing/2014/main" id="{B404CBC2-414C-C031-48AE-424721462613}"/>
              </a:ext>
            </a:extLst>
          </p:cNvPr>
          <p:cNvGrpSpPr/>
          <p:nvPr/>
        </p:nvGrpSpPr>
        <p:grpSpPr>
          <a:xfrm>
            <a:off x="8920345" y="14725055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5" name="TextBox 354">
                  <a:extLst>
                    <a:ext uri="{FF2B5EF4-FFF2-40B4-BE49-F238E27FC236}">
                      <a16:creationId xmlns:a16="http://schemas.microsoft.com/office/drawing/2014/main" id="{5531070F-42BD-3635-9626-1D7213C58122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5" name="TextBox 354">
                  <a:extLst>
                    <a:ext uri="{FF2B5EF4-FFF2-40B4-BE49-F238E27FC236}">
                      <a16:creationId xmlns:a16="http://schemas.microsoft.com/office/drawing/2014/main" id="{5531070F-42BD-3635-9626-1D7213C581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10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6" name="TextBox 355">
                  <a:extLst>
                    <a:ext uri="{FF2B5EF4-FFF2-40B4-BE49-F238E27FC236}">
                      <a16:creationId xmlns:a16="http://schemas.microsoft.com/office/drawing/2014/main" id="{29055AEF-D029-10D1-3232-DCCC356BC963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6" name="TextBox 355">
                  <a:extLst>
                    <a:ext uri="{FF2B5EF4-FFF2-40B4-BE49-F238E27FC236}">
                      <a16:creationId xmlns:a16="http://schemas.microsoft.com/office/drawing/2014/main" id="{29055AEF-D029-10D1-3232-DCCC356BC9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11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7" name="TextBox 356">
                  <a:extLst>
                    <a:ext uri="{FF2B5EF4-FFF2-40B4-BE49-F238E27FC236}">
                      <a16:creationId xmlns:a16="http://schemas.microsoft.com/office/drawing/2014/main" id="{4B2E9C4D-556D-DC4E-1889-CC05AA4E6A6B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7" name="TextBox 356">
                  <a:extLst>
                    <a:ext uri="{FF2B5EF4-FFF2-40B4-BE49-F238E27FC236}">
                      <a16:creationId xmlns:a16="http://schemas.microsoft.com/office/drawing/2014/main" id="{4B2E9C4D-556D-DC4E-1889-CC05AA4E6A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12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8" name="TextBox 357">
                  <a:extLst>
                    <a:ext uri="{FF2B5EF4-FFF2-40B4-BE49-F238E27FC236}">
                      <a16:creationId xmlns:a16="http://schemas.microsoft.com/office/drawing/2014/main" id="{18C1195B-8392-46A1-0AED-842FFE8A2B72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8" name="TextBox 357">
                  <a:extLst>
                    <a:ext uri="{FF2B5EF4-FFF2-40B4-BE49-F238E27FC236}">
                      <a16:creationId xmlns:a16="http://schemas.microsoft.com/office/drawing/2014/main" id="{18C1195B-8392-46A1-0AED-842FFE8A2B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13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FE5DB687-85E3-C61D-B243-E02BE2950633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FE5DB687-85E3-C61D-B243-E02BE29506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14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3835EA90-FDAA-DA59-E3EF-859306ACD7D6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3835EA90-FDAA-DA59-E3EF-859306ACD7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15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1" name="TextBox 360">
                  <a:extLst>
                    <a:ext uri="{FF2B5EF4-FFF2-40B4-BE49-F238E27FC236}">
                      <a16:creationId xmlns:a16="http://schemas.microsoft.com/office/drawing/2014/main" id="{2E715F49-9805-FEC9-3D52-2A55234BB4B3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1" name="TextBox 360">
                  <a:extLst>
                    <a:ext uri="{FF2B5EF4-FFF2-40B4-BE49-F238E27FC236}">
                      <a16:creationId xmlns:a16="http://schemas.microsoft.com/office/drawing/2014/main" id="{2E715F49-9805-FEC9-3D52-2A55234BB4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16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C0F7B1F3-7559-2360-C6BC-11DFDA46E2F6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C0F7B1F3-7559-2360-C6BC-11DFDA46E2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17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90D7CEB9-8545-8CA9-A5E0-D7496A372CBE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90D7CEB9-8545-8CA9-A5E0-D7496A372C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13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C5263869-DF3F-CD7B-8580-415AC49BE43E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C5263869-DF3F-CD7B-8580-415AC49BE4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18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5" name="TextBox 364">
                  <a:extLst>
                    <a:ext uri="{FF2B5EF4-FFF2-40B4-BE49-F238E27FC236}">
                      <a16:creationId xmlns:a16="http://schemas.microsoft.com/office/drawing/2014/main" id="{FCB07D49-8044-F58B-D01C-05A3FEB35A14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5" name="TextBox 364">
                  <a:extLst>
                    <a:ext uri="{FF2B5EF4-FFF2-40B4-BE49-F238E27FC236}">
                      <a16:creationId xmlns:a16="http://schemas.microsoft.com/office/drawing/2014/main" id="{FCB07D49-8044-F58B-D01C-05A3FEB35A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19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3E1E6B9F-6640-C22C-4F68-97C22CC28282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3E1E6B9F-6640-C22C-4F68-97C22CC282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20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C3B9EFAE-24DC-BC39-510B-D147524BCCCA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C3B9EFAE-24DC-BC39-510B-D147524BC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21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ED4E6BCE-40B4-E39F-A39F-F10578DDD9F4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ED4E6BCE-40B4-E39F-A39F-F10578DDD9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22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9" name="TextBox 368">
                  <a:extLst>
                    <a:ext uri="{FF2B5EF4-FFF2-40B4-BE49-F238E27FC236}">
                      <a16:creationId xmlns:a16="http://schemas.microsoft.com/office/drawing/2014/main" id="{433FE332-513A-99D7-B36A-A357DA8670F8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9" name="TextBox 368">
                  <a:extLst>
                    <a:ext uri="{FF2B5EF4-FFF2-40B4-BE49-F238E27FC236}">
                      <a16:creationId xmlns:a16="http://schemas.microsoft.com/office/drawing/2014/main" id="{433FE332-513A-99D7-B36A-A357DA8670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23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1C7FA9B3-5CC7-C2DA-17B2-C42A0F96E5AC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1C7FA9B3-5CC7-C2DA-17B2-C42A0F96E5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24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1" name="TextBox 370">
                  <a:extLst>
                    <a:ext uri="{FF2B5EF4-FFF2-40B4-BE49-F238E27FC236}">
                      <a16:creationId xmlns:a16="http://schemas.microsoft.com/office/drawing/2014/main" id="{F4797CE6-9904-2431-9589-5523BD91341C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1" name="TextBox 370">
                  <a:extLst>
                    <a:ext uri="{FF2B5EF4-FFF2-40B4-BE49-F238E27FC236}">
                      <a16:creationId xmlns:a16="http://schemas.microsoft.com/office/drawing/2014/main" id="{F4797CE6-9904-2431-9589-5523BD9134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25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2" name="TextBox 371">
                  <a:extLst>
                    <a:ext uri="{FF2B5EF4-FFF2-40B4-BE49-F238E27FC236}">
                      <a16:creationId xmlns:a16="http://schemas.microsoft.com/office/drawing/2014/main" id="{0140A4ED-C40F-C3C2-0A3F-F0D8D448A10C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2" name="TextBox 371">
                  <a:extLst>
                    <a:ext uri="{FF2B5EF4-FFF2-40B4-BE49-F238E27FC236}">
                      <a16:creationId xmlns:a16="http://schemas.microsoft.com/office/drawing/2014/main" id="{0140A4ED-C40F-C3C2-0A3F-F0D8D448A1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26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9A06E21D-FE95-9AB3-A40D-0FD170815157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9A06E21D-FE95-9AB3-A40D-0FD1708151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27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DDD6CE6E-1218-C3F1-5587-749D5D415C81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DDD6CE6E-1218-C3F1-5587-749D5D415C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28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7205DCE6-58DC-DC0D-4002-3B0E21C45BC1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7205DCE6-58DC-DC0D-4002-3B0E21C45B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13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2333207D-B6C6-340F-AE59-2A89513E8B2B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2333207D-B6C6-340F-AE59-2A89513E8B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29"/>
                  <a:stretch>
                    <a:fillRect t="-9375" r="-18421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8" name="Rectangle 377">
            <a:extLst>
              <a:ext uri="{FF2B5EF4-FFF2-40B4-BE49-F238E27FC236}">
                <a16:creationId xmlns:a16="http://schemas.microsoft.com/office/drawing/2014/main" id="{B682E671-D8A4-9D5B-493D-ADDD6375757D}"/>
              </a:ext>
            </a:extLst>
          </p:cNvPr>
          <p:cNvSpPr/>
          <p:nvPr/>
        </p:nvSpPr>
        <p:spPr>
          <a:xfrm rot="5400000">
            <a:off x="12548568" y="17472586"/>
            <a:ext cx="3652800" cy="3652800"/>
          </a:xfrm>
          <a:prstGeom prst="rect">
            <a:avLst/>
          </a:prstGeom>
          <a:pattFill prst="wdUpDiag">
            <a:fgClr>
              <a:schemeClr val="accent2">
                <a:lumMod val="40000"/>
                <a:lumOff val="60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2C1FEF9A-3BA3-7062-E0DC-DE792D062CBC}"/>
              </a:ext>
            </a:extLst>
          </p:cNvPr>
          <p:cNvSpPr/>
          <p:nvPr/>
        </p:nvSpPr>
        <p:spPr>
          <a:xfrm rot="5400000">
            <a:off x="12551070" y="17453107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99" name="Group 398">
            <a:extLst>
              <a:ext uri="{FF2B5EF4-FFF2-40B4-BE49-F238E27FC236}">
                <a16:creationId xmlns:a16="http://schemas.microsoft.com/office/drawing/2014/main" id="{1CDC52E8-AA13-446A-4FAA-57F47001FE6A}"/>
              </a:ext>
            </a:extLst>
          </p:cNvPr>
          <p:cNvGrpSpPr/>
          <p:nvPr/>
        </p:nvGrpSpPr>
        <p:grpSpPr>
          <a:xfrm rot="5400000">
            <a:off x="12900789" y="17797208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400" name="Oval 399">
              <a:extLst>
                <a:ext uri="{FF2B5EF4-FFF2-40B4-BE49-F238E27FC236}">
                  <a16:creationId xmlns:a16="http://schemas.microsoft.com/office/drawing/2014/main" id="{990531E4-3839-9AE3-BB81-88F7A1EA3B39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F6908594-AF8B-D953-B1FB-5B8D0DBFDA97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822567FB-9AB1-82A0-6275-592FDD21ACBB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Oval 402">
              <a:extLst>
                <a:ext uri="{FF2B5EF4-FFF2-40B4-BE49-F238E27FC236}">
                  <a16:creationId xmlns:a16="http://schemas.microsoft.com/office/drawing/2014/main" id="{9D978BFC-EAD1-D49F-C640-9AFBA67B1ACB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Oval 403">
              <a:extLst>
                <a:ext uri="{FF2B5EF4-FFF2-40B4-BE49-F238E27FC236}">
                  <a16:creationId xmlns:a16="http://schemas.microsoft.com/office/drawing/2014/main" id="{D462A388-169B-E92D-019B-AAB1AF396617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E8E43EAC-2B74-B273-AF74-7DF05DBF4DAF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Oval 405">
              <a:extLst>
                <a:ext uri="{FF2B5EF4-FFF2-40B4-BE49-F238E27FC236}">
                  <a16:creationId xmlns:a16="http://schemas.microsoft.com/office/drawing/2014/main" id="{D6CDFB6D-C50F-6B7A-51FF-C74AFAB86DE6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3885E701-AC1D-6600-4B87-E59D793859D9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2A5CC061-8F60-B804-7E7E-C4D4B97B184E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797DA4E2-DB5A-DB46-88B5-BBE937745329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B24D38F0-C4D6-2BF4-8771-E2E8F9AE5BAA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FBB03A1F-A739-E70B-8C5A-449812A5A83C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8EDD33E9-945E-14C9-E8FA-558D74A05AA2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AE363E79-F91C-78E2-A0F0-1DD61912447A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79546B1B-F933-DED8-2F9C-49669F205358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Oval 414">
              <a:extLst>
                <a:ext uri="{FF2B5EF4-FFF2-40B4-BE49-F238E27FC236}">
                  <a16:creationId xmlns:a16="http://schemas.microsoft.com/office/drawing/2014/main" id="{8FE6074F-4988-23E2-D7E5-CB9F945E52E9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031760BC-726F-DC36-4251-05D20102A24C}"/>
                  </a:ext>
                </a:extLst>
              </p:cNvPr>
              <p:cNvSpPr txBox="1"/>
              <p:nvPr/>
            </p:nvSpPr>
            <p:spPr>
              <a:xfrm>
                <a:off x="13819767" y="19018568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031760BC-726F-DC36-4251-05D20102A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9767" y="19018568"/>
                <a:ext cx="1945341" cy="566181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7" name="Group 486">
            <a:extLst>
              <a:ext uri="{FF2B5EF4-FFF2-40B4-BE49-F238E27FC236}">
                <a16:creationId xmlns:a16="http://schemas.microsoft.com/office/drawing/2014/main" id="{7C21BE1E-4E61-B80A-2590-10B806F0E19C}"/>
              </a:ext>
            </a:extLst>
          </p:cNvPr>
          <p:cNvGrpSpPr/>
          <p:nvPr/>
        </p:nvGrpSpPr>
        <p:grpSpPr>
          <a:xfrm rot="5400000">
            <a:off x="12876756" y="17242645"/>
            <a:ext cx="3184051" cy="3644810"/>
            <a:chOff x="2484338" y="12638545"/>
            <a:chExt cx="3184051" cy="36448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8" name="TextBox 487">
                  <a:extLst>
                    <a:ext uri="{FF2B5EF4-FFF2-40B4-BE49-F238E27FC236}">
                      <a16:creationId xmlns:a16="http://schemas.microsoft.com/office/drawing/2014/main" id="{57918DF8-321C-6888-C37D-85D2D1E6E299}"/>
                    </a:ext>
                  </a:extLst>
                </p:cNvPr>
                <p:cNvSpPr txBox="1"/>
                <p:nvPr/>
              </p:nvSpPr>
              <p:spPr>
                <a:xfrm rot="16200000"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8" name="TextBox 487">
                  <a:extLst>
                    <a:ext uri="{FF2B5EF4-FFF2-40B4-BE49-F238E27FC236}">
                      <a16:creationId xmlns:a16="http://schemas.microsoft.com/office/drawing/2014/main" id="{57918DF8-321C-6888-C37D-85D2D1E6E2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31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9" name="TextBox 488">
                  <a:extLst>
                    <a:ext uri="{FF2B5EF4-FFF2-40B4-BE49-F238E27FC236}">
                      <a16:creationId xmlns:a16="http://schemas.microsoft.com/office/drawing/2014/main" id="{A35DA4DB-0FD0-F4EC-8079-B41178C21DF1}"/>
                    </a:ext>
                  </a:extLst>
                </p:cNvPr>
                <p:cNvSpPr txBox="1"/>
                <p:nvPr/>
              </p:nvSpPr>
              <p:spPr>
                <a:xfrm rot="16200000"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9" name="TextBox 488">
                  <a:extLst>
                    <a:ext uri="{FF2B5EF4-FFF2-40B4-BE49-F238E27FC236}">
                      <a16:creationId xmlns:a16="http://schemas.microsoft.com/office/drawing/2014/main" id="{A35DA4DB-0FD0-F4EC-8079-B41178C21D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32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0" name="TextBox 489">
                  <a:extLst>
                    <a:ext uri="{FF2B5EF4-FFF2-40B4-BE49-F238E27FC236}">
                      <a16:creationId xmlns:a16="http://schemas.microsoft.com/office/drawing/2014/main" id="{D6FC1BCA-A529-FF02-4A10-9C2DA99B5E8B}"/>
                    </a:ext>
                  </a:extLst>
                </p:cNvPr>
                <p:cNvSpPr txBox="1"/>
                <p:nvPr/>
              </p:nvSpPr>
              <p:spPr>
                <a:xfrm rot="16200000">
                  <a:off x="5072463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0" name="TextBox 489">
                  <a:extLst>
                    <a:ext uri="{FF2B5EF4-FFF2-40B4-BE49-F238E27FC236}">
                      <a16:creationId xmlns:a16="http://schemas.microsoft.com/office/drawing/2014/main" id="{D6FC1BCA-A529-FF02-4A10-9C2DA99B5E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072463" y="15766098"/>
                  <a:ext cx="772904" cy="261610"/>
                </a:xfrm>
                <a:prstGeom prst="rect">
                  <a:avLst/>
                </a:prstGeom>
                <a:blipFill>
                  <a:blip r:embed="rId33"/>
                  <a:stretch>
                    <a:fillRect r="-1639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1" name="TextBox 490">
                  <a:extLst>
                    <a:ext uri="{FF2B5EF4-FFF2-40B4-BE49-F238E27FC236}">
                      <a16:creationId xmlns:a16="http://schemas.microsoft.com/office/drawing/2014/main" id="{D41525A6-2B0D-D8E6-FAF0-5A6535AF9626}"/>
                    </a:ext>
                  </a:extLst>
                </p:cNvPr>
                <p:cNvSpPr txBox="1"/>
                <p:nvPr/>
              </p:nvSpPr>
              <p:spPr>
                <a:xfrm>
                  <a:off x="3977142" y="15686403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1" name="TextBox 490">
                  <a:extLst>
                    <a:ext uri="{FF2B5EF4-FFF2-40B4-BE49-F238E27FC236}">
                      <a16:creationId xmlns:a16="http://schemas.microsoft.com/office/drawing/2014/main" id="{D41525A6-2B0D-D8E6-FAF0-5A6535AF96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7142" y="15686403"/>
                  <a:ext cx="474810" cy="400110"/>
                </a:xfrm>
                <a:prstGeom prst="rect">
                  <a:avLst/>
                </a:prstGeom>
                <a:blipFill>
                  <a:blip r:embed="rId34"/>
                  <a:stretch>
                    <a:fillRect l="-28125" r="-9375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2" name="TextBox 491">
                  <a:extLst>
                    <a:ext uri="{FF2B5EF4-FFF2-40B4-BE49-F238E27FC236}">
                      <a16:creationId xmlns:a16="http://schemas.microsoft.com/office/drawing/2014/main" id="{6C0C701E-9A7D-3681-4330-63FB46E09B58}"/>
                    </a:ext>
                  </a:extLst>
                </p:cNvPr>
                <p:cNvSpPr txBox="1"/>
                <p:nvPr/>
              </p:nvSpPr>
              <p:spPr>
                <a:xfrm rot="16200000"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2" name="TextBox 491">
                  <a:extLst>
                    <a:ext uri="{FF2B5EF4-FFF2-40B4-BE49-F238E27FC236}">
                      <a16:creationId xmlns:a16="http://schemas.microsoft.com/office/drawing/2014/main" id="{6C0C701E-9A7D-3681-4330-63FB46E09B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35"/>
                  <a:stretch>
                    <a:fillRect r="-1639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3" name="TextBox 492">
                  <a:extLst>
                    <a:ext uri="{FF2B5EF4-FFF2-40B4-BE49-F238E27FC236}">
                      <a16:creationId xmlns:a16="http://schemas.microsoft.com/office/drawing/2014/main" id="{8FC291E9-D9A5-6FFA-3B8C-204B14221EB2}"/>
                    </a:ext>
                  </a:extLst>
                </p:cNvPr>
                <p:cNvSpPr txBox="1"/>
                <p:nvPr/>
              </p:nvSpPr>
              <p:spPr>
                <a:xfrm rot="16200000"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3" name="TextBox 492">
                  <a:extLst>
                    <a:ext uri="{FF2B5EF4-FFF2-40B4-BE49-F238E27FC236}">
                      <a16:creationId xmlns:a16="http://schemas.microsoft.com/office/drawing/2014/main" id="{8FC291E9-D9A5-6FFA-3B8C-204B14221E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36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4" name="TextBox 493">
                  <a:extLst>
                    <a:ext uri="{FF2B5EF4-FFF2-40B4-BE49-F238E27FC236}">
                      <a16:creationId xmlns:a16="http://schemas.microsoft.com/office/drawing/2014/main" id="{8DC6456E-09CC-337F-5CF6-2A6C49CAAA94}"/>
                    </a:ext>
                  </a:extLst>
                </p:cNvPr>
                <p:cNvSpPr txBox="1"/>
                <p:nvPr/>
              </p:nvSpPr>
              <p:spPr>
                <a:xfrm rot="16200000"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4" name="TextBox 493">
                  <a:extLst>
                    <a:ext uri="{FF2B5EF4-FFF2-40B4-BE49-F238E27FC236}">
                      <a16:creationId xmlns:a16="http://schemas.microsoft.com/office/drawing/2014/main" id="{8DC6456E-09CC-337F-5CF6-2A6C49CAAA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37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5" name="TextBox 494">
                  <a:extLst>
                    <a:ext uri="{FF2B5EF4-FFF2-40B4-BE49-F238E27FC236}">
                      <a16:creationId xmlns:a16="http://schemas.microsoft.com/office/drawing/2014/main" id="{E991CEC5-E732-272E-5A2A-D024AFB493CD}"/>
                    </a:ext>
                  </a:extLst>
                </p:cNvPr>
                <p:cNvSpPr txBox="1"/>
                <p:nvPr/>
              </p:nvSpPr>
              <p:spPr>
                <a:xfrm rot="16200000">
                  <a:off x="5061867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5" name="TextBox 494">
                  <a:extLst>
                    <a:ext uri="{FF2B5EF4-FFF2-40B4-BE49-F238E27FC236}">
                      <a16:creationId xmlns:a16="http://schemas.microsoft.com/office/drawing/2014/main" id="{E991CEC5-E732-272E-5A2A-D024AFB49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061867" y="14862972"/>
                  <a:ext cx="772904" cy="261610"/>
                </a:xfrm>
                <a:prstGeom prst="rect">
                  <a:avLst/>
                </a:prstGeom>
                <a:blipFill>
                  <a:blip r:embed="rId38"/>
                  <a:stretch>
                    <a:fillRect r="-1639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6" name="TextBox 495">
                  <a:extLst>
                    <a:ext uri="{FF2B5EF4-FFF2-40B4-BE49-F238E27FC236}">
                      <a16:creationId xmlns:a16="http://schemas.microsoft.com/office/drawing/2014/main" id="{8F07B940-C350-B0E2-13A5-AAE6968BD0E0}"/>
                    </a:ext>
                  </a:extLst>
                </p:cNvPr>
                <p:cNvSpPr txBox="1"/>
                <p:nvPr/>
              </p:nvSpPr>
              <p:spPr>
                <a:xfrm rot="16200000">
                  <a:off x="4279940" y="1439704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6" name="TextBox 495">
                  <a:extLst>
                    <a:ext uri="{FF2B5EF4-FFF2-40B4-BE49-F238E27FC236}">
                      <a16:creationId xmlns:a16="http://schemas.microsoft.com/office/drawing/2014/main" id="{8F07B940-C350-B0E2-13A5-AAE6968BD0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279940" y="14397041"/>
                  <a:ext cx="474810" cy="400110"/>
                </a:xfrm>
                <a:prstGeom prst="rect">
                  <a:avLst/>
                </a:prstGeom>
                <a:blipFill>
                  <a:blip r:embed="rId39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7" name="TextBox 496">
                  <a:extLst>
                    <a:ext uri="{FF2B5EF4-FFF2-40B4-BE49-F238E27FC236}">
                      <a16:creationId xmlns:a16="http://schemas.microsoft.com/office/drawing/2014/main" id="{CFBA68EF-26FA-708D-4282-48C3C9703F4B}"/>
                    </a:ext>
                  </a:extLst>
                </p:cNvPr>
                <p:cNvSpPr txBox="1"/>
                <p:nvPr/>
              </p:nvSpPr>
              <p:spPr>
                <a:xfrm rot="16200000"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7" name="TextBox 496">
                  <a:extLst>
                    <a:ext uri="{FF2B5EF4-FFF2-40B4-BE49-F238E27FC236}">
                      <a16:creationId xmlns:a16="http://schemas.microsoft.com/office/drawing/2014/main" id="{CFBA68EF-26FA-708D-4282-48C3C9703F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40"/>
                  <a:stretch>
                    <a:fillRect r="-1639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8" name="TextBox 497">
                  <a:extLst>
                    <a:ext uri="{FF2B5EF4-FFF2-40B4-BE49-F238E27FC236}">
                      <a16:creationId xmlns:a16="http://schemas.microsoft.com/office/drawing/2014/main" id="{EC385B91-44EA-65D6-8878-ED1589D81AA0}"/>
                    </a:ext>
                  </a:extLst>
                </p:cNvPr>
                <p:cNvSpPr txBox="1"/>
                <p:nvPr/>
              </p:nvSpPr>
              <p:spPr>
                <a:xfrm rot="5400000">
                  <a:off x="2447538" y="14375004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8" name="TextBox 497">
                  <a:extLst>
                    <a:ext uri="{FF2B5EF4-FFF2-40B4-BE49-F238E27FC236}">
                      <a16:creationId xmlns:a16="http://schemas.microsoft.com/office/drawing/2014/main" id="{EC385B91-44EA-65D6-8878-ED1589D81A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47538" y="14375004"/>
                  <a:ext cx="474810" cy="400110"/>
                </a:xfrm>
                <a:prstGeom prst="rect">
                  <a:avLst/>
                </a:prstGeom>
                <a:blipFill>
                  <a:blip r:embed="rId41"/>
                  <a:stretch>
                    <a:fillRect l="-17949" t="-24242"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TextBox 498">
                  <a:extLst>
                    <a:ext uri="{FF2B5EF4-FFF2-40B4-BE49-F238E27FC236}">
                      <a16:creationId xmlns:a16="http://schemas.microsoft.com/office/drawing/2014/main" id="{D9D179EE-38EF-CD3B-5BBB-22FA2E8D0DFA}"/>
                    </a:ext>
                  </a:extLst>
                </p:cNvPr>
                <p:cNvSpPr txBox="1"/>
                <p:nvPr/>
              </p:nvSpPr>
              <p:spPr>
                <a:xfrm rot="5400000">
                  <a:off x="5230929" y="1439447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9" name="TextBox 498">
                  <a:extLst>
                    <a:ext uri="{FF2B5EF4-FFF2-40B4-BE49-F238E27FC236}">
                      <a16:creationId xmlns:a16="http://schemas.microsoft.com/office/drawing/2014/main" id="{D9D179EE-38EF-CD3B-5BBB-22FA2E8D0D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230929" y="14394478"/>
                  <a:ext cx="474810" cy="400110"/>
                </a:xfrm>
                <a:prstGeom prst="rect">
                  <a:avLst/>
                </a:prstGeom>
                <a:blipFill>
                  <a:blip r:embed="rId42"/>
                  <a:stretch>
                    <a:fillRect l="-21053" t="-28125"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0" name="TextBox 499">
                  <a:extLst>
                    <a:ext uri="{FF2B5EF4-FFF2-40B4-BE49-F238E27FC236}">
                      <a16:creationId xmlns:a16="http://schemas.microsoft.com/office/drawing/2014/main" id="{1407C2C3-EF4C-EE47-228C-4B7F5D38A1FF}"/>
                    </a:ext>
                  </a:extLst>
                </p:cNvPr>
                <p:cNvSpPr txBox="1"/>
                <p:nvPr/>
              </p:nvSpPr>
              <p:spPr>
                <a:xfrm rot="16200000">
                  <a:off x="2241371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0" name="TextBox 499">
                  <a:extLst>
                    <a:ext uri="{FF2B5EF4-FFF2-40B4-BE49-F238E27FC236}">
                      <a16:creationId xmlns:a16="http://schemas.microsoft.com/office/drawing/2014/main" id="{1407C2C3-EF4C-EE47-228C-4B7F5D38A1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241371" y="13916375"/>
                  <a:ext cx="796436" cy="261610"/>
                </a:xfrm>
                <a:prstGeom prst="rect">
                  <a:avLst/>
                </a:prstGeom>
                <a:blipFill>
                  <a:blip r:embed="rId43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1" name="TextBox 500">
                  <a:extLst>
                    <a:ext uri="{FF2B5EF4-FFF2-40B4-BE49-F238E27FC236}">
                      <a16:creationId xmlns:a16="http://schemas.microsoft.com/office/drawing/2014/main" id="{107055DD-C531-C9BF-A42D-EAFE48100784}"/>
                    </a:ext>
                  </a:extLst>
                </p:cNvPr>
                <p:cNvSpPr txBox="1"/>
                <p:nvPr/>
              </p:nvSpPr>
              <p:spPr>
                <a:xfrm rot="16200000">
                  <a:off x="316746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1" name="TextBox 500">
                  <a:extLst>
                    <a:ext uri="{FF2B5EF4-FFF2-40B4-BE49-F238E27FC236}">
                      <a16:creationId xmlns:a16="http://schemas.microsoft.com/office/drawing/2014/main" id="{107055DD-C531-C9BF-A42D-EAFE481007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167464" y="13916375"/>
                  <a:ext cx="796436" cy="261610"/>
                </a:xfrm>
                <a:prstGeom prst="rect">
                  <a:avLst/>
                </a:prstGeom>
                <a:blipFill>
                  <a:blip r:embed="rId44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2" name="TextBox 501">
                  <a:extLst>
                    <a:ext uri="{FF2B5EF4-FFF2-40B4-BE49-F238E27FC236}">
                      <a16:creationId xmlns:a16="http://schemas.microsoft.com/office/drawing/2014/main" id="{717671DF-0BDA-24B9-2260-47BCB6921810}"/>
                    </a:ext>
                  </a:extLst>
                </p:cNvPr>
                <p:cNvSpPr txBox="1"/>
                <p:nvPr/>
              </p:nvSpPr>
              <p:spPr>
                <a:xfrm rot="16200000">
                  <a:off x="4905359" y="13907908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2" name="TextBox 501">
                  <a:extLst>
                    <a:ext uri="{FF2B5EF4-FFF2-40B4-BE49-F238E27FC236}">
                      <a16:creationId xmlns:a16="http://schemas.microsoft.com/office/drawing/2014/main" id="{717671DF-0BDA-24B9-2260-47BCB69218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905359" y="13907908"/>
                  <a:ext cx="1043171" cy="261610"/>
                </a:xfrm>
                <a:prstGeom prst="rect">
                  <a:avLst/>
                </a:prstGeom>
                <a:blipFill>
                  <a:blip r:embed="rId45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3" name="TextBox 502">
                  <a:extLst>
                    <a:ext uri="{FF2B5EF4-FFF2-40B4-BE49-F238E27FC236}">
                      <a16:creationId xmlns:a16="http://schemas.microsoft.com/office/drawing/2014/main" id="{2F350941-68E4-BA10-CBE6-BA6E1ED83FDC}"/>
                    </a:ext>
                  </a:extLst>
                </p:cNvPr>
                <p:cNvSpPr txBox="1"/>
                <p:nvPr/>
              </p:nvSpPr>
              <p:spPr>
                <a:xfrm rot="16200000">
                  <a:off x="3996312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3" name="TextBox 502">
                  <a:extLst>
                    <a:ext uri="{FF2B5EF4-FFF2-40B4-BE49-F238E27FC236}">
                      <a16:creationId xmlns:a16="http://schemas.microsoft.com/office/drawing/2014/main" id="{2F350941-68E4-BA10-CBE6-BA6E1ED83F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996312" y="13916375"/>
                  <a:ext cx="1043171" cy="261610"/>
                </a:xfrm>
                <a:prstGeom prst="rect">
                  <a:avLst/>
                </a:prstGeom>
                <a:blipFill>
                  <a:blip r:embed="rId46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4" name="TextBox 503">
                  <a:extLst>
                    <a:ext uri="{FF2B5EF4-FFF2-40B4-BE49-F238E27FC236}">
                      <a16:creationId xmlns:a16="http://schemas.microsoft.com/office/drawing/2014/main" id="{221F397F-8051-90A5-6235-4913D4FD5251}"/>
                    </a:ext>
                  </a:extLst>
                </p:cNvPr>
                <p:cNvSpPr txBox="1"/>
                <p:nvPr/>
              </p:nvSpPr>
              <p:spPr>
                <a:xfrm rot="16200000"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4" name="TextBox 503">
                  <a:extLst>
                    <a:ext uri="{FF2B5EF4-FFF2-40B4-BE49-F238E27FC236}">
                      <a16:creationId xmlns:a16="http://schemas.microsoft.com/office/drawing/2014/main" id="{221F397F-8051-90A5-6235-4913D4FD52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47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5" name="TextBox 504">
                  <a:extLst>
                    <a:ext uri="{FF2B5EF4-FFF2-40B4-BE49-F238E27FC236}">
                      <a16:creationId xmlns:a16="http://schemas.microsoft.com/office/drawing/2014/main" id="{34853A7B-C922-A013-21FE-BEC0940A0B9B}"/>
                    </a:ext>
                  </a:extLst>
                </p:cNvPr>
                <p:cNvSpPr txBox="1"/>
                <p:nvPr/>
              </p:nvSpPr>
              <p:spPr>
                <a:xfrm rot="16200000">
                  <a:off x="3168418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5" name="TextBox 504">
                  <a:extLst>
                    <a:ext uri="{FF2B5EF4-FFF2-40B4-BE49-F238E27FC236}">
                      <a16:creationId xmlns:a16="http://schemas.microsoft.com/office/drawing/2014/main" id="{34853A7B-C922-A013-21FE-BEC0940A0B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168418" y="13037793"/>
                  <a:ext cx="796436" cy="261610"/>
                </a:xfrm>
                <a:prstGeom prst="rect">
                  <a:avLst/>
                </a:prstGeom>
                <a:blipFill>
                  <a:blip r:embed="rId48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6" name="TextBox 505">
                  <a:extLst>
                    <a:ext uri="{FF2B5EF4-FFF2-40B4-BE49-F238E27FC236}">
                      <a16:creationId xmlns:a16="http://schemas.microsoft.com/office/drawing/2014/main" id="{D6D3E076-0488-16F3-A60C-FD33914EBFCE}"/>
                    </a:ext>
                  </a:extLst>
                </p:cNvPr>
                <p:cNvSpPr txBox="1"/>
                <p:nvPr/>
              </p:nvSpPr>
              <p:spPr>
                <a:xfrm rot="16200000">
                  <a:off x="4906314" y="13029326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6" name="TextBox 505">
                  <a:extLst>
                    <a:ext uri="{FF2B5EF4-FFF2-40B4-BE49-F238E27FC236}">
                      <a16:creationId xmlns:a16="http://schemas.microsoft.com/office/drawing/2014/main" id="{D6D3E076-0488-16F3-A60C-FD33914EB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906314" y="13029326"/>
                  <a:ext cx="1043171" cy="261610"/>
                </a:xfrm>
                <a:prstGeom prst="rect">
                  <a:avLst/>
                </a:prstGeom>
                <a:blipFill>
                  <a:blip r:embed="rId49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7" name="TextBox 506">
                  <a:extLst>
                    <a:ext uri="{FF2B5EF4-FFF2-40B4-BE49-F238E27FC236}">
                      <a16:creationId xmlns:a16="http://schemas.microsoft.com/office/drawing/2014/main" id="{D82768BB-F64C-37E4-BB57-DC71A3A2F948}"/>
                    </a:ext>
                  </a:extLst>
                </p:cNvPr>
                <p:cNvSpPr txBox="1"/>
                <p:nvPr/>
              </p:nvSpPr>
              <p:spPr>
                <a:xfrm rot="16200000">
                  <a:off x="3980334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7" name="TextBox 506">
                  <a:extLst>
                    <a:ext uri="{FF2B5EF4-FFF2-40B4-BE49-F238E27FC236}">
                      <a16:creationId xmlns:a16="http://schemas.microsoft.com/office/drawing/2014/main" id="{D82768BB-F64C-37E4-BB57-DC71A3A2F9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980334" y="13037793"/>
                  <a:ext cx="1043171" cy="261610"/>
                </a:xfrm>
                <a:prstGeom prst="rect">
                  <a:avLst/>
                </a:prstGeom>
                <a:blipFill>
                  <a:blip r:embed="rId50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7085F208-B49E-0495-18D5-14CCEB37EA6C}"/>
                    </a:ext>
                  </a:extLst>
                </p:cNvPr>
                <p:cNvSpPr txBox="1"/>
                <p:nvPr/>
              </p:nvSpPr>
              <p:spPr>
                <a:xfrm rot="16200000">
                  <a:off x="3325743" y="143462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7085F208-B49E-0495-18D5-14CCEB37EA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325743" y="14346240"/>
                  <a:ext cx="474810" cy="400110"/>
                </a:xfrm>
                <a:prstGeom prst="rect">
                  <a:avLst/>
                </a:prstGeom>
                <a:blipFill>
                  <a:blip r:embed="rId51"/>
                  <a:stretch>
                    <a:fillRect t="-6061" r="-18421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7C60C8F5-3F4B-B1D2-3AAE-83F7488D0AA1}"/>
                    </a:ext>
                  </a:extLst>
                </p:cNvPr>
                <p:cNvSpPr txBox="1"/>
                <p:nvPr/>
              </p:nvSpPr>
              <p:spPr>
                <a:xfrm>
                  <a:off x="3960207" y="12933233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7C60C8F5-3F4B-B1D2-3AAE-83F7488D0A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0207" y="12933233"/>
                  <a:ext cx="474810" cy="400110"/>
                </a:xfrm>
                <a:prstGeom prst="rect">
                  <a:avLst/>
                </a:prstGeom>
                <a:blipFill>
                  <a:blip r:embed="rId52"/>
                  <a:stretch>
                    <a:fillRect l="-24242" r="-9091" b="-17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A2C6E38D-23AD-C678-490F-8C1E057236F8}"/>
              </a:ext>
            </a:extLst>
          </p:cNvPr>
          <p:cNvGrpSpPr/>
          <p:nvPr/>
        </p:nvGrpSpPr>
        <p:grpSpPr>
          <a:xfrm>
            <a:off x="8917930" y="18372461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2DB62FCA-2C96-4B64-E3ED-4169445511D8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2DB62FCA-2C96-4B64-E3ED-4169445511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53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A2B863EC-88CA-6B00-3F58-23D3848264C7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A2B863EC-88CA-6B00-3F58-23D3848264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54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E0674023-5E6A-3840-7D60-0F989E430AE4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E0674023-5E6A-3840-7D60-0F989E430A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55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AE26A041-CDA8-78F2-19D7-BA7C39731C53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AE26A041-CDA8-78F2-19D7-BA7C39731C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56"/>
                  <a:stretch>
                    <a:fillRect t="-606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4EA34ED1-8D0A-FE98-179C-1FA3DA263A58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4EA34ED1-8D0A-FE98-179C-1FA3DA263A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57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8632AE6B-65B3-EA4F-BA8A-B0CAA7C843F2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8632AE6B-65B3-EA4F-BA8A-B0CAA7C843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58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7" name="TextBox 516">
                  <a:extLst>
                    <a:ext uri="{FF2B5EF4-FFF2-40B4-BE49-F238E27FC236}">
                      <a16:creationId xmlns:a16="http://schemas.microsoft.com/office/drawing/2014/main" id="{6FC9C508-0FA1-EF9C-9EF2-97C3DF21D47F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7" name="TextBox 516">
                  <a:extLst>
                    <a:ext uri="{FF2B5EF4-FFF2-40B4-BE49-F238E27FC236}">
                      <a16:creationId xmlns:a16="http://schemas.microsoft.com/office/drawing/2014/main" id="{6FC9C508-0FA1-EF9C-9EF2-97C3DF21D4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59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8" name="TextBox 517">
                  <a:extLst>
                    <a:ext uri="{FF2B5EF4-FFF2-40B4-BE49-F238E27FC236}">
                      <a16:creationId xmlns:a16="http://schemas.microsoft.com/office/drawing/2014/main" id="{4F785793-088A-C1A6-700A-274E3A8B46C1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8" name="TextBox 517">
                  <a:extLst>
                    <a:ext uri="{FF2B5EF4-FFF2-40B4-BE49-F238E27FC236}">
                      <a16:creationId xmlns:a16="http://schemas.microsoft.com/office/drawing/2014/main" id="{4F785793-088A-C1A6-700A-274E3A8B46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60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9" name="TextBox 518">
                  <a:extLst>
                    <a:ext uri="{FF2B5EF4-FFF2-40B4-BE49-F238E27FC236}">
                      <a16:creationId xmlns:a16="http://schemas.microsoft.com/office/drawing/2014/main" id="{A8BFCC35-2E40-ED62-F4EE-0EAF98460C29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9" name="TextBox 518">
                  <a:extLst>
                    <a:ext uri="{FF2B5EF4-FFF2-40B4-BE49-F238E27FC236}">
                      <a16:creationId xmlns:a16="http://schemas.microsoft.com/office/drawing/2014/main" id="{A8BFCC35-2E40-ED62-F4EE-0EAF98460C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61"/>
                  <a:stretch>
                    <a:fillRect t="-909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0" name="TextBox 519">
                  <a:extLst>
                    <a:ext uri="{FF2B5EF4-FFF2-40B4-BE49-F238E27FC236}">
                      <a16:creationId xmlns:a16="http://schemas.microsoft.com/office/drawing/2014/main" id="{400A8A8E-2910-A1B4-A21A-D872A1665E04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0" name="TextBox 519">
                  <a:extLst>
                    <a:ext uri="{FF2B5EF4-FFF2-40B4-BE49-F238E27FC236}">
                      <a16:creationId xmlns:a16="http://schemas.microsoft.com/office/drawing/2014/main" id="{400A8A8E-2910-A1B4-A21A-D872A1665E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62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1" name="TextBox 520">
                  <a:extLst>
                    <a:ext uri="{FF2B5EF4-FFF2-40B4-BE49-F238E27FC236}">
                      <a16:creationId xmlns:a16="http://schemas.microsoft.com/office/drawing/2014/main" id="{127A7A4F-F067-B31B-CBCE-26687F4E0741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1" name="TextBox 520">
                  <a:extLst>
                    <a:ext uri="{FF2B5EF4-FFF2-40B4-BE49-F238E27FC236}">
                      <a16:creationId xmlns:a16="http://schemas.microsoft.com/office/drawing/2014/main" id="{127A7A4F-F067-B31B-CBCE-26687F4E07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63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" name="TextBox 521">
                  <a:extLst>
                    <a:ext uri="{FF2B5EF4-FFF2-40B4-BE49-F238E27FC236}">
                      <a16:creationId xmlns:a16="http://schemas.microsoft.com/office/drawing/2014/main" id="{510794EB-FC8F-B0B9-1AA3-101E2AA3EC40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2" name="TextBox 521">
                  <a:extLst>
                    <a:ext uri="{FF2B5EF4-FFF2-40B4-BE49-F238E27FC236}">
                      <a16:creationId xmlns:a16="http://schemas.microsoft.com/office/drawing/2014/main" id="{510794EB-FC8F-B0B9-1AA3-101E2AA3EC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64"/>
                  <a:stretch>
                    <a:fillRect l="-25000" r="-9375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3" name="TextBox 522">
                  <a:extLst>
                    <a:ext uri="{FF2B5EF4-FFF2-40B4-BE49-F238E27FC236}">
                      <a16:creationId xmlns:a16="http://schemas.microsoft.com/office/drawing/2014/main" id="{1595BC45-8E6D-5B49-1261-6538BBE3DEC2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3" name="TextBox 522">
                  <a:extLst>
                    <a:ext uri="{FF2B5EF4-FFF2-40B4-BE49-F238E27FC236}">
                      <a16:creationId xmlns:a16="http://schemas.microsoft.com/office/drawing/2014/main" id="{1595BC45-8E6D-5B49-1261-6538BBE3DE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65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4" name="TextBox 523">
                  <a:extLst>
                    <a:ext uri="{FF2B5EF4-FFF2-40B4-BE49-F238E27FC236}">
                      <a16:creationId xmlns:a16="http://schemas.microsoft.com/office/drawing/2014/main" id="{EC62A7A8-DA9B-1C00-945C-657D386ED2A2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4" name="TextBox 523">
                  <a:extLst>
                    <a:ext uri="{FF2B5EF4-FFF2-40B4-BE49-F238E27FC236}">
                      <a16:creationId xmlns:a16="http://schemas.microsoft.com/office/drawing/2014/main" id="{EC62A7A8-DA9B-1C00-945C-657D386ED2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66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5" name="TextBox 524">
                  <a:extLst>
                    <a:ext uri="{FF2B5EF4-FFF2-40B4-BE49-F238E27FC236}">
                      <a16:creationId xmlns:a16="http://schemas.microsoft.com/office/drawing/2014/main" id="{8E6523A3-F6D4-2B8C-422D-4276AA60D705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5" name="TextBox 524">
                  <a:extLst>
                    <a:ext uri="{FF2B5EF4-FFF2-40B4-BE49-F238E27FC236}">
                      <a16:creationId xmlns:a16="http://schemas.microsoft.com/office/drawing/2014/main" id="{8E6523A3-F6D4-2B8C-422D-4276AA60D7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67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6" name="TextBox 525">
                  <a:extLst>
                    <a:ext uri="{FF2B5EF4-FFF2-40B4-BE49-F238E27FC236}">
                      <a16:creationId xmlns:a16="http://schemas.microsoft.com/office/drawing/2014/main" id="{47A64C3B-97D4-4148-BE8D-E54349BC70AB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6" name="TextBox 525">
                  <a:extLst>
                    <a:ext uri="{FF2B5EF4-FFF2-40B4-BE49-F238E27FC236}">
                      <a16:creationId xmlns:a16="http://schemas.microsoft.com/office/drawing/2014/main" id="{47A64C3B-97D4-4148-BE8D-E54349BC70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68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7" name="TextBox 526">
                  <a:extLst>
                    <a:ext uri="{FF2B5EF4-FFF2-40B4-BE49-F238E27FC236}">
                      <a16:creationId xmlns:a16="http://schemas.microsoft.com/office/drawing/2014/main" id="{D6BF1AC8-9ECA-A549-7C98-E6BAC152779E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7" name="TextBox 526">
                  <a:extLst>
                    <a:ext uri="{FF2B5EF4-FFF2-40B4-BE49-F238E27FC236}">
                      <a16:creationId xmlns:a16="http://schemas.microsoft.com/office/drawing/2014/main" id="{D6BF1AC8-9ECA-A549-7C98-E6BAC15277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69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8" name="TextBox 527">
                  <a:extLst>
                    <a:ext uri="{FF2B5EF4-FFF2-40B4-BE49-F238E27FC236}">
                      <a16:creationId xmlns:a16="http://schemas.microsoft.com/office/drawing/2014/main" id="{ED7C2255-E211-3643-E291-555AD540A61E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8" name="TextBox 527">
                  <a:extLst>
                    <a:ext uri="{FF2B5EF4-FFF2-40B4-BE49-F238E27FC236}">
                      <a16:creationId xmlns:a16="http://schemas.microsoft.com/office/drawing/2014/main" id="{ED7C2255-E211-3643-E291-555AD540A6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70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9" name="TextBox 528">
                  <a:extLst>
                    <a:ext uri="{FF2B5EF4-FFF2-40B4-BE49-F238E27FC236}">
                      <a16:creationId xmlns:a16="http://schemas.microsoft.com/office/drawing/2014/main" id="{D75206A5-27CF-848E-EE3D-C66BC816CA9A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9" name="TextBox 528">
                  <a:extLst>
                    <a:ext uri="{FF2B5EF4-FFF2-40B4-BE49-F238E27FC236}">
                      <a16:creationId xmlns:a16="http://schemas.microsoft.com/office/drawing/2014/main" id="{D75206A5-27CF-848E-EE3D-C66BC816CA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71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0" name="TextBox 529">
                  <a:extLst>
                    <a:ext uri="{FF2B5EF4-FFF2-40B4-BE49-F238E27FC236}">
                      <a16:creationId xmlns:a16="http://schemas.microsoft.com/office/drawing/2014/main" id="{4B29416B-63DB-44B9-B041-171F92B6306E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0" name="TextBox 529">
                  <a:extLst>
                    <a:ext uri="{FF2B5EF4-FFF2-40B4-BE49-F238E27FC236}">
                      <a16:creationId xmlns:a16="http://schemas.microsoft.com/office/drawing/2014/main" id="{4B29416B-63DB-44B9-B041-171F92B630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72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1" name="TextBox 530">
                  <a:extLst>
                    <a:ext uri="{FF2B5EF4-FFF2-40B4-BE49-F238E27FC236}">
                      <a16:creationId xmlns:a16="http://schemas.microsoft.com/office/drawing/2014/main" id="{EF097A2F-280B-6EA8-68C7-03ADE514C01E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1" name="TextBox 530">
                  <a:extLst>
                    <a:ext uri="{FF2B5EF4-FFF2-40B4-BE49-F238E27FC236}">
                      <a16:creationId xmlns:a16="http://schemas.microsoft.com/office/drawing/2014/main" id="{EF097A2F-280B-6EA8-68C7-03ADE514C0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13"/>
                  <a:stretch>
                    <a:fillRect t="-909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2" name="TextBox 531">
                  <a:extLst>
                    <a:ext uri="{FF2B5EF4-FFF2-40B4-BE49-F238E27FC236}">
                      <a16:creationId xmlns:a16="http://schemas.microsoft.com/office/drawing/2014/main" id="{225CE317-7959-B18A-638F-544CA87854EE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2" name="TextBox 531">
                  <a:extLst>
                    <a:ext uri="{FF2B5EF4-FFF2-40B4-BE49-F238E27FC236}">
                      <a16:creationId xmlns:a16="http://schemas.microsoft.com/office/drawing/2014/main" id="{225CE317-7959-B18A-638F-544CA87854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73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3" name="Group 532">
            <a:extLst>
              <a:ext uri="{FF2B5EF4-FFF2-40B4-BE49-F238E27FC236}">
                <a16:creationId xmlns:a16="http://schemas.microsoft.com/office/drawing/2014/main" id="{C7B05AF3-35F8-CF12-990E-B6EB0B3A6A6C}"/>
              </a:ext>
            </a:extLst>
          </p:cNvPr>
          <p:cNvGrpSpPr/>
          <p:nvPr/>
        </p:nvGrpSpPr>
        <p:grpSpPr>
          <a:xfrm>
            <a:off x="5189148" y="18380349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4" name="TextBox 533">
                  <a:extLst>
                    <a:ext uri="{FF2B5EF4-FFF2-40B4-BE49-F238E27FC236}">
                      <a16:creationId xmlns:a16="http://schemas.microsoft.com/office/drawing/2014/main" id="{D1154D1C-82D7-9BAF-F071-A75FFCADDDB1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4" name="TextBox 533">
                  <a:extLst>
                    <a:ext uri="{FF2B5EF4-FFF2-40B4-BE49-F238E27FC236}">
                      <a16:creationId xmlns:a16="http://schemas.microsoft.com/office/drawing/2014/main" id="{D1154D1C-82D7-9BAF-F071-A75FFCADD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74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5" name="TextBox 534">
                  <a:extLst>
                    <a:ext uri="{FF2B5EF4-FFF2-40B4-BE49-F238E27FC236}">
                      <a16:creationId xmlns:a16="http://schemas.microsoft.com/office/drawing/2014/main" id="{24A502D5-DA00-A00C-8F1B-BA17DB4C2903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5" name="TextBox 534">
                  <a:extLst>
                    <a:ext uri="{FF2B5EF4-FFF2-40B4-BE49-F238E27FC236}">
                      <a16:creationId xmlns:a16="http://schemas.microsoft.com/office/drawing/2014/main" id="{24A502D5-DA00-A00C-8F1B-BA17DB4C29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75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6" name="TextBox 535">
                  <a:extLst>
                    <a:ext uri="{FF2B5EF4-FFF2-40B4-BE49-F238E27FC236}">
                      <a16:creationId xmlns:a16="http://schemas.microsoft.com/office/drawing/2014/main" id="{C537BFA6-4C1B-D255-6501-0DBF03BD90DF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6" name="TextBox 535">
                  <a:extLst>
                    <a:ext uri="{FF2B5EF4-FFF2-40B4-BE49-F238E27FC236}">
                      <a16:creationId xmlns:a16="http://schemas.microsoft.com/office/drawing/2014/main" id="{C537BFA6-4C1B-D255-6501-0DBF03BD90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7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7" name="TextBox 536">
                  <a:extLst>
                    <a:ext uri="{FF2B5EF4-FFF2-40B4-BE49-F238E27FC236}">
                      <a16:creationId xmlns:a16="http://schemas.microsoft.com/office/drawing/2014/main" id="{8F24F12A-6859-BB6E-6080-74B25CED6504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7" name="TextBox 536">
                  <a:extLst>
                    <a:ext uri="{FF2B5EF4-FFF2-40B4-BE49-F238E27FC236}">
                      <a16:creationId xmlns:a16="http://schemas.microsoft.com/office/drawing/2014/main" id="{8F24F12A-6859-BB6E-6080-74B25CED65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13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8" name="TextBox 537">
                  <a:extLst>
                    <a:ext uri="{FF2B5EF4-FFF2-40B4-BE49-F238E27FC236}">
                      <a16:creationId xmlns:a16="http://schemas.microsoft.com/office/drawing/2014/main" id="{94D2A769-3B79-3BD5-0B08-AB6AA0A89ADC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8" name="TextBox 537">
                  <a:extLst>
                    <a:ext uri="{FF2B5EF4-FFF2-40B4-BE49-F238E27FC236}">
                      <a16:creationId xmlns:a16="http://schemas.microsoft.com/office/drawing/2014/main" id="{94D2A769-3B79-3BD5-0B08-AB6AA0A89A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77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9" name="TextBox 538">
                  <a:extLst>
                    <a:ext uri="{FF2B5EF4-FFF2-40B4-BE49-F238E27FC236}">
                      <a16:creationId xmlns:a16="http://schemas.microsoft.com/office/drawing/2014/main" id="{FDFAD3B6-ED93-E7AD-7243-E79EEFC1B62D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9" name="TextBox 538">
                  <a:extLst>
                    <a:ext uri="{FF2B5EF4-FFF2-40B4-BE49-F238E27FC236}">
                      <a16:creationId xmlns:a16="http://schemas.microsoft.com/office/drawing/2014/main" id="{FDFAD3B6-ED93-E7AD-7243-E79EEFC1B6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78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0" name="TextBox 539">
                  <a:extLst>
                    <a:ext uri="{FF2B5EF4-FFF2-40B4-BE49-F238E27FC236}">
                      <a16:creationId xmlns:a16="http://schemas.microsoft.com/office/drawing/2014/main" id="{93E4A6A8-C4DE-EF66-1631-7DA484206BDA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0" name="TextBox 539">
                  <a:extLst>
                    <a:ext uri="{FF2B5EF4-FFF2-40B4-BE49-F238E27FC236}">
                      <a16:creationId xmlns:a16="http://schemas.microsoft.com/office/drawing/2014/main" id="{93E4A6A8-C4DE-EF66-1631-7DA484206B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79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1" name="TextBox 540">
                  <a:extLst>
                    <a:ext uri="{FF2B5EF4-FFF2-40B4-BE49-F238E27FC236}">
                      <a16:creationId xmlns:a16="http://schemas.microsoft.com/office/drawing/2014/main" id="{C7D07896-BC49-33C1-F7AC-A32E5969B808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1" name="TextBox 540">
                  <a:extLst>
                    <a:ext uri="{FF2B5EF4-FFF2-40B4-BE49-F238E27FC236}">
                      <a16:creationId xmlns:a16="http://schemas.microsoft.com/office/drawing/2014/main" id="{C7D07896-BC49-33C1-F7AC-A32E5969B8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80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" name="TextBox 541">
                  <a:extLst>
                    <a:ext uri="{FF2B5EF4-FFF2-40B4-BE49-F238E27FC236}">
                      <a16:creationId xmlns:a16="http://schemas.microsoft.com/office/drawing/2014/main" id="{C0FD0518-F8E3-1A22-E812-3390C4527EB1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2" name="TextBox 541">
                  <a:extLst>
                    <a:ext uri="{FF2B5EF4-FFF2-40B4-BE49-F238E27FC236}">
                      <a16:creationId xmlns:a16="http://schemas.microsoft.com/office/drawing/2014/main" id="{C0FD0518-F8E3-1A22-E812-3390C4527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39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3" name="TextBox 542">
                  <a:extLst>
                    <a:ext uri="{FF2B5EF4-FFF2-40B4-BE49-F238E27FC236}">
                      <a16:creationId xmlns:a16="http://schemas.microsoft.com/office/drawing/2014/main" id="{49F5B787-C55D-8102-6F34-BF0A3D223E02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3" name="TextBox 542">
                  <a:extLst>
                    <a:ext uri="{FF2B5EF4-FFF2-40B4-BE49-F238E27FC236}">
                      <a16:creationId xmlns:a16="http://schemas.microsoft.com/office/drawing/2014/main" id="{49F5B787-C55D-8102-6F34-BF0A3D223E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81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4" name="TextBox 543">
                  <a:extLst>
                    <a:ext uri="{FF2B5EF4-FFF2-40B4-BE49-F238E27FC236}">
                      <a16:creationId xmlns:a16="http://schemas.microsoft.com/office/drawing/2014/main" id="{AA166924-8A24-53C9-49F0-58E24168FDCA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4" name="TextBox 543">
                  <a:extLst>
                    <a:ext uri="{FF2B5EF4-FFF2-40B4-BE49-F238E27FC236}">
                      <a16:creationId xmlns:a16="http://schemas.microsoft.com/office/drawing/2014/main" id="{AA166924-8A24-53C9-49F0-58E24168F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82"/>
                  <a:stretch>
                    <a:fillRect l="-28125" r="-9375" b="-205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5" name="TextBox 544">
                  <a:extLst>
                    <a:ext uri="{FF2B5EF4-FFF2-40B4-BE49-F238E27FC236}">
                      <a16:creationId xmlns:a16="http://schemas.microsoft.com/office/drawing/2014/main" id="{114CE25D-17E2-6A16-6CAA-BF4A07B2F3AA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5" name="TextBox 544">
                  <a:extLst>
                    <a:ext uri="{FF2B5EF4-FFF2-40B4-BE49-F238E27FC236}">
                      <a16:creationId xmlns:a16="http://schemas.microsoft.com/office/drawing/2014/main" id="{114CE25D-17E2-6A16-6CAA-BF4A07B2F3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34"/>
                  <a:stretch>
                    <a:fillRect l="-28125" r="-9375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6" name="TextBox 545">
                  <a:extLst>
                    <a:ext uri="{FF2B5EF4-FFF2-40B4-BE49-F238E27FC236}">
                      <a16:creationId xmlns:a16="http://schemas.microsoft.com/office/drawing/2014/main" id="{8EB7A442-3313-8652-E48F-2FB57984138E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6" name="TextBox 545">
                  <a:extLst>
                    <a:ext uri="{FF2B5EF4-FFF2-40B4-BE49-F238E27FC236}">
                      <a16:creationId xmlns:a16="http://schemas.microsoft.com/office/drawing/2014/main" id="{8EB7A442-3313-8652-E48F-2FB5798413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83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7" name="TextBox 546">
                  <a:extLst>
                    <a:ext uri="{FF2B5EF4-FFF2-40B4-BE49-F238E27FC236}">
                      <a16:creationId xmlns:a16="http://schemas.microsoft.com/office/drawing/2014/main" id="{C59D4207-3DB2-1481-AE3B-72E6C1A83023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7" name="TextBox 546">
                  <a:extLst>
                    <a:ext uri="{FF2B5EF4-FFF2-40B4-BE49-F238E27FC236}">
                      <a16:creationId xmlns:a16="http://schemas.microsoft.com/office/drawing/2014/main" id="{C59D4207-3DB2-1481-AE3B-72E6C1A830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84"/>
                  <a:stretch>
                    <a:fillRect r="-1587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8" name="TextBox 547">
                  <a:extLst>
                    <a:ext uri="{FF2B5EF4-FFF2-40B4-BE49-F238E27FC236}">
                      <a16:creationId xmlns:a16="http://schemas.microsoft.com/office/drawing/2014/main" id="{29C5827F-15D0-1B07-289E-DAF7AE6BF6D8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8" name="TextBox 547">
                  <a:extLst>
                    <a:ext uri="{FF2B5EF4-FFF2-40B4-BE49-F238E27FC236}">
                      <a16:creationId xmlns:a16="http://schemas.microsoft.com/office/drawing/2014/main" id="{29C5827F-15D0-1B07-289E-DAF7AE6BF6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85"/>
                  <a:stretch>
                    <a:fillRect r="-1205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9" name="TextBox 548">
                  <a:extLst>
                    <a:ext uri="{FF2B5EF4-FFF2-40B4-BE49-F238E27FC236}">
                      <a16:creationId xmlns:a16="http://schemas.microsoft.com/office/drawing/2014/main" id="{7DB605E8-93AA-016C-C838-3B4BB5CB9C66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9" name="TextBox 548">
                  <a:extLst>
                    <a:ext uri="{FF2B5EF4-FFF2-40B4-BE49-F238E27FC236}">
                      <a16:creationId xmlns:a16="http://schemas.microsoft.com/office/drawing/2014/main" id="{7DB605E8-93AA-016C-C838-3B4BB5CB9C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8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0" name="TextBox 549">
                  <a:extLst>
                    <a:ext uri="{FF2B5EF4-FFF2-40B4-BE49-F238E27FC236}">
                      <a16:creationId xmlns:a16="http://schemas.microsoft.com/office/drawing/2014/main" id="{E46002EA-3BE1-EA9C-9238-39F36C77189D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0" name="TextBox 549">
                  <a:extLst>
                    <a:ext uri="{FF2B5EF4-FFF2-40B4-BE49-F238E27FC236}">
                      <a16:creationId xmlns:a16="http://schemas.microsoft.com/office/drawing/2014/main" id="{E46002EA-3BE1-EA9C-9238-39F36C7718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87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1" name="TextBox 550">
                  <a:extLst>
                    <a:ext uri="{FF2B5EF4-FFF2-40B4-BE49-F238E27FC236}">
                      <a16:creationId xmlns:a16="http://schemas.microsoft.com/office/drawing/2014/main" id="{54BE9CD7-835F-21AB-78DD-1CF113A7C690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1" name="TextBox 550">
                  <a:extLst>
                    <a:ext uri="{FF2B5EF4-FFF2-40B4-BE49-F238E27FC236}">
                      <a16:creationId xmlns:a16="http://schemas.microsoft.com/office/drawing/2014/main" id="{54BE9CD7-835F-21AB-78DD-1CF113A7C6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88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2" name="TextBox 551">
                  <a:extLst>
                    <a:ext uri="{FF2B5EF4-FFF2-40B4-BE49-F238E27FC236}">
                      <a16:creationId xmlns:a16="http://schemas.microsoft.com/office/drawing/2014/main" id="{A267D990-4E09-BE1D-BD75-669601408614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2" name="TextBox 551">
                  <a:extLst>
                    <a:ext uri="{FF2B5EF4-FFF2-40B4-BE49-F238E27FC236}">
                      <a16:creationId xmlns:a16="http://schemas.microsoft.com/office/drawing/2014/main" id="{A267D990-4E09-BE1D-BD75-6696014086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89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3" name="TextBox 552">
                  <a:extLst>
                    <a:ext uri="{FF2B5EF4-FFF2-40B4-BE49-F238E27FC236}">
                      <a16:creationId xmlns:a16="http://schemas.microsoft.com/office/drawing/2014/main" id="{68D087ED-745B-0F04-7CCD-D26B1647DBD8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3" name="TextBox 552">
                  <a:extLst>
                    <a:ext uri="{FF2B5EF4-FFF2-40B4-BE49-F238E27FC236}">
                      <a16:creationId xmlns:a16="http://schemas.microsoft.com/office/drawing/2014/main" id="{68D087ED-745B-0F04-7CCD-D26B1647DB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90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4" name="TextBox 553">
                  <a:extLst>
                    <a:ext uri="{FF2B5EF4-FFF2-40B4-BE49-F238E27FC236}">
                      <a16:creationId xmlns:a16="http://schemas.microsoft.com/office/drawing/2014/main" id="{300EEB43-70C9-AA2C-3ED4-5F1234600779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4" name="TextBox 553">
                  <a:extLst>
                    <a:ext uri="{FF2B5EF4-FFF2-40B4-BE49-F238E27FC236}">
                      <a16:creationId xmlns:a16="http://schemas.microsoft.com/office/drawing/2014/main" id="{300EEB43-70C9-AA2C-3ED4-5F12346007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39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5" name="TextBox 554">
                  <a:extLst>
                    <a:ext uri="{FF2B5EF4-FFF2-40B4-BE49-F238E27FC236}">
                      <a16:creationId xmlns:a16="http://schemas.microsoft.com/office/drawing/2014/main" id="{8C05B7DF-35BD-505B-D874-7295F69E4222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5" name="TextBox 554">
                  <a:extLst>
                    <a:ext uri="{FF2B5EF4-FFF2-40B4-BE49-F238E27FC236}">
                      <a16:creationId xmlns:a16="http://schemas.microsoft.com/office/drawing/2014/main" id="{8C05B7DF-35BD-505B-D874-7295F69E42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13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63B03C14-9835-E230-D148-1CE63E13EBFD}"/>
              </a:ext>
            </a:extLst>
          </p:cNvPr>
          <p:cNvGrpSpPr/>
          <p:nvPr/>
        </p:nvGrpSpPr>
        <p:grpSpPr>
          <a:xfrm rot="16200000">
            <a:off x="9114312" y="21775299"/>
            <a:ext cx="3154146" cy="3647227"/>
            <a:chOff x="2467955" y="12636128"/>
            <a:chExt cx="3154146" cy="36472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7" name="TextBox 556">
                  <a:extLst>
                    <a:ext uri="{FF2B5EF4-FFF2-40B4-BE49-F238E27FC236}">
                      <a16:creationId xmlns:a16="http://schemas.microsoft.com/office/drawing/2014/main" id="{C9E55554-75DD-61A0-82C1-6F81D4B93B77}"/>
                    </a:ext>
                  </a:extLst>
                </p:cNvPr>
                <p:cNvSpPr txBox="1"/>
                <p:nvPr/>
              </p:nvSpPr>
              <p:spPr>
                <a:xfrm rot="5400000">
                  <a:off x="2380313" y="1575521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7" name="TextBox 556">
                  <a:extLst>
                    <a:ext uri="{FF2B5EF4-FFF2-40B4-BE49-F238E27FC236}">
                      <a16:creationId xmlns:a16="http://schemas.microsoft.com/office/drawing/2014/main" id="{C9E55554-75DD-61A0-82C1-6F81D4B93B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380313" y="15755219"/>
                  <a:ext cx="526170" cy="261610"/>
                </a:xfrm>
                <a:prstGeom prst="rect">
                  <a:avLst/>
                </a:prstGeom>
                <a:blipFill>
                  <a:blip r:embed="rId91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8" name="TextBox 557">
                  <a:extLst>
                    <a:ext uri="{FF2B5EF4-FFF2-40B4-BE49-F238E27FC236}">
                      <a16:creationId xmlns:a16="http://schemas.microsoft.com/office/drawing/2014/main" id="{1E12F745-BCF9-6513-37DC-5FA74B690AF8}"/>
                    </a:ext>
                  </a:extLst>
                </p:cNvPr>
                <p:cNvSpPr txBox="1"/>
                <p:nvPr/>
              </p:nvSpPr>
              <p:spPr>
                <a:xfrm rot="5400000"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8" name="TextBox 557">
                  <a:extLst>
                    <a:ext uri="{FF2B5EF4-FFF2-40B4-BE49-F238E27FC236}">
                      <a16:creationId xmlns:a16="http://schemas.microsoft.com/office/drawing/2014/main" id="{1E12F745-BCF9-6513-37DC-5FA74B690A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92"/>
                  <a:stretch>
                    <a:fillRect r="-238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9" name="TextBox 558">
                  <a:extLst>
                    <a:ext uri="{FF2B5EF4-FFF2-40B4-BE49-F238E27FC236}">
                      <a16:creationId xmlns:a16="http://schemas.microsoft.com/office/drawing/2014/main" id="{E1C102F3-3669-D7F5-FAC0-BB31EB6F1852}"/>
                    </a:ext>
                  </a:extLst>
                </p:cNvPr>
                <p:cNvSpPr txBox="1"/>
                <p:nvPr/>
              </p:nvSpPr>
              <p:spPr>
                <a:xfrm rot="5400000"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9" name="TextBox 558">
                  <a:extLst>
                    <a:ext uri="{FF2B5EF4-FFF2-40B4-BE49-F238E27FC236}">
                      <a16:creationId xmlns:a16="http://schemas.microsoft.com/office/drawing/2014/main" id="{E1C102F3-3669-D7F5-FAC0-BB31EB6F18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9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0" name="TextBox 559">
                  <a:extLst>
                    <a:ext uri="{FF2B5EF4-FFF2-40B4-BE49-F238E27FC236}">
                      <a16:creationId xmlns:a16="http://schemas.microsoft.com/office/drawing/2014/main" id="{13A806ED-4B84-E6A4-DC97-C6CEF42DE823}"/>
                    </a:ext>
                  </a:extLst>
                </p:cNvPr>
                <p:cNvSpPr txBox="1"/>
                <p:nvPr/>
              </p:nvSpPr>
              <p:spPr>
                <a:xfrm>
                  <a:off x="3615656" y="1561580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0" name="TextBox 559">
                  <a:extLst>
                    <a:ext uri="{FF2B5EF4-FFF2-40B4-BE49-F238E27FC236}">
                      <a16:creationId xmlns:a16="http://schemas.microsoft.com/office/drawing/2014/main" id="{13A806ED-4B84-E6A4-DC97-C6CEF42DE8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5656" y="15615801"/>
                  <a:ext cx="474810" cy="400110"/>
                </a:xfrm>
                <a:prstGeom prst="rect">
                  <a:avLst/>
                </a:prstGeom>
                <a:blipFill>
                  <a:blip r:embed="rId94"/>
                  <a:stretch>
                    <a:fillRect l="-6061" t="-17949" r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1" name="TextBox 560">
                  <a:extLst>
                    <a:ext uri="{FF2B5EF4-FFF2-40B4-BE49-F238E27FC236}">
                      <a16:creationId xmlns:a16="http://schemas.microsoft.com/office/drawing/2014/main" id="{149002B1-DC05-D4F1-BB4F-0222410F4470}"/>
                    </a:ext>
                  </a:extLst>
                </p:cNvPr>
                <p:cNvSpPr txBox="1"/>
                <p:nvPr/>
              </p:nvSpPr>
              <p:spPr>
                <a:xfrm rot="5400000">
                  <a:off x="4097485" y="15729495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1" name="TextBox 560">
                  <a:extLst>
                    <a:ext uri="{FF2B5EF4-FFF2-40B4-BE49-F238E27FC236}">
                      <a16:creationId xmlns:a16="http://schemas.microsoft.com/office/drawing/2014/main" id="{149002B1-DC05-D4F1-BB4F-0222410F44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097485" y="15729495"/>
                  <a:ext cx="772904" cy="261610"/>
                </a:xfrm>
                <a:prstGeom prst="rect">
                  <a:avLst/>
                </a:prstGeom>
                <a:blipFill>
                  <a:blip r:embed="rId95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2" name="TextBox 561">
                  <a:extLst>
                    <a:ext uri="{FF2B5EF4-FFF2-40B4-BE49-F238E27FC236}">
                      <a16:creationId xmlns:a16="http://schemas.microsoft.com/office/drawing/2014/main" id="{1B2022B3-6F36-DD2A-770B-7EA7CDADBBA8}"/>
                    </a:ext>
                  </a:extLst>
                </p:cNvPr>
                <p:cNvSpPr txBox="1"/>
                <p:nvPr/>
              </p:nvSpPr>
              <p:spPr>
                <a:xfrm rot="5400000">
                  <a:off x="2369717" y="14852095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2" name="TextBox 561">
                  <a:extLst>
                    <a:ext uri="{FF2B5EF4-FFF2-40B4-BE49-F238E27FC236}">
                      <a16:creationId xmlns:a16="http://schemas.microsoft.com/office/drawing/2014/main" id="{1B2022B3-6F36-DD2A-770B-7EA7CDADBB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369717" y="14852095"/>
                  <a:ext cx="526170" cy="261610"/>
                </a:xfrm>
                <a:prstGeom prst="rect">
                  <a:avLst/>
                </a:prstGeom>
                <a:blipFill>
                  <a:blip r:embed="rId96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3" name="TextBox 562">
                  <a:extLst>
                    <a:ext uri="{FF2B5EF4-FFF2-40B4-BE49-F238E27FC236}">
                      <a16:creationId xmlns:a16="http://schemas.microsoft.com/office/drawing/2014/main" id="{C49CA8FB-BEFB-AAE4-9028-91A2FFD50147}"/>
                    </a:ext>
                  </a:extLst>
                </p:cNvPr>
                <p:cNvSpPr txBox="1"/>
                <p:nvPr/>
              </p:nvSpPr>
              <p:spPr>
                <a:xfrm rot="5400000">
                  <a:off x="3292886" y="14862977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3" name="TextBox 562">
                  <a:extLst>
                    <a:ext uri="{FF2B5EF4-FFF2-40B4-BE49-F238E27FC236}">
                      <a16:creationId xmlns:a16="http://schemas.microsoft.com/office/drawing/2014/main" id="{C49CA8FB-BEFB-AAE4-9028-91A2FFD501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292886" y="14862977"/>
                  <a:ext cx="526170" cy="261610"/>
                </a:xfrm>
                <a:prstGeom prst="rect">
                  <a:avLst/>
                </a:prstGeom>
                <a:blipFill>
                  <a:blip r:embed="rId97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4" name="TextBox 563">
                  <a:extLst>
                    <a:ext uri="{FF2B5EF4-FFF2-40B4-BE49-F238E27FC236}">
                      <a16:creationId xmlns:a16="http://schemas.microsoft.com/office/drawing/2014/main" id="{C9EA4439-7A82-482A-A9FF-DBE05ACC8090}"/>
                    </a:ext>
                  </a:extLst>
                </p:cNvPr>
                <p:cNvSpPr txBox="1"/>
                <p:nvPr/>
              </p:nvSpPr>
              <p:spPr>
                <a:xfrm rot="5400000">
                  <a:off x="5011066" y="14895630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4" name="TextBox 563">
                  <a:extLst>
                    <a:ext uri="{FF2B5EF4-FFF2-40B4-BE49-F238E27FC236}">
                      <a16:creationId xmlns:a16="http://schemas.microsoft.com/office/drawing/2014/main" id="{C9EA4439-7A82-482A-A9FF-DBE05ACC80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011066" y="14895630"/>
                  <a:ext cx="772904" cy="261610"/>
                </a:xfrm>
                <a:prstGeom prst="rect">
                  <a:avLst/>
                </a:prstGeom>
                <a:blipFill>
                  <a:blip r:embed="rId98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5" name="TextBox 564">
                  <a:extLst>
                    <a:ext uri="{FF2B5EF4-FFF2-40B4-BE49-F238E27FC236}">
                      <a16:creationId xmlns:a16="http://schemas.microsoft.com/office/drawing/2014/main" id="{11ED7BD5-FD09-5F11-4A94-24D5BFD1A6E2}"/>
                    </a:ext>
                  </a:extLst>
                </p:cNvPr>
                <p:cNvSpPr txBox="1"/>
                <p:nvPr/>
              </p:nvSpPr>
              <p:spPr>
                <a:xfrm rot="5400000">
                  <a:off x="3306770" y="1437076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5" name="TextBox 564">
                  <a:extLst>
                    <a:ext uri="{FF2B5EF4-FFF2-40B4-BE49-F238E27FC236}">
                      <a16:creationId xmlns:a16="http://schemas.microsoft.com/office/drawing/2014/main" id="{11ED7BD5-FD09-5F11-4A94-24D5BFD1A6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306770" y="14370766"/>
                  <a:ext cx="474810" cy="400110"/>
                </a:xfrm>
                <a:prstGeom prst="rect">
                  <a:avLst/>
                </a:prstGeom>
                <a:blipFill>
                  <a:blip r:embed="rId99"/>
                  <a:stretch>
                    <a:fillRect t="-9375" r="-1794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6" name="TextBox 565">
                  <a:extLst>
                    <a:ext uri="{FF2B5EF4-FFF2-40B4-BE49-F238E27FC236}">
                      <a16:creationId xmlns:a16="http://schemas.microsoft.com/office/drawing/2014/main" id="{239A3F35-277E-C28D-5A4C-0CCEB5962950}"/>
                    </a:ext>
                  </a:extLst>
                </p:cNvPr>
                <p:cNvSpPr txBox="1"/>
                <p:nvPr/>
              </p:nvSpPr>
              <p:spPr>
                <a:xfrm rot="5400000">
                  <a:off x="4097775" y="14862977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6" name="TextBox 565">
                  <a:extLst>
                    <a:ext uri="{FF2B5EF4-FFF2-40B4-BE49-F238E27FC236}">
                      <a16:creationId xmlns:a16="http://schemas.microsoft.com/office/drawing/2014/main" id="{239A3F35-277E-C28D-5A4C-0CCEB59629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097775" y="14862977"/>
                  <a:ext cx="772904" cy="261610"/>
                </a:xfrm>
                <a:prstGeom prst="rect">
                  <a:avLst/>
                </a:prstGeom>
                <a:blipFill>
                  <a:blip r:embed="rId100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7" name="TextBox 566">
                  <a:extLst>
                    <a:ext uri="{FF2B5EF4-FFF2-40B4-BE49-F238E27FC236}">
                      <a16:creationId xmlns:a16="http://schemas.microsoft.com/office/drawing/2014/main" id="{C10A8F20-2E8B-E92E-6916-B87D033DC023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10085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7" name="TextBox 566">
                  <a:extLst>
                    <a:ext uri="{FF2B5EF4-FFF2-40B4-BE49-F238E27FC236}">
                      <a16:creationId xmlns:a16="http://schemas.microsoft.com/office/drawing/2014/main" id="{C10A8F20-2E8B-E92E-6916-B87D033DC0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10085"/>
                  <a:ext cx="474810" cy="400110"/>
                </a:xfrm>
                <a:prstGeom prst="rect">
                  <a:avLst/>
                </a:prstGeom>
                <a:blipFill>
                  <a:blip r:embed="rId51"/>
                  <a:stretch>
                    <a:fillRect t="-6061" r="-18421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8" name="TextBox 567">
                  <a:extLst>
                    <a:ext uri="{FF2B5EF4-FFF2-40B4-BE49-F238E27FC236}">
                      <a16:creationId xmlns:a16="http://schemas.microsoft.com/office/drawing/2014/main" id="{D3FBCA0F-2AEE-B9CE-F5A5-D637912483EC}"/>
                    </a:ext>
                  </a:extLst>
                </p:cNvPr>
                <p:cNvSpPr txBox="1"/>
                <p:nvPr/>
              </p:nvSpPr>
              <p:spPr>
                <a:xfrm rot="5400000">
                  <a:off x="5184641" y="14381402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8" name="TextBox 567">
                  <a:extLst>
                    <a:ext uri="{FF2B5EF4-FFF2-40B4-BE49-F238E27FC236}">
                      <a16:creationId xmlns:a16="http://schemas.microsoft.com/office/drawing/2014/main" id="{D3FBCA0F-2AEE-B9CE-F5A5-D637912483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84641" y="14381402"/>
                  <a:ext cx="474810" cy="400110"/>
                </a:xfrm>
                <a:prstGeom prst="rect">
                  <a:avLst/>
                </a:prstGeom>
                <a:blipFill>
                  <a:blip r:embed="rId101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9" name="TextBox 568">
                  <a:extLst>
                    <a:ext uri="{FF2B5EF4-FFF2-40B4-BE49-F238E27FC236}">
                      <a16:creationId xmlns:a16="http://schemas.microsoft.com/office/drawing/2014/main" id="{A89CF0C3-BF56-056C-F072-67952ED3781A}"/>
                    </a:ext>
                  </a:extLst>
                </p:cNvPr>
                <p:cNvSpPr txBox="1"/>
                <p:nvPr/>
              </p:nvSpPr>
              <p:spPr>
                <a:xfrm rot="5400000">
                  <a:off x="2236534" y="1390549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9" name="TextBox 568">
                  <a:extLst>
                    <a:ext uri="{FF2B5EF4-FFF2-40B4-BE49-F238E27FC236}">
                      <a16:creationId xmlns:a16="http://schemas.microsoft.com/office/drawing/2014/main" id="{A89CF0C3-BF56-056C-F072-67952ED378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236534" y="13905495"/>
                  <a:ext cx="796436" cy="261610"/>
                </a:xfrm>
                <a:prstGeom prst="rect">
                  <a:avLst/>
                </a:prstGeom>
                <a:blipFill>
                  <a:blip r:embed="rId102"/>
                  <a:stretch>
                    <a:fillRect r="-1587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0" name="TextBox 569">
                  <a:extLst>
                    <a:ext uri="{FF2B5EF4-FFF2-40B4-BE49-F238E27FC236}">
                      <a16:creationId xmlns:a16="http://schemas.microsoft.com/office/drawing/2014/main" id="{7A4E5634-4942-ECB8-0A36-AEEF854482BF}"/>
                    </a:ext>
                  </a:extLst>
                </p:cNvPr>
                <p:cNvSpPr txBox="1"/>
                <p:nvPr/>
              </p:nvSpPr>
              <p:spPr>
                <a:xfrm rot="5400000">
                  <a:off x="3169129" y="13917931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0" name="TextBox 569">
                  <a:extLst>
                    <a:ext uri="{FF2B5EF4-FFF2-40B4-BE49-F238E27FC236}">
                      <a16:creationId xmlns:a16="http://schemas.microsoft.com/office/drawing/2014/main" id="{7A4E5634-4942-ECB8-0A36-AEEF85448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169129" y="13917931"/>
                  <a:ext cx="796436" cy="261610"/>
                </a:xfrm>
                <a:prstGeom prst="rect">
                  <a:avLst/>
                </a:prstGeom>
                <a:blipFill>
                  <a:blip r:embed="rId103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1" name="TextBox 570">
                  <a:extLst>
                    <a:ext uri="{FF2B5EF4-FFF2-40B4-BE49-F238E27FC236}">
                      <a16:creationId xmlns:a16="http://schemas.microsoft.com/office/drawing/2014/main" id="{C18003FC-C588-399C-0E92-B711D738F610}"/>
                    </a:ext>
                  </a:extLst>
                </p:cNvPr>
                <p:cNvSpPr txBox="1"/>
                <p:nvPr/>
              </p:nvSpPr>
              <p:spPr>
                <a:xfrm rot="5400000">
                  <a:off x="4902940" y="13883718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1" name="TextBox 570">
                  <a:extLst>
                    <a:ext uri="{FF2B5EF4-FFF2-40B4-BE49-F238E27FC236}">
                      <a16:creationId xmlns:a16="http://schemas.microsoft.com/office/drawing/2014/main" id="{C18003FC-C588-399C-0E92-B711D738F6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902940" y="13883718"/>
                  <a:ext cx="1043171" cy="261610"/>
                </a:xfrm>
                <a:prstGeom prst="rect">
                  <a:avLst/>
                </a:prstGeom>
                <a:blipFill>
                  <a:blip r:embed="rId104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2" name="TextBox 571">
                  <a:extLst>
                    <a:ext uri="{FF2B5EF4-FFF2-40B4-BE49-F238E27FC236}">
                      <a16:creationId xmlns:a16="http://schemas.microsoft.com/office/drawing/2014/main" id="{34E7031E-F9A7-5C79-6D4F-21AED63563F9}"/>
                    </a:ext>
                  </a:extLst>
                </p:cNvPr>
                <p:cNvSpPr txBox="1"/>
                <p:nvPr/>
              </p:nvSpPr>
              <p:spPr>
                <a:xfrm rot="5400000">
                  <a:off x="3968492" y="13894604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2" name="TextBox 571">
                  <a:extLst>
                    <a:ext uri="{FF2B5EF4-FFF2-40B4-BE49-F238E27FC236}">
                      <a16:creationId xmlns:a16="http://schemas.microsoft.com/office/drawing/2014/main" id="{34E7031E-F9A7-5C79-6D4F-21AED63563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968492" y="13894604"/>
                  <a:ext cx="1043171" cy="261610"/>
                </a:xfrm>
                <a:prstGeom prst="rect">
                  <a:avLst/>
                </a:prstGeom>
                <a:blipFill>
                  <a:blip r:embed="rId105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3" name="TextBox 572">
                  <a:extLst>
                    <a:ext uri="{FF2B5EF4-FFF2-40B4-BE49-F238E27FC236}">
                      <a16:creationId xmlns:a16="http://schemas.microsoft.com/office/drawing/2014/main" id="{7A76AB8A-EAE2-5468-8B89-59EBB33E8A63}"/>
                    </a:ext>
                  </a:extLst>
                </p:cNvPr>
                <p:cNvSpPr txBox="1"/>
                <p:nvPr/>
              </p:nvSpPr>
              <p:spPr>
                <a:xfrm rot="5400000">
                  <a:off x="2238697" y="13026910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3" name="TextBox 572">
                  <a:extLst>
                    <a:ext uri="{FF2B5EF4-FFF2-40B4-BE49-F238E27FC236}">
                      <a16:creationId xmlns:a16="http://schemas.microsoft.com/office/drawing/2014/main" id="{7A76AB8A-EAE2-5468-8B89-59EBB33E8A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238697" y="13026910"/>
                  <a:ext cx="796436" cy="261610"/>
                </a:xfrm>
                <a:prstGeom prst="rect">
                  <a:avLst/>
                </a:prstGeom>
                <a:blipFill>
                  <a:blip r:embed="rId106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4" name="TextBox 573">
                  <a:extLst>
                    <a:ext uri="{FF2B5EF4-FFF2-40B4-BE49-F238E27FC236}">
                      <a16:creationId xmlns:a16="http://schemas.microsoft.com/office/drawing/2014/main" id="{B4E5F2DE-CBC3-F4AD-2229-E5211E8C18E1}"/>
                    </a:ext>
                  </a:extLst>
                </p:cNvPr>
                <p:cNvSpPr txBox="1"/>
                <p:nvPr/>
              </p:nvSpPr>
              <p:spPr>
                <a:xfrm rot="5400000">
                  <a:off x="3159453" y="13058261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4" name="TextBox 573">
                  <a:extLst>
                    <a:ext uri="{FF2B5EF4-FFF2-40B4-BE49-F238E27FC236}">
                      <a16:creationId xmlns:a16="http://schemas.microsoft.com/office/drawing/2014/main" id="{B4E5F2DE-CBC3-F4AD-2229-E5211E8C18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159453" y="13058261"/>
                  <a:ext cx="796436" cy="261610"/>
                </a:xfrm>
                <a:prstGeom prst="rect">
                  <a:avLst/>
                </a:prstGeom>
                <a:blipFill>
                  <a:blip r:embed="rId107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5" name="TextBox 574">
                  <a:extLst>
                    <a:ext uri="{FF2B5EF4-FFF2-40B4-BE49-F238E27FC236}">
                      <a16:creationId xmlns:a16="http://schemas.microsoft.com/office/drawing/2014/main" id="{60172260-6E7F-7975-6305-95738F766FC4}"/>
                    </a:ext>
                  </a:extLst>
                </p:cNvPr>
                <p:cNvSpPr txBox="1"/>
                <p:nvPr/>
              </p:nvSpPr>
              <p:spPr>
                <a:xfrm rot="5400000"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5" name="TextBox 574">
                  <a:extLst>
                    <a:ext uri="{FF2B5EF4-FFF2-40B4-BE49-F238E27FC236}">
                      <a16:creationId xmlns:a16="http://schemas.microsoft.com/office/drawing/2014/main" id="{60172260-6E7F-7975-6305-95738F766F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108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6" name="TextBox 575">
                  <a:extLst>
                    <a:ext uri="{FF2B5EF4-FFF2-40B4-BE49-F238E27FC236}">
                      <a16:creationId xmlns:a16="http://schemas.microsoft.com/office/drawing/2014/main" id="{F51103D0-89F1-570D-A933-0DB394D9161E}"/>
                    </a:ext>
                  </a:extLst>
                </p:cNvPr>
                <p:cNvSpPr txBox="1"/>
                <p:nvPr/>
              </p:nvSpPr>
              <p:spPr>
                <a:xfrm rot="5400000">
                  <a:off x="3959771" y="13026909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6" name="TextBox 575">
                  <a:extLst>
                    <a:ext uri="{FF2B5EF4-FFF2-40B4-BE49-F238E27FC236}">
                      <a16:creationId xmlns:a16="http://schemas.microsoft.com/office/drawing/2014/main" id="{F51103D0-89F1-570D-A933-0DB394D916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959771" y="13026909"/>
                  <a:ext cx="1043171" cy="261610"/>
                </a:xfrm>
                <a:prstGeom prst="rect">
                  <a:avLst/>
                </a:prstGeom>
                <a:blipFill>
                  <a:blip r:embed="rId109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7" name="TextBox 576">
                  <a:extLst>
                    <a:ext uri="{FF2B5EF4-FFF2-40B4-BE49-F238E27FC236}">
                      <a16:creationId xmlns:a16="http://schemas.microsoft.com/office/drawing/2014/main" id="{CFD5E385-C9B0-7BDD-6CB8-D7E8743AA983}"/>
                    </a:ext>
                  </a:extLst>
                </p:cNvPr>
                <p:cNvSpPr txBox="1"/>
                <p:nvPr/>
              </p:nvSpPr>
              <p:spPr>
                <a:xfrm rot="5400000">
                  <a:off x="4273407" y="14369632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7" name="TextBox 576">
                  <a:extLst>
                    <a:ext uri="{FF2B5EF4-FFF2-40B4-BE49-F238E27FC236}">
                      <a16:creationId xmlns:a16="http://schemas.microsoft.com/office/drawing/2014/main" id="{CFD5E385-C9B0-7BDD-6CB8-D7E8743AA9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273407" y="14369632"/>
                  <a:ext cx="474810" cy="400110"/>
                </a:xfrm>
                <a:prstGeom prst="rect">
                  <a:avLst/>
                </a:prstGeom>
                <a:blipFill>
                  <a:blip r:embed="rId110"/>
                  <a:stretch>
                    <a:fillRect t="-9091" r="-17949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8" name="TextBox 577">
                  <a:extLst>
                    <a:ext uri="{FF2B5EF4-FFF2-40B4-BE49-F238E27FC236}">
                      <a16:creationId xmlns:a16="http://schemas.microsoft.com/office/drawing/2014/main" id="{50D175E3-181F-2377-84F3-30AD588BC7E7}"/>
                    </a:ext>
                  </a:extLst>
                </p:cNvPr>
                <p:cNvSpPr txBox="1"/>
                <p:nvPr/>
              </p:nvSpPr>
              <p:spPr>
                <a:xfrm>
                  <a:off x="3625528" y="12926054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8" name="TextBox 577">
                  <a:extLst>
                    <a:ext uri="{FF2B5EF4-FFF2-40B4-BE49-F238E27FC236}">
                      <a16:creationId xmlns:a16="http://schemas.microsoft.com/office/drawing/2014/main" id="{50D175E3-181F-2377-84F3-30AD588BC7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5528" y="12926054"/>
                  <a:ext cx="474810" cy="400110"/>
                </a:xfrm>
                <a:prstGeom prst="rect">
                  <a:avLst/>
                </a:prstGeom>
                <a:blipFill>
                  <a:blip r:embed="rId94"/>
                  <a:stretch>
                    <a:fillRect l="-6061" t="-17949" r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79" name="TextBox 578">
            <a:extLst>
              <a:ext uri="{FF2B5EF4-FFF2-40B4-BE49-F238E27FC236}">
                <a16:creationId xmlns:a16="http://schemas.microsoft.com/office/drawing/2014/main" id="{150B1602-5044-A010-27A0-1667B3A43D1D}"/>
              </a:ext>
            </a:extLst>
          </p:cNvPr>
          <p:cNvSpPr txBox="1"/>
          <p:nvPr/>
        </p:nvSpPr>
        <p:spPr>
          <a:xfrm>
            <a:off x="7659398" y="12637962"/>
            <a:ext cx="3160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/>
              <a:t>Southern communication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1674C8-C638-1FE2-0AF5-7F65CF7B1EEC}"/>
              </a:ext>
            </a:extLst>
          </p:cNvPr>
          <p:cNvSpPr txBox="1"/>
          <p:nvPr/>
        </p:nvSpPr>
        <p:spPr>
          <a:xfrm>
            <a:off x="8317146" y="22275386"/>
            <a:ext cx="359394" cy="566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4FA430-6EC4-1EE4-8FF0-EBB87226D6B9}"/>
              </a:ext>
            </a:extLst>
          </p:cNvPr>
          <p:cNvCxnSpPr/>
          <p:nvPr/>
        </p:nvCxnSpPr>
        <p:spPr>
          <a:xfrm>
            <a:off x="14961143" y="26458055"/>
            <a:ext cx="26848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1E4B5C-F8E5-DE60-777F-2CEB76DA952D}"/>
              </a:ext>
            </a:extLst>
          </p:cNvPr>
          <p:cNvCxnSpPr>
            <a:cxnSpLocks/>
          </p:cNvCxnSpPr>
          <p:nvPr/>
        </p:nvCxnSpPr>
        <p:spPr>
          <a:xfrm rot="5400000">
            <a:off x="14982986" y="26419145"/>
            <a:ext cx="26848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1E314A-410D-68DA-8A81-25B3E83C14DD}"/>
              </a:ext>
            </a:extLst>
          </p:cNvPr>
          <p:cNvCxnSpPr>
            <a:cxnSpLocks/>
          </p:cNvCxnSpPr>
          <p:nvPr/>
        </p:nvCxnSpPr>
        <p:spPr>
          <a:xfrm flipH="1">
            <a:off x="15106405" y="25199473"/>
            <a:ext cx="2476906" cy="25074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0860F730-6D28-CE9E-3FBC-D4D8BE34F2F7}"/>
              </a:ext>
            </a:extLst>
          </p:cNvPr>
          <p:cNvSpPr/>
          <p:nvPr/>
        </p:nvSpPr>
        <p:spPr>
          <a:xfrm>
            <a:off x="16201368" y="26360780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C92DE5-C945-1C60-40D7-C2367CBCB607}"/>
              </a:ext>
            </a:extLst>
          </p:cNvPr>
          <p:cNvSpPr txBox="1"/>
          <p:nvPr/>
        </p:nvSpPr>
        <p:spPr>
          <a:xfrm>
            <a:off x="16437985" y="26538843"/>
            <a:ext cx="635110" cy="566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SP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9F478B2-8221-B3B4-BDEC-F1CDB8759807}"/>
                  </a:ext>
                </a:extLst>
              </p:cNvPr>
              <p:cNvSpPr txBox="1"/>
              <p:nvPr/>
            </p:nvSpPr>
            <p:spPr>
              <a:xfrm>
                <a:off x="13128991" y="26268550"/>
                <a:ext cx="17595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9F478B2-8221-B3B4-BDEC-F1CDB8759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8991" y="26268550"/>
                <a:ext cx="1759521" cy="369332"/>
              </a:xfrm>
              <a:prstGeom prst="rect">
                <a:avLst/>
              </a:prstGeom>
              <a:blipFill>
                <a:blip r:embed="rId1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25D8F0F-384F-23A3-4EC5-1AEF3F93F9DF}"/>
                  </a:ext>
                </a:extLst>
              </p:cNvPr>
              <p:cNvSpPr txBox="1"/>
              <p:nvPr/>
            </p:nvSpPr>
            <p:spPr>
              <a:xfrm>
                <a:off x="15406732" y="24648951"/>
                <a:ext cx="17595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25D8F0F-384F-23A3-4EC5-1AEF3F93F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6732" y="24648951"/>
                <a:ext cx="1759521" cy="369332"/>
              </a:xfrm>
              <a:prstGeom prst="rect">
                <a:avLst/>
              </a:prstGeom>
              <a:blipFill>
                <a:blip r:embed="rId1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EAA06A9-B07A-F4C9-6299-BC37C7A0AB48}"/>
                  </a:ext>
                </a:extLst>
              </p:cNvPr>
              <p:cNvSpPr txBox="1"/>
              <p:nvPr/>
            </p:nvSpPr>
            <p:spPr>
              <a:xfrm>
                <a:off x="17544402" y="24851225"/>
                <a:ext cx="17595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EAA06A9-B07A-F4C9-6299-BC37C7A0A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4402" y="24851225"/>
                <a:ext cx="1759521" cy="369332"/>
              </a:xfrm>
              <a:prstGeom prst="rect">
                <a:avLst/>
              </a:prstGeom>
              <a:blipFill>
                <a:blip r:embed="rId1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F767265-C007-E667-40F3-A8D68BE633ED}"/>
                  </a:ext>
                </a:extLst>
              </p:cNvPr>
              <p:cNvSpPr txBox="1"/>
              <p:nvPr/>
            </p:nvSpPr>
            <p:spPr>
              <a:xfrm>
                <a:off x="17626523" y="26241705"/>
                <a:ext cx="17595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F767265-C007-E667-40F3-A8D68BE63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6523" y="26241705"/>
                <a:ext cx="1759521" cy="369332"/>
              </a:xfrm>
              <a:prstGeom prst="rect">
                <a:avLst/>
              </a:prstGeom>
              <a:blipFill>
                <a:blip r:embed="rId1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5DD15F0-A1E7-BB35-F0C8-646FA931EF92}"/>
                  </a:ext>
                </a:extLst>
              </p:cNvPr>
              <p:cNvSpPr txBox="1"/>
              <p:nvPr/>
            </p:nvSpPr>
            <p:spPr>
              <a:xfrm>
                <a:off x="15558224" y="27777414"/>
                <a:ext cx="17595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5DD15F0-A1E7-BB35-F0C8-646FA931E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58224" y="27777414"/>
                <a:ext cx="1759521" cy="369332"/>
              </a:xfrm>
              <a:prstGeom prst="rect">
                <a:avLst/>
              </a:prstGeom>
              <a:blipFill>
                <a:blip r:embed="rId1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B53631C0-49C4-7F15-6932-91B74A926BB8}"/>
              </a:ext>
            </a:extLst>
          </p:cNvPr>
          <p:cNvSpPr txBox="1"/>
          <p:nvPr/>
        </p:nvSpPr>
        <p:spPr>
          <a:xfrm>
            <a:off x="14625593" y="27619569"/>
            <a:ext cx="597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void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275A88-3687-84E1-454E-056EE637305E}"/>
              </a:ext>
            </a:extLst>
          </p:cNvPr>
          <p:cNvCxnSpPr>
            <a:cxnSpLocks/>
          </p:cNvCxnSpPr>
          <p:nvPr/>
        </p:nvCxnSpPr>
        <p:spPr>
          <a:xfrm flipV="1">
            <a:off x="11887200" y="20210585"/>
            <a:ext cx="1535723" cy="16177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47D9EF4-4DA0-B8D5-2AEE-B382EF5694E2}"/>
              </a:ext>
            </a:extLst>
          </p:cNvPr>
          <p:cNvCxnSpPr>
            <a:cxnSpLocks/>
          </p:cNvCxnSpPr>
          <p:nvPr/>
        </p:nvCxnSpPr>
        <p:spPr>
          <a:xfrm>
            <a:off x="11713627" y="21598453"/>
            <a:ext cx="17092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A26482E-965F-431D-30C8-C4A7DE4A053D}"/>
              </a:ext>
            </a:extLst>
          </p:cNvPr>
          <p:cNvCxnSpPr>
            <a:cxnSpLocks/>
          </p:cNvCxnSpPr>
          <p:nvPr/>
        </p:nvCxnSpPr>
        <p:spPr>
          <a:xfrm>
            <a:off x="13029064" y="20338566"/>
            <a:ext cx="47997" cy="1489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A48B7E5-4329-F723-FF23-C8F3F76F49D7}"/>
              </a:ext>
            </a:extLst>
          </p:cNvPr>
          <p:cNvCxnSpPr>
            <a:cxnSpLocks/>
            <a:stCxn id="518" idx="0"/>
          </p:cNvCxnSpPr>
          <p:nvPr/>
        </p:nvCxnSpPr>
        <p:spPr>
          <a:xfrm flipH="1">
            <a:off x="12120901" y="20287615"/>
            <a:ext cx="12443" cy="23601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A491F39-E268-4929-3E40-05003D7CAB61}"/>
              </a:ext>
            </a:extLst>
          </p:cNvPr>
          <p:cNvCxnSpPr>
            <a:cxnSpLocks/>
            <a:stCxn id="257" idx="7"/>
          </p:cNvCxnSpPr>
          <p:nvPr/>
        </p:nvCxnSpPr>
        <p:spPr>
          <a:xfrm flipH="1">
            <a:off x="11900465" y="21509974"/>
            <a:ext cx="1261268" cy="11377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D0A57173-5115-69EA-31B6-E870E985AEE1}"/>
              </a:ext>
            </a:extLst>
          </p:cNvPr>
          <p:cNvCxnSpPr>
            <a:cxnSpLocks/>
          </p:cNvCxnSpPr>
          <p:nvPr/>
        </p:nvCxnSpPr>
        <p:spPr>
          <a:xfrm>
            <a:off x="8991453" y="20668799"/>
            <a:ext cx="53437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6" name="TextBox 455">
            <a:extLst>
              <a:ext uri="{FF2B5EF4-FFF2-40B4-BE49-F238E27FC236}">
                <a16:creationId xmlns:a16="http://schemas.microsoft.com/office/drawing/2014/main" id="{F54A5F3E-F0E3-F6C5-9B76-85CF7D4920F9}"/>
              </a:ext>
            </a:extLst>
          </p:cNvPr>
          <p:cNvSpPr txBox="1"/>
          <p:nvPr/>
        </p:nvSpPr>
        <p:spPr>
          <a:xfrm>
            <a:off x="13679199" y="21506798"/>
            <a:ext cx="1590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(L-1,0,s+1,XZ)</a:t>
            </a: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EFCC1ED9-54A6-53D8-9804-546DB5ED34EF}"/>
              </a:ext>
            </a:extLst>
          </p:cNvPr>
          <p:cNvCxnSpPr>
            <a:cxnSpLocks/>
          </p:cNvCxnSpPr>
          <p:nvPr/>
        </p:nvCxnSpPr>
        <p:spPr>
          <a:xfrm>
            <a:off x="8964281" y="21589802"/>
            <a:ext cx="17092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Connector 458">
            <a:extLst>
              <a:ext uri="{FF2B5EF4-FFF2-40B4-BE49-F238E27FC236}">
                <a16:creationId xmlns:a16="http://schemas.microsoft.com/office/drawing/2014/main" id="{7E36D620-70F1-E105-4CDA-5974934282FF}"/>
              </a:ext>
            </a:extLst>
          </p:cNvPr>
          <p:cNvCxnSpPr>
            <a:cxnSpLocks/>
          </p:cNvCxnSpPr>
          <p:nvPr/>
        </p:nvCxnSpPr>
        <p:spPr>
          <a:xfrm flipH="1">
            <a:off x="9371555" y="20278964"/>
            <a:ext cx="12443" cy="23601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AEC8D0BA-8ED3-1D18-0B89-ECEEA2AE1C1C}"/>
              </a:ext>
            </a:extLst>
          </p:cNvPr>
          <p:cNvCxnSpPr>
            <a:cxnSpLocks/>
          </p:cNvCxnSpPr>
          <p:nvPr/>
        </p:nvCxnSpPr>
        <p:spPr>
          <a:xfrm flipH="1">
            <a:off x="9151119" y="21501323"/>
            <a:ext cx="1261268" cy="11377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D2585098-EA93-4C4E-D490-4F5F80B4DD51}"/>
              </a:ext>
            </a:extLst>
          </p:cNvPr>
          <p:cNvCxnSpPr>
            <a:cxnSpLocks/>
          </p:cNvCxnSpPr>
          <p:nvPr/>
        </p:nvCxnSpPr>
        <p:spPr>
          <a:xfrm flipV="1">
            <a:off x="9078991" y="20303140"/>
            <a:ext cx="1535723" cy="16177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5F32AA2C-F8D0-C033-784B-6EE7A1877197}"/>
              </a:ext>
            </a:extLst>
          </p:cNvPr>
          <p:cNvCxnSpPr>
            <a:cxnSpLocks/>
          </p:cNvCxnSpPr>
          <p:nvPr/>
        </p:nvCxnSpPr>
        <p:spPr>
          <a:xfrm>
            <a:off x="10299518" y="20308531"/>
            <a:ext cx="47997" cy="14898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6EC153-3A22-9C56-9A98-94BAA564E86C}"/>
              </a:ext>
            </a:extLst>
          </p:cNvPr>
          <p:cNvSpPr txBox="1"/>
          <p:nvPr/>
        </p:nvSpPr>
        <p:spPr>
          <a:xfrm>
            <a:off x="17943918" y="27522294"/>
            <a:ext cx="2884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(POLE NOT IMPLEMENTED)</a:t>
            </a:r>
          </a:p>
        </p:txBody>
      </p:sp>
    </p:spTree>
    <p:extLst>
      <p:ext uri="{BB962C8B-B14F-4D97-AF65-F5344CB8AC3E}">
        <p14:creationId xmlns:p14="http://schemas.microsoft.com/office/powerpoint/2010/main" val="13122729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F06C6-D171-B33D-C830-6F13490DA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292">
            <a:extLst>
              <a:ext uri="{FF2B5EF4-FFF2-40B4-BE49-F238E27FC236}">
                <a16:creationId xmlns:a16="http://schemas.microsoft.com/office/drawing/2014/main" id="{9996A91D-369F-5500-B484-B3066EADFB36}"/>
              </a:ext>
            </a:extLst>
          </p:cNvPr>
          <p:cNvSpPr/>
          <p:nvPr/>
        </p:nvSpPr>
        <p:spPr>
          <a:xfrm>
            <a:off x="8895915" y="14717355"/>
            <a:ext cx="3649037" cy="36490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F104C86F-C134-7CFA-53B6-A93F315F5F13}"/>
                  </a:ext>
                </a:extLst>
              </p:cNvPr>
              <p:cNvSpPr txBox="1"/>
              <p:nvPr/>
            </p:nvSpPr>
            <p:spPr>
              <a:xfrm>
                <a:off x="10323538" y="16280886"/>
                <a:ext cx="1256819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F104C86F-C134-7CFA-53B6-A93F315F5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3538" y="16280886"/>
                <a:ext cx="1256819" cy="566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FE1C05F-4C50-2F8A-CD5D-EE2242170299}"/>
              </a:ext>
            </a:extLst>
          </p:cNvPr>
          <p:cNvSpPr/>
          <p:nvPr/>
        </p:nvSpPr>
        <p:spPr>
          <a:xfrm>
            <a:off x="5205754" y="22047614"/>
            <a:ext cx="3652800" cy="3652800"/>
          </a:xfrm>
          <a:prstGeom prst="rect">
            <a:avLst/>
          </a:prstGeom>
          <a:pattFill prst="pct40">
            <a:fgClr>
              <a:schemeClr val="accent2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3284F7-5E72-DF5F-0E00-75E4BC0A16FC}"/>
              </a:ext>
            </a:extLst>
          </p:cNvPr>
          <p:cNvSpPr/>
          <p:nvPr/>
        </p:nvSpPr>
        <p:spPr>
          <a:xfrm>
            <a:off x="5209518" y="18372745"/>
            <a:ext cx="3649037" cy="3649037"/>
          </a:xfrm>
          <a:prstGeom prst="rect">
            <a:avLst/>
          </a:prstGeom>
          <a:pattFill prst="pct4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889C0F-5905-A965-78B8-195CDDCF9943}"/>
              </a:ext>
            </a:extLst>
          </p:cNvPr>
          <p:cNvSpPr/>
          <p:nvPr/>
        </p:nvSpPr>
        <p:spPr>
          <a:xfrm>
            <a:off x="5209517" y="183727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49AE56C-97A6-CA4D-3E91-269282DED9FF}"/>
              </a:ext>
            </a:extLst>
          </p:cNvPr>
          <p:cNvGrpSpPr/>
          <p:nvPr/>
        </p:nvGrpSpPr>
        <p:grpSpPr>
          <a:xfrm>
            <a:off x="5559236" y="18716846"/>
            <a:ext cx="3027141" cy="2995860"/>
            <a:chOff x="1386039" y="1479887"/>
            <a:chExt cx="3027141" cy="299586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F42D213-80D9-D0EB-9C6A-DC90C41586D8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BE9FCBF-A9D9-3FAE-E825-9C8B5B88894B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E31F46F-4C33-DDD4-F845-C603B0878CD0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592BA4D-9FF8-77CE-7CD0-6BC8C2261CBD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0CD371B-7D88-59FE-E543-8540B28F5636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ABBDA3C-94F5-A9B7-5A99-838DF86737A5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A2495BD-B0E9-186E-4138-BE7813544525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6D9D3AA-6B52-3864-6067-E989FF324FEB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EF392A-1566-FCA5-DCE1-196E0D63B2B4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CD91E53-008A-7516-A8B0-EE7EFE5BB664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247574E-BC84-19C1-6D76-D18C5205223D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03491D3-0C31-41B2-4C9E-9709DBFCA6D8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115BF3A-E155-F02C-F0FF-F4AA16F76046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9D9D731-EB4F-D618-2FF3-8CA4168EABA8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11948C0-0811-7C4D-0AA5-4EE46B4B598F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B447932-AF5F-F7E5-1AC2-EAE8CAF284CB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5B0BAF1E-977D-35BD-88D1-CEB0BF57D973}"/>
              </a:ext>
            </a:extLst>
          </p:cNvPr>
          <p:cNvSpPr/>
          <p:nvPr/>
        </p:nvSpPr>
        <p:spPr>
          <a:xfrm>
            <a:off x="5208256" y="2202813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4C2B37-1DCF-D558-4609-4FEC51AF0D50}"/>
              </a:ext>
            </a:extLst>
          </p:cNvPr>
          <p:cNvGrpSpPr/>
          <p:nvPr/>
        </p:nvGrpSpPr>
        <p:grpSpPr>
          <a:xfrm>
            <a:off x="5557975" y="22372236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6146CFC-EDF6-CE9E-54FD-CDFA9371CED9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659FF85-3762-5EEF-459C-06684A57B0F8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620D493-1AB8-170F-F854-C459BD9B9C41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70D2BD8-0062-0FED-8C82-F05A2EAC35E3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D397DD5-8DE8-106C-901E-A28D0DB05ABA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C065038-C633-70AE-5FB6-3C6A1B186696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88C2647-E741-D75C-4CFA-5CD179F38C22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3DD0E339-E8AD-A846-06DD-A6D3420FCB54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B58298F-D9BE-B929-323F-7A02F93720E1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426CAC4E-2D05-7DA8-2791-DA572996435A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2A42D41-B0D6-6FA0-0870-AB2955D6651A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D9108BB-1A47-9485-B52A-CE27040B9351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E2BD9E4-EB57-3A5A-5571-42447FB26594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1E2A6D1-0CCF-C1E3-18B0-63AA89A64559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78B5C25-6D2D-D5FE-CA95-19690E28D5C0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3392457B-B307-8348-981B-9A1EE8B99D8E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23279F5A-C00A-9E9A-DAE5-9F14FE1BCAAB}"/>
                  </a:ext>
                </a:extLst>
              </p:cNvPr>
              <p:cNvSpPr txBox="1"/>
              <p:nvPr/>
            </p:nvSpPr>
            <p:spPr>
              <a:xfrm>
                <a:off x="5914683" y="12704403"/>
                <a:ext cx="1215269" cy="566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23279F5A-C00A-9E9A-DAE5-9F14FE1BC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683" y="12704403"/>
                <a:ext cx="1215269" cy="5661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DAE2D8D0-74DE-DD7D-4A22-4D27CBC23248}"/>
                  </a:ext>
                </a:extLst>
              </p:cNvPr>
              <p:cNvSpPr txBox="1"/>
              <p:nvPr/>
            </p:nvSpPr>
            <p:spPr>
              <a:xfrm>
                <a:off x="6392286" y="23551262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DAE2D8D0-74DE-DD7D-4A22-4D27CBC23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286" y="23551262"/>
                <a:ext cx="1945341" cy="5661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0AEA1063-B484-43CE-885C-4B340CEEAEC3}"/>
                  </a:ext>
                </a:extLst>
              </p:cNvPr>
              <p:cNvSpPr txBox="1"/>
              <p:nvPr/>
            </p:nvSpPr>
            <p:spPr>
              <a:xfrm>
                <a:off x="5910822" y="12328718"/>
                <a:ext cx="2407647" cy="566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MPI=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.1.∗∗.1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0AEA1063-B484-43CE-885C-4B340CEEA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822" y="12328718"/>
                <a:ext cx="2407647" cy="566181"/>
              </a:xfrm>
              <a:prstGeom prst="rect">
                <a:avLst/>
              </a:prstGeom>
              <a:blipFill>
                <a:blip r:embed="rId6"/>
                <a:stretch>
                  <a:fillRect l="-2094" t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D211A67E-6AC2-C5F0-A3C9-9BB9A98C34AB}"/>
                  </a:ext>
                </a:extLst>
              </p:cNvPr>
              <p:cNvSpPr txBox="1"/>
              <p:nvPr/>
            </p:nvSpPr>
            <p:spPr>
              <a:xfrm>
                <a:off x="5887201" y="11928308"/>
                <a:ext cx="3032818" cy="566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Lattice=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.∗.10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D211A67E-6AC2-C5F0-A3C9-9BB9A98C3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201" y="11928308"/>
                <a:ext cx="3032818" cy="566181"/>
              </a:xfrm>
              <a:prstGeom prst="rect">
                <a:avLst/>
              </a:prstGeom>
              <a:blipFill>
                <a:blip r:embed="rId7"/>
                <a:stretch>
                  <a:fillRect l="-1667" t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7" name="Oval 256">
            <a:extLst>
              <a:ext uri="{FF2B5EF4-FFF2-40B4-BE49-F238E27FC236}">
                <a16:creationId xmlns:a16="http://schemas.microsoft.com/office/drawing/2014/main" id="{FA61FA8D-CED8-26FE-375F-8937A79A07CB}"/>
              </a:ext>
            </a:extLst>
          </p:cNvPr>
          <p:cNvSpPr/>
          <p:nvPr/>
        </p:nvSpPr>
        <p:spPr>
          <a:xfrm>
            <a:off x="13984521" y="22559200"/>
            <a:ext cx="250257" cy="250257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068E3747-C76B-0B55-49B3-580B9A9A6395}"/>
              </a:ext>
            </a:extLst>
          </p:cNvPr>
          <p:cNvSpPr txBox="1"/>
          <p:nvPr/>
        </p:nvSpPr>
        <p:spPr>
          <a:xfrm>
            <a:off x="14221138" y="22737263"/>
            <a:ext cx="635110" cy="566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SP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AEA40EF5-7771-C5D4-9421-B9C544DB3B4E}"/>
              </a:ext>
            </a:extLst>
          </p:cNvPr>
          <p:cNvSpPr/>
          <p:nvPr/>
        </p:nvSpPr>
        <p:spPr>
          <a:xfrm>
            <a:off x="7398730" y="14090837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9955C6B9-D1E5-E052-41C3-E5D54BBD797A}"/>
              </a:ext>
            </a:extLst>
          </p:cNvPr>
          <p:cNvSpPr txBox="1"/>
          <p:nvPr/>
        </p:nvSpPr>
        <p:spPr>
          <a:xfrm>
            <a:off x="7635348" y="14268900"/>
            <a:ext cx="691215" cy="566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2D17E98F-1BAB-62D3-92A7-CBE529FD6D34}"/>
                  </a:ext>
                </a:extLst>
              </p:cNvPr>
              <p:cNvSpPr txBox="1"/>
              <p:nvPr/>
            </p:nvSpPr>
            <p:spPr>
              <a:xfrm>
                <a:off x="6442271" y="19936276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2D17E98F-1BAB-62D3-92A7-CBE529FD6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2271" y="19936276"/>
                <a:ext cx="1945341" cy="5661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2" name="Rectangle 291">
            <a:extLst>
              <a:ext uri="{FF2B5EF4-FFF2-40B4-BE49-F238E27FC236}">
                <a16:creationId xmlns:a16="http://schemas.microsoft.com/office/drawing/2014/main" id="{AE3B372C-9E16-C82F-A0E4-3AC595ACFA39}"/>
              </a:ext>
            </a:extLst>
          </p:cNvPr>
          <p:cNvSpPr/>
          <p:nvPr/>
        </p:nvSpPr>
        <p:spPr>
          <a:xfrm>
            <a:off x="8892151" y="18392224"/>
            <a:ext cx="3652800" cy="3652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8521E32F-6504-8FCD-84B6-E32EBC8F115F}"/>
              </a:ext>
            </a:extLst>
          </p:cNvPr>
          <p:cNvSpPr/>
          <p:nvPr/>
        </p:nvSpPr>
        <p:spPr>
          <a:xfrm>
            <a:off x="8895914" y="147173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6A638EC1-5817-FDFB-A29F-6625FB73DFA5}"/>
              </a:ext>
            </a:extLst>
          </p:cNvPr>
          <p:cNvGrpSpPr/>
          <p:nvPr/>
        </p:nvGrpSpPr>
        <p:grpSpPr>
          <a:xfrm>
            <a:off x="9245633" y="15061456"/>
            <a:ext cx="3027141" cy="2995860"/>
            <a:chOff x="1386039" y="1479887"/>
            <a:chExt cx="3027141" cy="2995860"/>
          </a:xfrm>
        </p:grpSpPr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BB09A44B-44F8-7406-13E0-9550D20D2C89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84710A1D-91DE-485C-5D33-67003D8964B0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5909DF4C-31B7-81BD-057C-B4374543361D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B1B0CD66-7D97-31EF-FE54-0E41D5E704CE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5A0F637C-7B22-C373-C9A7-4D5A88532ED3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Oval 300">
              <a:extLst>
                <a:ext uri="{FF2B5EF4-FFF2-40B4-BE49-F238E27FC236}">
                  <a16:creationId xmlns:a16="http://schemas.microsoft.com/office/drawing/2014/main" id="{E297F411-A576-2800-E1F7-4AF97C88AEE7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E89F9002-90B8-AAAA-7413-82DC7270F901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99EA804C-3C51-62B6-B2B9-C08DBF69C5CD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65A264DD-2578-4562-CE24-CE346C5FCD7E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A2A2FFFC-5C81-B58E-AD4A-36903D4CEF1F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2C100670-8331-31EE-B3B8-B69115A7EB98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561A943D-658F-BE3C-F27D-B775B3C2DD0D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443E81F1-B4C6-339E-6DA9-9A47155EDCC3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428925D5-1A92-F428-02B9-C5FA264EB13A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E13C092C-7E84-220D-B7BE-EA576DB68745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E1E3A116-F50A-3C29-EA67-BCB529898F4F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2" name="Rectangle 311">
            <a:extLst>
              <a:ext uri="{FF2B5EF4-FFF2-40B4-BE49-F238E27FC236}">
                <a16:creationId xmlns:a16="http://schemas.microsoft.com/office/drawing/2014/main" id="{8604ADCD-5F56-2DA8-1492-831DDFF32BB5}"/>
              </a:ext>
            </a:extLst>
          </p:cNvPr>
          <p:cNvSpPr/>
          <p:nvPr/>
        </p:nvSpPr>
        <p:spPr>
          <a:xfrm>
            <a:off x="8894653" y="183727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D919EF1E-9E96-5E26-C60D-9A54E225DDC8}"/>
              </a:ext>
            </a:extLst>
          </p:cNvPr>
          <p:cNvGrpSpPr/>
          <p:nvPr/>
        </p:nvGrpSpPr>
        <p:grpSpPr>
          <a:xfrm>
            <a:off x="9244372" y="18716846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58861FC4-E025-F2F2-0931-334723106EF1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87914F2C-F10F-EA9F-6D8C-6A66BA6E5E8C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7BA2988F-9F17-C637-9969-D268A0844952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A252E08A-2AF4-31E9-0874-4D1A3A0E57B4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B76B0C45-29E0-A293-0BE3-B0E3F4330F88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Oval 318">
              <a:extLst>
                <a:ext uri="{FF2B5EF4-FFF2-40B4-BE49-F238E27FC236}">
                  <a16:creationId xmlns:a16="http://schemas.microsoft.com/office/drawing/2014/main" id="{3CA5BC65-60CA-E4AD-2CCB-AEBC4E57AF7C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00CDD33B-CD58-984F-D67F-4AB793F32B06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9F023556-2FBD-8777-C1E3-6AD4CCF0C977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5EBBDE04-2567-E56D-C2A5-A28959929EE2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682CC1DD-0551-9241-A8F3-831DC8FD2E08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6684F661-9F9E-96D8-92DB-EEDDFF81F560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535A9DC2-1F52-E850-C674-07D1AB66F715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5640B587-E627-9936-8472-24305CEBB104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0FE53AFA-8D3D-7458-87AD-701D206B79C5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73D2B7F9-F12B-B7B0-8D99-ED52E4DC7256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B753A184-07DA-2C07-2A48-5487113AAE8A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D7248C3B-B8A9-56A0-9154-B3DB83713187}"/>
                  </a:ext>
                </a:extLst>
              </p:cNvPr>
              <p:cNvSpPr txBox="1"/>
              <p:nvPr/>
            </p:nvSpPr>
            <p:spPr>
              <a:xfrm>
                <a:off x="10104285" y="19914793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D7248C3B-B8A9-56A0-9154-B3DB83713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4285" y="19914793"/>
                <a:ext cx="1945341" cy="5661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4" name="Group 353">
            <a:extLst>
              <a:ext uri="{FF2B5EF4-FFF2-40B4-BE49-F238E27FC236}">
                <a16:creationId xmlns:a16="http://schemas.microsoft.com/office/drawing/2014/main" id="{29FE614D-C22C-093C-42D1-34AA16EAC495}"/>
              </a:ext>
            </a:extLst>
          </p:cNvPr>
          <p:cNvGrpSpPr/>
          <p:nvPr/>
        </p:nvGrpSpPr>
        <p:grpSpPr>
          <a:xfrm>
            <a:off x="8920345" y="14725055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5" name="TextBox 354">
                  <a:extLst>
                    <a:ext uri="{FF2B5EF4-FFF2-40B4-BE49-F238E27FC236}">
                      <a16:creationId xmlns:a16="http://schemas.microsoft.com/office/drawing/2014/main" id="{39B3A0E9-E2FE-7B78-AC20-9BF07E733C3E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5" name="TextBox 354">
                  <a:extLst>
                    <a:ext uri="{FF2B5EF4-FFF2-40B4-BE49-F238E27FC236}">
                      <a16:creationId xmlns:a16="http://schemas.microsoft.com/office/drawing/2014/main" id="{39B3A0E9-E2FE-7B78-AC20-9BF07E733C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10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6" name="TextBox 355">
                  <a:extLst>
                    <a:ext uri="{FF2B5EF4-FFF2-40B4-BE49-F238E27FC236}">
                      <a16:creationId xmlns:a16="http://schemas.microsoft.com/office/drawing/2014/main" id="{1B5F5605-3730-19F3-EB76-4C6B0E2E5D2D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6" name="TextBox 355">
                  <a:extLst>
                    <a:ext uri="{FF2B5EF4-FFF2-40B4-BE49-F238E27FC236}">
                      <a16:creationId xmlns:a16="http://schemas.microsoft.com/office/drawing/2014/main" id="{1B5F5605-3730-19F3-EB76-4C6B0E2E5D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11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7" name="TextBox 356">
                  <a:extLst>
                    <a:ext uri="{FF2B5EF4-FFF2-40B4-BE49-F238E27FC236}">
                      <a16:creationId xmlns:a16="http://schemas.microsoft.com/office/drawing/2014/main" id="{ECB1725C-DB40-33D5-5645-BA6A2DCD5976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7" name="TextBox 356">
                  <a:extLst>
                    <a:ext uri="{FF2B5EF4-FFF2-40B4-BE49-F238E27FC236}">
                      <a16:creationId xmlns:a16="http://schemas.microsoft.com/office/drawing/2014/main" id="{ECB1725C-DB40-33D5-5645-BA6A2DCD59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12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8" name="TextBox 357">
                  <a:extLst>
                    <a:ext uri="{FF2B5EF4-FFF2-40B4-BE49-F238E27FC236}">
                      <a16:creationId xmlns:a16="http://schemas.microsoft.com/office/drawing/2014/main" id="{7432F30D-81A1-5ADF-1289-DA626D30B74B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8" name="TextBox 357">
                  <a:extLst>
                    <a:ext uri="{FF2B5EF4-FFF2-40B4-BE49-F238E27FC236}">
                      <a16:creationId xmlns:a16="http://schemas.microsoft.com/office/drawing/2014/main" id="{7432F30D-81A1-5ADF-1289-DA626D30B7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13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70B49EBB-B8A5-6085-330F-A78F878165AF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70B49EBB-B8A5-6085-330F-A78F878165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14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85C5C0C4-F695-0317-2EA8-8CC3BCB68979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85C5C0C4-F695-0317-2EA8-8CC3BCB689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15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1" name="TextBox 360">
                  <a:extLst>
                    <a:ext uri="{FF2B5EF4-FFF2-40B4-BE49-F238E27FC236}">
                      <a16:creationId xmlns:a16="http://schemas.microsoft.com/office/drawing/2014/main" id="{3C2BC97B-4053-6384-BB55-F549D07A3CBE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1" name="TextBox 360">
                  <a:extLst>
                    <a:ext uri="{FF2B5EF4-FFF2-40B4-BE49-F238E27FC236}">
                      <a16:creationId xmlns:a16="http://schemas.microsoft.com/office/drawing/2014/main" id="{3C2BC97B-4053-6384-BB55-F549D07A3C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16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F1932166-BF05-79A6-7DA2-57D689994D78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F1932166-BF05-79A6-7DA2-57D689994D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17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12AA5A5B-90BD-BDE6-E51A-FFF890A06C96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12AA5A5B-90BD-BDE6-E51A-FFF890A06C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13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63C1C553-9782-1EF0-D625-D341C7FDEF1F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63C1C553-9782-1EF0-D625-D341C7FDEF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18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5" name="TextBox 364">
                  <a:extLst>
                    <a:ext uri="{FF2B5EF4-FFF2-40B4-BE49-F238E27FC236}">
                      <a16:creationId xmlns:a16="http://schemas.microsoft.com/office/drawing/2014/main" id="{9C535D6B-D651-828F-583A-10E86AC15904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5" name="TextBox 364">
                  <a:extLst>
                    <a:ext uri="{FF2B5EF4-FFF2-40B4-BE49-F238E27FC236}">
                      <a16:creationId xmlns:a16="http://schemas.microsoft.com/office/drawing/2014/main" id="{9C535D6B-D651-828F-583A-10E86AC159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19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EA13971F-BECB-FEE2-899D-E495DC0B1391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EA13971F-BECB-FEE2-899D-E495DC0B13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20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F0D60C3B-4ECB-2BE5-8989-67D89E9987AE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F0D60C3B-4ECB-2BE5-8989-67D89E9987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21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A3F9FE05-5747-7C02-E816-E2813CB73F7D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A3F9FE05-5747-7C02-E816-E2813CB73F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22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9" name="TextBox 368">
                  <a:extLst>
                    <a:ext uri="{FF2B5EF4-FFF2-40B4-BE49-F238E27FC236}">
                      <a16:creationId xmlns:a16="http://schemas.microsoft.com/office/drawing/2014/main" id="{6C1D1955-07C5-6B1B-9B7C-C6D72A98BF39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9" name="TextBox 368">
                  <a:extLst>
                    <a:ext uri="{FF2B5EF4-FFF2-40B4-BE49-F238E27FC236}">
                      <a16:creationId xmlns:a16="http://schemas.microsoft.com/office/drawing/2014/main" id="{6C1D1955-07C5-6B1B-9B7C-C6D72A98BF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23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B39A964D-1CCA-107B-0FFE-00252562D719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B39A964D-1CCA-107B-0FFE-00252562D7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24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1" name="TextBox 370">
                  <a:extLst>
                    <a:ext uri="{FF2B5EF4-FFF2-40B4-BE49-F238E27FC236}">
                      <a16:creationId xmlns:a16="http://schemas.microsoft.com/office/drawing/2014/main" id="{7AB817AC-64D3-D90C-6FF5-F5645DF82E0B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1" name="TextBox 370">
                  <a:extLst>
                    <a:ext uri="{FF2B5EF4-FFF2-40B4-BE49-F238E27FC236}">
                      <a16:creationId xmlns:a16="http://schemas.microsoft.com/office/drawing/2014/main" id="{7AB817AC-64D3-D90C-6FF5-F5645DF82E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25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2" name="TextBox 371">
                  <a:extLst>
                    <a:ext uri="{FF2B5EF4-FFF2-40B4-BE49-F238E27FC236}">
                      <a16:creationId xmlns:a16="http://schemas.microsoft.com/office/drawing/2014/main" id="{A59A1899-29E3-7ABE-0603-CBCAD0A627B0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2" name="TextBox 371">
                  <a:extLst>
                    <a:ext uri="{FF2B5EF4-FFF2-40B4-BE49-F238E27FC236}">
                      <a16:creationId xmlns:a16="http://schemas.microsoft.com/office/drawing/2014/main" id="{A59A1899-29E3-7ABE-0603-CBCAD0A627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26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F97514A1-A94C-0BD3-02E2-E3292E55914A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F97514A1-A94C-0BD3-02E2-E3292E5591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27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B3EF4408-9AC7-39FB-A696-42ECBC820B53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B3EF4408-9AC7-39FB-A696-42ECBC820B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28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A90834F4-FB18-7912-15B2-0A25E9CF75E7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A90834F4-FB18-7912-15B2-0A25E9CF75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13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EF673F22-072F-94C0-34BF-2C947F00411C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EF673F22-072F-94C0-34BF-2C947F0041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29"/>
                  <a:stretch>
                    <a:fillRect t="-9375" r="-18421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8" name="Rectangle 377">
            <a:extLst>
              <a:ext uri="{FF2B5EF4-FFF2-40B4-BE49-F238E27FC236}">
                <a16:creationId xmlns:a16="http://schemas.microsoft.com/office/drawing/2014/main" id="{0BC24ACB-B63C-6CA8-C9CC-82855B73A117}"/>
              </a:ext>
            </a:extLst>
          </p:cNvPr>
          <p:cNvSpPr/>
          <p:nvPr/>
        </p:nvSpPr>
        <p:spPr>
          <a:xfrm>
            <a:off x="12578548" y="14740151"/>
            <a:ext cx="3652800" cy="3652800"/>
          </a:xfrm>
          <a:prstGeom prst="rect">
            <a:avLst/>
          </a:prstGeom>
          <a:pattFill prst="wdUpDiag">
            <a:fgClr>
              <a:schemeClr val="accent2">
                <a:lumMod val="40000"/>
                <a:lumOff val="60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DC4BC898-02CF-CC59-0E9D-5FA6BD2B57CE}"/>
              </a:ext>
            </a:extLst>
          </p:cNvPr>
          <p:cNvSpPr/>
          <p:nvPr/>
        </p:nvSpPr>
        <p:spPr>
          <a:xfrm>
            <a:off x="12582312" y="11065282"/>
            <a:ext cx="3649037" cy="3649037"/>
          </a:xfrm>
          <a:prstGeom prst="rect">
            <a:avLst/>
          </a:prstGeom>
          <a:pattFill prst="wdUpDiag">
            <a:fgClr>
              <a:schemeClr val="accent1">
                <a:lumMod val="20000"/>
                <a:lumOff val="80000"/>
              </a:schemeClr>
            </a:fgClr>
            <a:bgClr>
              <a:schemeClr val="accent4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4DB0A060-61F0-E58F-EB0F-CC444020F166}"/>
              </a:ext>
            </a:extLst>
          </p:cNvPr>
          <p:cNvSpPr/>
          <p:nvPr/>
        </p:nvSpPr>
        <p:spPr>
          <a:xfrm>
            <a:off x="12582311" y="1106528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041C027D-A33A-E28D-DC40-D58A981C589E}"/>
              </a:ext>
            </a:extLst>
          </p:cNvPr>
          <p:cNvGrpSpPr/>
          <p:nvPr/>
        </p:nvGrpSpPr>
        <p:grpSpPr>
          <a:xfrm>
            <a:off x="12932030" y="11409383"/>
            <a:ext cx="3027141" cy="2995860"/>
            <a:chOff x="1386039" y="1479887"/>
            <a:chExt cx="3027141" cy="2995860"/>
          </a:xfrm>
        </p:grpSpPr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AB597587-7324-2B87-421A-DB17429B67E8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41DC381E-1AFD-F006-0128-AD126F1592B5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8ECE4A2A-40AF-4E01-4004-2DF52E4644FA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5" name="Oval 384">
              <a:extLst>
                <a:ext uri="{FF2B5EF4-FFF2-40B4-BE49-F238E27FC236}">
                  <a16:creationId xmlns:a16="http://schemas.microsoft.com/office/drawing/2014/main" id="{2FA02FD6-EDDD-C029-7A71-1E5F35402734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ED9354DE-0878-4374-FD64-0ACC1E1BA097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8C5F9634-E4F5-F2C5-5BAB-7B83CD52B23C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70396AEB-08F0-B3E1-3051-6700B0B2ADC6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CBEDEC0E-A9EA-607F-7924-FA2079E71BDC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958E4E06-B303-DD8E-0AED-4BAF45AB0003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Oval 390">
              <a:extLst>
                <a:ext uri="{FF2B5EF4-FFF2-40B4-BE49-F238E27FC236}">
                  <a16:creationId xmlns:a16="http://schemas.microsoft.com/office/drawing/2014/main" id="{E5B24BB2-64D0-D4C3-D579-A6127E9FEF51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98DF8393-B9B7-A05A-09E8-20B8299E88FC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26A14A38-77D4-6249-F717-9174717674E9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EE8DBA5E-BB37-F8EC-9E76-92E675682BE5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F732EAE1-423F-54BC-1A6F-B6AEB0F61011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Oval 395">
              <a:extLst>
                <a:ext uri="{FF2B5EF4-FFF2-40B4-BE49-F238E27FC236}">
                  <a16:creationId xmlns:a16="http://schemas.microsoft.com/office/drawing/2014/main" id="{8D4F0D6B-6AFC-CC4E-78D6-3051F5AAA9B8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Oval 396">
              <a:extLst>
                <a:ext uri="{FF2B5EF4-FFF2-40B4-BE49-F238E27FC236}">
                  <a16:creationId xmlns:a16="http://schemas.microsoft.com/office/drawing/2014/main" id="{3DF1DD67-362B-7BB9-51A3-A778CD904313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8" name="Rectangle 397">
            <a:extLst>
              <a:ext uri="{FF2B5EF4-FFF2-40B4-BE49-F238E27FC236}">
                <a16:creationId xmlns:a16="http://schemas.microsoft.com/office/drawing/2014/main" id="{F5062B48-53D7-E6FD-1915-EFA8D990A517}"/>
              </a:ext>
            </a:extLst>
          </p:cNvPr>
          <p:cNvSpPr/>
          <p:nvPr/>
        </p:nvSpPr>
        <p:spPr>
          <a:xfrm>
            <a:off x="12581050" y="147206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99" name="Group 398">
            <a:extLst>
              <a:ext uri="{FF2B5EF4-FFF2-40B4-BE49-F238E27FC236}">
                <a16:creationId xmlns:a16="http://schemas.microsoft.com/office/drawing/2014/main" id="{FBA9E678-BE70-7009-42C6-CF6DE0906A50}"/>
              </a:ext>
            </a:extLst>
          </p:cNvPr>
          <p:cNvGrpSpPr/>
          <p:nvPr/>
        </p:nvGrpSpPr>
        <p:grpSpPr>
          <a:xfrm>
            <a:off x="12930769" y="15064773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400" name="Oval 399">
              <a:extLst>
                <a:ext uri="{FF2B5EF4-FFF2-40B4-BE49-F238E27FC236}">
                  <a16:creationId xmlns:a16="http://schemas.microsoft.com/office/drawing/2014/main" id="{68267F0B-BF47-E035-0EDC-CE549CFE280A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D72341A6-DF47-A01A-205B-4C594530F776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4F94B7AF-709C-2820-6EF9-93A9BAD5726F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Oval 402">
              <a:extLst>
                <a:ext uri="{FF2B5EF4-FFF2-40B4-BE49-F238E27FC236}">
                  <a16:creationId xmlns:a16="http://schemas.microsoft.com/office/drawing/2014/main" id="{5006576E-5E08-1A95-9238-FB24E851C976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Oval 403">
              <a:extLst>
                <a:ext uri="{FF2B5EF4-FFF2-40B4-BE49-F238E27FC236}">
                  <a16:creationId xmlns:a16="http://schemas.microsoft.com/office/drawing/2014/main" id="{8F960AED-FAB5-D119-54B5-E4A625289E12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F6BB00DB-77CC-BC20-6BEE-602BAE06E219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Oval 405">
              <a:extLst>
                <a:ext uri="{FF2B5EF4-FFF2-40B4-BE49-F238E27FC236}">
                  <a16:creationId xmlns:a16="http://schemas.microsoft.com/office/drawing/2014/main" id="{4BF31350-A22D-4F17-C7F6-144CB28281A2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2E948388-C093-CE47-2549-16BB9D9400FA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8DD4DAE0-D65A-4BEE-25E9-AECBC3453090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401E42F4-9937-C14D-ECCF-187D3CF3F4E6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DFE85CB2-31B8-9783-F3F0-A5A3BD579A39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31EC48F6-F9D2-99D1-C0D6-EB093371EA0B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5AB4F114-3320-178B-549D-38E13B36E557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26BC66A7-779C-98DD-1835-363A80C3E25A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16064EE5-4ED8-05F8-5706-09D0DBAFBFC4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Oval 414">
              <a:extLst>
                <a:ext uri="{FF2B5EF4-FFF2-40B4-BE49-F238E27FC236}">
                  <a16:creationId xmlns:a16="http://schemas.microsoft.com/office/drawing/2014/main" id="{988B95B8-3784-0327-0DB0-BA8CAE4D0438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F38E7287-8A49-A1A7-3DD1-9748EF100B91}"/>
                  </a:ext>
                </a:extLst>
              </p:cNvPr>
              <p:cNvSpPr txBox="1"/>
              <p:nvPr/>
            </p:nvSpPr>
            <p:spPr>
              <a:xfrm>
                <a:off x="13765080" y="16243799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F38E7287-8A49-A1A7-3DD1-9748EF100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5080" y="16243799"/>
                <a:ext cx="1945341" cy="566181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3" name="TextBox 462">
                <a:extLst>
                  <a:ext uri="{FF2B5EF4-FFF2-40B4-BE49-F238E27FC236}">
                    <a16:creationId xmlns:a16="http://schemas.microsoft.com/office/drawing/2014/main" id="{D3D605C3-30AE-BF90-4C1D-C81B05A06F91}"/>
                  </a:ext>
                </a:extLst>
              </p:cNvPr>
              <p:cNvSpPr txBox="1"/>
              <p:nvPr/>
            </p:nvSpPr>
            <p:spPr>
              <a:xfrm>
                <a:off x="13815065" y="12628813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3" name="TextBox 462">
                <a:extLst>
                  <a:ext uri="{FF2B5EF4-FFF2-40B4-BE49-F238E27FC236}">
                    <a16:creationId xmlns:a16="http://schemas.microsoft.com/office/drawing/2014/main" id="{D3D605C3-30AE-BF90-4C1D-C81B05A06F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5065" y="12628813"/>
                <a:ext cx="1945341" cy="566181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4" name="Group 463">
            <a:extLst>
              <a:ext uri="{FF2B5EF4-FFF2-40B4-BE49-F238E27FC236}">
                <a16:creationId xmlns:a16="http://schemas.microsoft.com/office/drawing/2014/main" id="{81239C12-2C5D-B4A2-6EB8-221ACAD3F7C2}"/>
              </a:ext>
            </a:extLst>
          </p:cNvPr>
          <p:cNvGrpSpPr/>
          <p:nvPr/>
        </p:nvGrpSpPr>
        <p:grpSpPr>
          <a:xfrm>
            <a:off x="12547907" y="11073006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5" name="TextBox 464">
                  <a:extLst>
                    <a:ext uri="{FF2B5EF4-FFF2-40B4-BE49-F238E27FC236}">
                      <a16:creationId xmlns:a16="http://schemas.microsoft.com/office/drawing/2014/main" id="{4009A783-772C-1DC9-82A6-0FD720037BB7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5" name="TextBox 464">
                  <a:extLst>
                    <a:ext uri="{FF2B5EF4-FFF2-40B4-BE49-F238E27FC236}">
                      <a16:creationId xmlns:a16="http://schemas.microsoft.com/office/drawing/2014/main" id="{4009A783-772C-1DC9-82A6-0FD720037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32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6" name="TextBox 465">
                  <a:extLst>
                    <a:ext uri="{FF2B5EF4-FFF2-40B4-BE49-F238E27FC236}">
                      <a16:creationId xmlns:a16="http://schemas.microsoft.com/office/drawing/2014/main" id="{CC53EA29-CECB-D6FA-11FD-65782CA79C8A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6" name="TextBox 465">
                  <a:extLst>
                    <a:ext uri="{FF2B5EF4-FFF2-40B4-BE49-F238E27FC236}">
                      <a16:creationId xmlns:a16="http://schemas.microsoft.com/office/drawing/2014/main" id="{CC53EA29-CECB-D6FA-11FD-65782CA79C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33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7" name="TextBox 466">
                  <a:extLst>
                    <a:ext uri="{FF2B5EF4-FFF2-40B4-BE49-F238E27FC236}">
                      <a16:creationId xmlns:a16="http://schemas.microsoft.com/office/drawing/2014/main" id="{F86AA1AB-2FBA-749A-F18E-21060F079CC8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7" name="TextBox 466">
                  <a:extLst>
                    <a:ext uri="{FF2B5EF4-FFF2-40B4-BE49-F238E27FC236}">
                      <a16:creationId xmlns:a16="http://schemas.microsoft.com/office/drawing/2014/main" id="{F86AA1AB-2FBA-749A-F18E-21060F079C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34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8" name="TextBox 467">
                  <a:extLst>
                    <a:ext uri="{FF2B5EF4-FFF2-40B4-BE49-F238E27FC236}">
                      <a16:creationId xmlns:a16="http://schemas.microsoft.com/office/drawing/2014/main" id="{4A7B7015-6F4A-45BD-3971-02931D329C01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8" name="TextBox 467">
                  <a:extLst>
                    <a:ext uri="{FF2B5EF4-FFF2-40B4-BE49-F238E27FC236}">
                      <a16:creationId xmlns:a16="http://schemas.microsoft.com/office/drawing/2014/main" id="{4A7B7015-6F4A-45BD-3971-02931D329C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35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9" name="TextBox 468">
                  <a:extLst>
                    <a:ext uri="{FF2B5EF4-FFF2-40B4-BE49-F238E27FC236}">
                      <a16:creationId xmlns:a16="http://schemas.microsoft.com/office/drawing/2014/main" id="{5FAADBF2-E85C-AB7D-9DDB-96F1F9B6FAA0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9" name="TextBox 468">
                  <a:extLst>
                    <a:ext uri="{FF2B5EF4-FFF2-40B4-BE49-F238E27FC236}">
                      <a16:creationId xmlns:a16="http://schemas.microsoft.com/office/drawing/2014/main" id="{5FAADBF2-E85C-AB7D-9DDB-96F1F9B6FA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36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0" name="TextBox 469">
                  <a:extLst>
                    <a:ext uri="{FF2B5EF4-FFF2-40B4-BE49-F238E27FC236}">
                      <a16:creationId xmlns:a16="http://schemas.microsoft.com/office/drawing/2014/main" id="{DB22F87E-52E3-028D-F519-2A86F3D48D67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0" name="TextBox 469">
                  <a:extLst>
                    <a:ext uri="{FF2B5EF4-FFF2-40B4-BE49-F238E27FC236}">
                      <a16:creationId xmlns:a16="http://schemas.microsoft.com/office/drawing/2014/main" id="{DB22F87E-52E3-028D-F519-2A86F3D48D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37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" name="TextBox 470">
                  <a:extLst>
                    <a:ext uri="{FF2B5EF4-FFF2-40B4-BE49-F238E27FC236}">
                      <a16:creationId xmlns:a16="http://schemas.microsoft.com/office/drawing/2014/main" id="{27AB92A3-3AD8-DE90-AB58-166A9E4C2761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1" name="TextBox 470">
                  <a:extLst>
                    <a:ext uri="{FF2B5EF4-FFF2-40B4-BE49-F238E27FC236}">
                      <a16:creationId xmlns:a16="http://schemas.microsoft.com/office/drawing/2014/main" id="{27AB92A3-3AD8-DE90-AB58-166A9E4C27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38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2" name="TextBox 471">
                  <a:extLst>
                    <a:ext uri="{FF2B5EF4-FFF2-40B4-BE49-F238E27FC236}">
                      <a16:creationId xmlns:a16="http://schemas.microsoft.com/office/drawing/2014/main" id="{D4253F9C-16D3-7CD5-35C3-5B050B2A1D3F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2" name="TextBox 471">
                  <a:extLst>
                    <a:ext uri="{FF2B5EF4-FFF2-40B4-BE49-F238E27FC236}">
                      <a16:creationId xmlns:a16="http://schemas.microsoft.com/office/drawing/2014/main" id="{D4253F9C-16D3-7CD5-35C3-5B050B2A1D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39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3" name="TextBox 472">
                  <a:extLst>
                    <a:ext uri="{FF2B5EF4-FFF2-40B4-BE49-F238E27FC236}">
                      <a16:creationId xmlns:a16="http://schemas.microsoft.com/office/drawing/2014/main" id="{374E79B6-C3F7-75A9-C8EE-489B03CA1BF9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3" name="TextBox 472">
                  <a:extLst>
                    <a:ext uri="{FF2B5EF4-FFF2-40B4-BE49-F238E27FC236}">
                      <a16:creationId xmlns:a16="http://schemas.microsoft.com/office/drawing/2014/main" id="{374E79B6-C3F7-75A9-C8EE-489B03CA1B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40"/>
                  <a:stretch>
                    <a:fillRect t="-9375" r="-1842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4" name="TextBox 473">
                  <a:extLst>
                    <a:ext uri="{FF2B5EF4-FFF2-40B4-BE49-F238E27FC236}">
                      <a16:creationId xmlns:a16="http://schemas.microsoft.com/office/drawing/2014/main" id="{00419988-F230-226C-6C6C-B432C34F1042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4" name="TextBox 473">
                  <a:extLst>
                    <a:ext uri="{FF2B5EF4-FFF2-40B4-BE49-F238E27FC236}">
                      <a16:creationId xmlns:a16="http://schemas.microsoft.com/office/drawing/2014/main" id="{00419988-F230-226C-6C6C-B432C34F10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41"/>
                  <a:stretch>
                    <a:fillRect r="-1639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5" name="TextBox 474">
                  <a:extLst>
                    <a:ext uri="{FF2B5EF4-FFF2-40B4-BE49-F238E27FC236}">
                      <a16:creationId xmlns:a16="http://schemas.microsoft.com/office/drawing/2014/main" id="{A792BDE3-24AE-5D56-5627-3F953C3C9D71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5" name="TextBox 474">
                  <a:extLst>
                    <a:ext uri="{FF2B5EF4-FFF2-40B4-BE49-F238E27FC236}">
                      <a16:creationId xmlns:a16="http://schemas.microsoft.com/office/drawing/2014/main" id="{A792BDE3-24AE-5D56-5627-3F953C3C9D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42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6" name="TextBox 475">
                  <a:extLst>
                    <a:ext uri="{FF2B5EF4-FFF2-40B4-BE49-F238E27FC236}">
                      <a16:creationId xmlns:a16="http://schemas.microsoft.com/office/drawing/2014/main" id="{5569CF56-2F7B-D00B-3356-121C7C23075F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6" name="TextBox 475">
                  <a:extLst>
                    <a:ext uri="{FF2B5EF4-FFF2-40B4-BE49-F238E27FC236}">
                      <a16:creationId xmlns:a16="http://schemas.microsoft.com/office/drawing/2014/main" id="{5569CF56-2F7B-D00B-3356-121C7C2307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43"/>
                  <a:stretch>
                    <a:fillRect l="-24242" r="-6061" b="-17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7" name="TextBox 476">
                  <a:extLst>
                    <a:ext uri="{FF2B5EF4-FFF2-40B4-BE49-F238E27FC236}">
                      <a16:creationId xmlns:a16="http://schemas.microsoft.com/office/drawing/2014/main" id="{3AD11101-FC43-C88C-529E-C11FFFA83CA5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7" name="TextBox 476">
                  <a:extLst>
                    <a:ext uri="{FF2B5EF4-FFF2-40B4-BE49-F238E27FC236}">
                      <a16:creationId xmlns:a16="http://schemas.microsoft.com/office/drawing/2014/main" id="{3AD11101-FC43-C88C-529E-C11FFFA83C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44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8" name="TextBox 477">
                  <a:extLst>
                    <a:ext uri="{FF2B5EF4-FFF2-40B4-BE49-F238E27FC236}">
                      <a16:creationId xmlns:a16="http://schemas.microsoft.com/office/drawing/2014/main" id="{654F6BDD-A596-A0F0-DBE3-5C8F930DBCB2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8" name="TextBox 477">
                  <a:extLst>
                    <a:ext uri="{FF2B5EF4-FFF2-40B4-BE49-F238E27FC236}">
                      <a16:creationId xmlns:a16="http://schemas.microsoft.com/office/drawing/2014/main" id="{654F6BDD-A596-A0F0-DBE3-5C8F930DBC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45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9" name="TextBox 478">
                  <a:extLst>
                    <a:ext uri="{FF2B5EF4-FFF2-40B4-BE49-F238E27FC236}">
                      <a16:creationId xmlns:a16="http://schemas.microsoft.com/office/drawing/2014/main" id="{26233376-58E5-B100-C1E3-620A52B19870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9" name="TextBox 478">
                  <a:extLst>
                    <a:ext uri="{FF2B5EF4-FFF2-40B4-BE49-F238E27FC236}">
                      <a16:creationId xmlns:a16="http://schemas.microsoft.com/office/drawing/2014/main" id="{26233376-58E5-B100-C1E3-620A52B198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46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0" name="TextBox 479">
                  <a:extLst>
                    <a:ext uri="{FF2B5EF4-FFF2-40B4-BE49-F238E27FC236}">
                      <a16:creationId xmlns:a16="http://schemas.microsoft.com/office/drawing/2014/main" id="{36F55516-8F54-E7A7-B539-4FCD461C5838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0" name="TextBox 479">
                  <a:extLst>
                    <a:ext uri="{FF2B5EF4-FFF2-40B4-BE49-F238E27FC236}">
                      <a16:creationId xmlns:a16="http://schemas.microsoft.com/office/drawing/2014/main" id="{36F55516-8F54-E7A7-B539-4FCD461C58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47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" name="TextBox 480">
                  <a:extLst>
                    <a:ext uri="{FF2B5EF4-FFF2-40B4-BE49-F238E27FC236}">
                      <a16:creationId xmlns:a16="http://schemas.microsoft.com/office/drawing/2014/main" id="{4BF6BA19-5B75-4F4B-684C-10A86D8E44D0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1" name="TextBox 480">
                  <a:extLst>
                    <a:ext uri="{FF2B5EF4-FFF2-40B4-BE49-F238E27FC236}">
                      <a16:creationId xmlns:a16="http://schemas.microsoft.com/office/drawing/2014/main" id="{4BF6BA19-5B75-4F4B-684C-10A86D8E44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48"/>
                  <a:stretch>
                    <a:fillRect r="-156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2" name="TextBox 481">
                  <a:extLst>
                    <a:ext uri="{FF2B5EF4-FFF2-40B4-BE49-F238E27FC236}">
                      <a16:creationId xmlns:a16="http://schemas.microsoft.com/office/drawing/2014/main" id="{448DDF04-CE11-5A3A-08DB-DABCE3BD8AD3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2" name="TextBox 481">
                  <a:extLst>
                    <a:ext uri="{FF2B5EF4-FFF2-40B4-BE49-F238E27FC236}">
                      <a16:creationId xmlns:a16="http://schemas.microsoft.com/office/drawing/2014/main" id="{448DDF04-CE11-5A3A-08DB-DABCE3BD8A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49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3" name="TextBox 482">
                  <a:extLst>
                    <a:ext uri="{FF2B5EF4-FFF2-40B4-BE49-F238E27FC236}">
                      <a16:creationId xmlns:a16="http://schemas.microsoft.com/office/drawing/2014/main" id="{FD599850-B0CC-AC19-E698-07D83C52CFD4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3" name="TextBox 482">
                  <a:extLst>
                    <a:ext uri="{FF2B5EF4-FFF2-40B4-BE49-F238E27FC236}">
                      <a16:creationId xmlns:a16="http://schemas.microsoft.com/office/drawing/2014/main" id="{FD599850-B0CC-AC19-E698-07D83C52C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5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4" name="TextBox 483">
                  <a:extLst>
                    <a:ext uri="{FF2B5EF4-FFF2-40B4-BE49-F238E27FC236}">
                      <a16:creationId xmlns:a16="http://schemas.microsoft.com/office/drawing/2014/main" id="{9273C029-FC48-3A39-9898-3CF8C9396F20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4" name="TextBox 483">
                  <a:extLst>
                    <a:ext uri="{FF2B5EF4-FFF2-40B4-BE49-F238E27FC236}">
                      <a16:creationId xmlns:a16="http://schemas.microsoft.com/office/drawing/2014/main" id="{9273C029-FC48-3A39-9898-3CF8C9396F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51"/>
                  <a:stretch>
                    <a:fillRect r="-1205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5" name="TextBox 484">
                  <a:extLst>
                    <a:ext uri="{FF2B5EF4-FFF2-40B4-BE49-F238E27FC236}">
                      <a16:creationId xmlns:a16="http://schemas.microsoft.com/office/drawing/2014/main" id="{4F3CA7DC-BFE1-5EC4-430F-42A7FC3450F7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5" name="TextBox 484">
                  <a:extLst>
                    <a:ext uri="{FF2B5EF4-FFF2-40B4-BE49-F238E27FC236}">
                      <a16:creationId xmlns:a16="http://schemas.microsoft.com/office/drawing/2014/main" id="{4F3CA7DC-BFE1-5EC4-430F-42A7FC3450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52"/>
                  <a:stretch>
                    <a:fillRect t="-9091" r="-18421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6" name="TextBox 485">
                  <a:extLst>
                    <a:ext uri="{FF2B5EF4-FFF2-40B4-BE49-F238E27FC236}">
                      <a16:creationId xmlns:a16="http://schemas.microsoft.com/office/drawing/2014/main" id="{2AF18D3C-38CE-5673-C01C-68573B2592BF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6" name="TextBox 485">
                  <a:extLst>
                    <a:ext uri="{FF2B5EF4-FFF2-40B4-BE49-F238E27FC236}">
                      <a16:creationId xmlns:a16="http://schemas.microsoft.com/office/drawing/2014/main" id="{2AF18D3C-38CE-5673-C01C-68573B259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53"/>
                  <a:stretch>
                    <a:fillRect t="-6061" r="-2051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19D725C9-72E5-8090-ACE6-4DF5ECCDA944}"/>
              </a:ext>
            </a:extLst>
          </p:cNvPr>
          <p:cNvGrpSpPr/>
          <p:nvPr/>
        </p:nvGrpSpPr>
        <p:grpSpPr>
          <a:xfrm>
            <a:off x="12572988" y="14732963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8" name="TextBox 487">
                  <a:extLst>
                    <a:ext uri="{FF2B5EF4-FFF2-40B4-BE49-F238E27FC236}">
                      <a16:creationId xmlns:a16="http://schemas.microsoft.com/office/drawing/2014/main" id="{DDBF2151-0A0D-804B-1684-0523D9EB034A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8" name="TextBox 487">
                  <a:extLst>
                    <a:ext uri="{FF2B5EF4-FFF2-40B4-BE49-F238E27FC236}">
                      <a16:creationId xmlns:a16="http://schemas.microsoft.com/office/drawing/2014/main" id="{DDBF2151-0A0D-804B-1684-0523D9EB03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54"/>
                  <a:stretch>
                    <a:fillRect r="-2326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9" name="TextBox 488">
                  <a:extLst>
                    <a:ext uri="{FF2B5EF4-FFF2-40B4-BE49-F238E27FC236}">
                      <a16:creationId xmlns:a16="http://schemas.microsoft.com/office/drawing/2014/main" id="{6AA09296-F814-59BD-F1AD-21BD1C9525CA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9" name="TextBox 488">
                  <a:extLst>
                    <a:ext uri="{FF2B5EF4-FFF2-40B4-BE49-F238E27FC236}">
                      <a16:creationId xmlns:a16="http://schemas.microsoft.com/office/drawing/2014/main" id="{6AA09296-F814-59BD-F1AD-21BD1C9525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55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0" name="TextBox 489">
                  <a:extLst>
                    <a:ext uri="{FF2B5EF4-FFF2-40B4-BE49-F238E27FC236}">
                      <a16:creationId xmlns:a16="http://schemas.microsoft.com/office/drawing/2014/main" id="{8E488BB7-BE19-F99B-2880-6047DA2B6954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0" name="TextBox 489">
                  <a:extLst>
                    <a:ext uri="{FF2B5EF4-FFF2-40B4-BE49-F238E27FC236}">
                      <a16:creationId xmlns:a16="http://schemas.microsoft.com/office/drawing/2014/main" id="{8E488BB7-BE19-F99B-2880-6047DA2B69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56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1" name="TextBox 490">
                  <a:extLst>
                    <a:ext uri="{FF2B5EF4-FFF2-40B4-BE49-F238E27FC236}">
                      <a16:creationId xmlns:a16="http://schemas.microsoft.com/office/drawing/2014/main" id="{5C56476F-F4B1-936D-2332-37BA5A68346E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1" name="TextBox 490">
                  <a:extLst>
                    <a:ext uri="{FF2B5EF4-FFF2-40B4-BE49-F238E27FC236}">
                      <a16:creationId xmlns:a16="http://schemas.microsoft.com/office/drawing/2014/main" id="{5C56476F-F4B1-936D-2332-37BA5A6834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57"/>
                  <a:stretch>
                    <a:fillRect t="-9375" r="-1842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2" name="TextBox 491">
                  <a:extLst>
                    <a:ext uri="{FF2B5EF4-FFF2-40B4-BE49-F238E27FC236}">
                      <a16:creationId xmlns:a16="http://schemas.microsoft.com/office/drawing/2014/main" id="{5F0C2B57-965B-0035-6F26-EF3B9B75FACF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2" name="TextBox 491">
                  <a:extLst>
                    <a:ext uri="{FF2B5EF4-FFF2-40B4-BE49-F238E27FC236}">
                      <a16:creationId xmlns:a16="http://schemas.microsoft.com/office/drawing/2014/main" id="{5F0C2B57-965B-0035-6F26-EF3B9B75FA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58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3" name="TextBox 492">
                  <a:extLst>
                    <a:ext uri="{FF2B5EF4-FFF2-40B4-BE49-F238E27FC236}">
                      <a16:creationId xmlns:a16="http://schemas.microsoft.com/office/drawing/2014/main" id="{ACDE0538-4A58-AB0D-AD11-A92DD10578BB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3" name="TextBox 492">
                  <a:extLst>
                    <a:ext uri="{FF2B5EF4-FFF2-40B4-BE49-F238E27FC236}">
                      <a16:creationId xmlns:a16="http://schemas.microsoft.com/office/drawing/2014/main" id="{ACDE0538-4A58-AB0D-AD11-A92DD10578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59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4" name="TextBox 493">
                  <a:extLst>
                    <a:ext uri="{FF2B5EF4-FFF2-40B4-BE49-F238E27FC236}">
                      <a16:creationId xmlns:a16="http://schemas.microsoft.com/office/drawing/2014/main" id="{4029C23F-41CB-698A-E8EE-81EBE0464D54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4" name="TextBox 493">
                  <a:extLst>
                    <a:ext uri="{FF2B5EF4-FFF2-40B4-BE49-F238E27FC236}">
                      <a16:creationId xmlns:a16="http://schemas.microsoft.com/office/drawing/2014/main" id="{4029C23F-41CB-698A-E8EE-81EBE0464D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60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5" name="TextBox 494">
                  <a:extLst>
                    <a:ext uri="{FF2B5EF4-FFF2-40B4-BE49-F238E27FC236}">
                      <a16:creationId xmlns:a16="http://schemas.microsoft.com/office/drawing/2014/main" id="{18D9F9BC-8117-5A99-8278-83846D48C06B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5" name="TextBox 494">
                  <a:extLst>
                    <a:ext uri="{FF2B5EF4-FFF2-40B4-BE49-F238E27FC236}">
                      <a16:creationId xmlns:a16="http://schemas.microsoft.com/office/drawing/2014/main" id="{18D9F9BC-8117-5A99-8278-83846D48C0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61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6" name="TextBox 495">
                  <a:extLst>
                    <a:ext uri="{FF2B5EF4-FFF2-40B4-BE49-F238E27FC236}">
                      <a16:creationId xmlns:a16="http://schemas.microsoft.com/office/drawing/2014/main" id="{D336F162-8EE1-9CD6-C07A-FC3F2F5A84EC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6" name="TextBox 495">
                  <a:extLst>
                    <a:ext uri="{FF2B5EF4-FFF2-40B4-BE49-F238E27FC236}">
                      <a16:creationId xmlns:a16="http://schemas.microsoft.com/office/drawing/2014/main" id="{D336F162-8EE1-9CD6-C07A-FC3F2F5A84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62"/>
                  <a:stretch>
                    <a:fillRect t="-9375" r="-1842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7" name="TextBox 496">
                  <a:extLst>
                    <a:ext uri="{FF2B5EF4-FFF2-40B4-BE49-F238E27FC236}">
                      <a16:creationId xmlns:a16="http://schemas.microsoft.com/office/drawing/2014/main" id="{CA773FBB-AA04-20F4-A2E6-F7E7CD71BCBE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7" name="TextBox 496">
                  <a:extLst>
                    <a:ext uri="{FF2B5EF4-FFF2-40B4-BE49-F238E27FC236}">
                      <a16:creationId xmlns:a16="http://schemas.microsoft.com/office/drawing/2014/main" id="{CA773FBB-AA04-20F4-A2E6-F7E7CD71BC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63"/>
                  <a:stretch>
                    <a:fillRect r="-1639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8" name="TextBox 497">
                  <a:extLst>
                    <a:ext uri="{FF2B5EF4-FFF2-40B4-BE49-F238E27FC236}">
                      <a16:creationId xmlns:a16="http://schemas.microsoft.com/office/drawing/2014/main" id="{CB3F6F02-2D19-6E7F-1434-4E1EC18B6547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8" name="TextBox 497">
                  <a:extLst>
                    <a:ext uri="{FF2B5EF4-FFF2-40B4-BE49-F238E27FC236}">
                      <a16:creationId xmlns:a16="http://schemas.microsoft.com/office/drawing/2014/main" id="{CB3F6F02-2D19-6E7F-1434-4E1EC18B65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43"/>
                  <a:stretch>
                    <a:fillRect l="-25000" r="-9375" b="-17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TextBox 498">
                  <a:extLst>
                    <a:ext uri="{FF2B5EF4-FFF2-40B4-BE49-F238E27FC236}">
                      <a16:creationId xmlns:a16="http://schemas.microsoft.com/office/drawing/2014/main" id="{A3C4FB21-E5F8-B942-26BC-F82426AF7AE8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9" name="TextBox 498">
                  <a:extLst>
                    <a:ext uri="{FF2B5EF4-FFF2-40B4-BE49-F238E27FC236}">
                      <a16:creationId xmlns:a16="http://schemas.microsoft.com/office/drawing/2014/main" id="{A3C4FB21-E5F8-B942-26BC-F82426AF7A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64"/>
                  <a:stretch>
                    <a:fillRect l="-24242" r="-6061"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0" name="TextBox 499">
                  <a:extLst>
                    <a:ext uri="{FF2B5EF4-FFF2-40B4-BE49-F238E27FC236}">
                      <a16:creationId xmlns:a16="http://schemas.microsoft.com/office/drawing/2014/main" id="{1C6E45D8-3A6C-DDC6-6B66-F61A750778F3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0" name="TextBox 499">
                  <a:extLst>
                    <a:ext uri="{FF2B5EF4-FFF2-40B4-BE49-F238E27FC236}">
                      <a16:creationId xmlns:a16="http://schemas.microsoft.com/office/drawing/2014/main" id="{1C6E45D8-3A6C-DDC6-6B66-F61A750778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65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1" name="TextBox 500">
                  <a:extLst>
                    <a:ext uri="{FF2B5EF4-FFF2-40B4-BE49-F238E27FC236}">
                      <a16:creationId xmlns:a16="http://schemas.microsoft.com/office/drawing/2014/main" id="{E88091F4-06AD-12DE-36FF-8C87E76BDB11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1" name="TextBox 500">
                  <a:extLst>
                    <a:ext uri="{FF2B5EF4-FFF2-40B4-BE49-F238E27FC236}">
                      <a16:creationId xmlns:a16="http://schemas.microsoft.com/office/drawing/2014/main" id="{E88091F4-06AD-12DE-36FF-8C87E76BDB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66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2" name="TextBox 501">
                  <a:extLst>
                    <a:ext uri="{FF2B5EF4-FFF2-40B4-BE49-F238E27FC236}">
                      <a16:creationId xmlns:a16="http://schemas.microsoft.com/office/drawing/2014/main" id="{EF9E4246-50CA-3634-AF30-F481588BC45E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2" name="TextBox 501">
                  <a:extLst>
                    <a:ext uri="{FF2B5EF4-FFF2-40B4-BE49-F238E27FC236}">
                      <a16:creationId xmlns:a16="http://schemas.microsoft.com/office/drawing/2014/main" id="{EF9E4246-50CA-3634-AF30-F481588BC4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67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3" name="TextBox 502">
                  <a:extLst>
                    <a:ext uri="{FF2B5EF4-FFF2-40B4-BE49-F238E27FC236}">
                      <a16:creationId xmlns:a16="http://schemas.microsoft.com/office/drawing/2014/main" id="{A1824902-36F9-4F76-C132-989AA1D4993D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3" name="TextBox 502">
                  <a:extLst>
                    <a:ext uri="{FF2B5EF4-FFF2-40B4-BE49-F238E27FC236}">
                      <a16:creationId xmlns:a16="http://schemas.microsoft.com/office/drawing/2014/main" id="{A1824902-36F9-4F76-C132-989AA1D499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68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4" name="TextBox 503">
                  <a:extLst>
                    <a:ext uri="{FF2B5EF4-FFF2-40B4-BE49-F238E27FC236}">
                      <a16:creationId xmlns:a16="http://schemas.microsoft.com/office/drawing/2014/main" id="{831ECC9F-D9FD-31A5-620F-C11570D10DA4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4" name="TextBox 503">
                  <a:extLst>
                    <a:ext uri="{FF2B5EF4-FFF2-40B4-BE49-F238E27FC236}">
                      <a16:creationId xmlns:a16="http://schemas.microsoft.com/office/drawing/2014/main" id="{831ECC9F-D9FD-31A5-620F-C11570D10D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69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5" name="TextBox 504">
                  <a:extLst>
                    <a:ext uri="{FF2B5EF4-FFF2-40B4-BE49-F238E27FC236}">
                      <a16:creationId xmlns:a16="http://schemas.microsoft.com/office/drawing/2014/main" id="{81187759-2E88-B8B0-9758-06622D25ECFD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5" name="TextBox 504">
                  <a:extLst>
                    <a:ext uri="{FF2B5EF4-FFF2-40B4-BE49-F238E27FC236}">
                      <a16:creationId xmlns:a16="http://schemas.microsoft.com/office/drawing/2014/main" id="{81187759-2E88-B8B0-9758-06622D25EC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70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6" name="TextBox 505">
                  <a:extLst>
                    <a:ext uri="{FF2B5EF4-FFF2-40B4-BE49-F238E27FC236}">
                      <a16:creationId xmlns:a16="http://schemas.microsoft.com/office/drawing/2014/main" id="{43BFAAE8-C992-5398-493D-4808F080CC14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6" name="TextBox 505">
                  <a:extLst>
                    <a:ext uri="{FF2B5EF4-FFF2-40B4-BE49-F238E27FC236}">
                      <a16:creationId xmlns:a16="http://schemas.microsoft.com/office/drawing/2014/main" id="{43BFAAE8-C992-5398-493D-4808F080CC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71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7" name="TextBox 506">
                  <a:extLst>
                    <a:ext uri="{FF2B5EF4-FFF2-40B4-BE49-F238E27FC236}">
                      <a16:creationId xmlns:a16="http://schemas.microsoft.com/office/drawing/2014/main" id="{126C7609-0B3A-68D8-5A06-3732D03BCBAD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7" name="TextBox 506">
                  <a:extLst>
                    <a:ext uri="{FF2B5EF4-FFF2-40B4-BE49-F238E27FC236}">
                      <a16:creationId xmlns:a16="http://schemas.microsoft.com/office/drawing/2014/main" id="{126C7609-0B3A-68D8-5A06-3732D03BCB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72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933784CA-BA3C-6859-37F4-0A31114894C1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933784CA-BA3C-6859-37F4-0A31114894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73"/>
                  <a:stretch>
                    <a:fillRect t="-6061" r="-18421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47B3B3A5-33DF-C4F4-4BC3-1F1C3AD857E4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47B3B3A5-33DF-C4F4-4BC3-1F1C3AD857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35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1229C466-124F-6023-CD4A-9816ED05588D}"/>
              </a:ext>
            </a:extLst>
          </p:cNvPr>
          <p:cNvGrpSpPr/>
          <p:nvPr/>
        </p:nvGrpSpPr>
        <p:grpSpPr>
          <a:xfrm>
            <a:off x="8917930" y="18372461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FC03949E-CFA9-7434-9BA3-BEC2B6A03EF3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FC03949E-CFA9-7434-9BA3-BEC2B6A03E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74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5D23867B-C126-E76E-1C67-513398240C37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5D23867B-C126-E76E-1C67-513398240C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75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03C48ED3-9153-56F6-007D-FCBDA8841A97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03C48ED3-9153-56F6-007D-FCBDA8841A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76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1C0B1671-2CC8-7A3D-924D-D57199362284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1C0B1671-2CC8-7A3D-924D-D571993622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77"/>
                  <a:stretch>
                    <a:fillRect t="-606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D33E8790-31B7-B23D-62B6-6DD245829A65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D33E8790-31B7-B23D-62B6-6DD245829A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78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D7A2FEC9-EA32-9017-592A-58A3FA999804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D7A2FEC9-EA32-9017-592A-58A3FA9998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79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7" name="TextBox 516">
                  <a:extLst>
                    <a:ext uri="{FF2B5EF4-FFF2-40B4-BE49-F238E27FC236}">
                      <a16:creationId xmlns:a16="http://schemas.microsoft.com/office/drawing/2014/main" id="{26EF8796-3891-67A3-5C9E-C91DAC887D0A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7" name="TextBox 516">
                  <a:extLst>
                    <a:ext uri="{FF2B5EF4-FFF2-40B4-BE49-F238E27FC236}">
                      <a16:creationId xmlns:a16="http://schemas.microsoft.com/office/drawing/2014/main" id="{26EF8796-3891-67A3-5C9E-C91DAC887D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80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8" name="TextBox 517">
                  <a:extLst>
                    <a:ext uri="{FF2B5EF4-FFF2-40B4-BE49-F238E27FC236}">
                      <a16:creationId xmlns:a16="http://schemas.microsoft.com/office/drawing/2014/main" id="{189DCFE3-8B5E-8C68-5E75-E41BE7882A00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8" name="TextBox 517">
                  <a:extLst>
                    <a:ext uri="{FF2B5EF4-FFF2-40B4-BE49-F238E27FC236}">
                      <a16:creationId xmlns:a16="http://schemas.microsoft.com/office/drawing/2014/main" id="{189DCFE3-8B5E-8C68-5E75-E41BE7882A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81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9" name="TextBox 518">
                  <a:extLst>
                    <a:ext uri="{FF2B5EF4-FFF2-40B4-BE49-F238E27FC236}">
                      <a16:creationId xmlns:a16="http://schemas.microsoft.com/office/drawing/2014/main" id="{F15A2793-C5EE-93E2-0326-912741642143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9" name="TextBox 518">
                  <a:extLst>
                    <a:ext uri="{FF2B5EF4-FFF2-40B4-BE49-F238E27FC236}">
                      <a16:creationId xmlns:a16="http://schemas.microsoft.com/office/drawing/2014/main" id="{F15A2793-C5EE-93E2-0326-912741642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82"/>
                  <a:stretch>
                    <a:fillRect t="-909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0" name="TextBox 519">
                  <a:extLst>
                    <a:ext uri="{FF2B5EF4-FFF2-40B4-BE49-F238E27FC236}">
                      <a16:creationId xmlns:a16="http://schemas.microsoft.com/office/drawing/2014/main" id="{08C188D6-EBA1-EB1C-CF2D-5985FC895E8E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0" name="TextBox 519">
                  <a:extLst>
                    <a:ext uri="{FF2B5EF4-FFF2-40B4-BE49-F238E27FC236}">
                      <a16:creationId xmlns:a16="http://schemas.microsoft.com/office/drawing/2014/main" id="{08C188D6-EBA1-EB1C-CF2D-5985FC895E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8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1" name="TextBox 520">
                  <a:extLst>
                    <a:ext uri="{FF2B5EF4-FFF2-40B4-BE49-F238E27FC236}">
                      <a16:creationId xmlns:a16="http://schemas.microsoft.com/office/drawing/2014/main" id="{11C2A94E-BD99-B3E5-1C4B-2A78119544E8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1" name="TextBox 520">
                  <a:extLst>
                    <a:ext uri="{FF2B5EF4-FFF2-40B4-BE49-F238E27FC236}">
                      <a16:creationId xmlns:a16="http://schemas.microsoft.com/office/drawing/2014/main" id="{11C2A94E-BD99-B3E5-1C4B-2A78119544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42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" name="TextBox 521">
                  <a:extLst>
                    <a:ext uri="{FF2B5EF4-FFF2-40B4-BE49-F238E27FC236}">
                      <a16:creationId xmlns:a16="http://schemas.microsoft.com/office/drawing/2014/main" id="{7DE66C16-87CB-93C3-9A90-BE14768313E3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2" name="TextBox 521">
                  <a:extLst>
                    <a:ext uri="{FF2B5EF4-FFF2-40B4-BE49-F238E27FC236}">
                      <a16:creationId xmlns:a16="http://schemas.microsoft.com/office/drawing/2014/main" id="{7DE66C16-87CB-93C3-9A90-BE14768313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43"/>
                  <a:stretch>
                    <a:fillRect l="-25000" r="-9375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3" name="TextBox 522">
                  <a:extLst>
                    <a:ext uri="{FF2B5EF4-FFF2-40B4-BE49-F238E27FC236}">
                      <a16:creationId xmlns:a16="http://schemas.microsoft.com/office/drawing/2014/main" id="{C395CE1B-8F96-DA26-158F-72FA0508F860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3" name="TextBox 522">
                  <a:extLst>
                    <a:ext uri="{FF2B5EF4-FFF2-40B4-BE49-F238E27FC236}">
                      <a16:creationId xmlns:a16="http://schemas.microsoft.com/office/drawing/2014/main" id="{C395CE1B-8F96-DA26-158F-72FA0508F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84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4" name="TextBox 523">
                  <a:extLst>
                    <a:ext uri="{FF2B5EF4-FFF2-40B4-BE49-F238E27FC236}">
                      <a16:creationId xmlns:a16="http://schemas.microsoft.com/office/drawing/2014/main" id="{76641EE9-C968-16E9-6954-412416B1FAF6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4" name="TextBox 523">
                  <a:extLst>
                    <a:ext uri="{FF2B5EF4-FFF2-40B4-BE49-F238E27FC236}">
                      <a16:creationId xmlns:a16="http://schemas.microsoft.com/office/drawing/2014/main" id="{76641EE9-C968-16E9-6954-412416B1FA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85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5" name="TextBox 524">
                  <a:extLst>
                    <a:ext uri="{FF2B5EF4-FFF2-40B4-BE49-F238E27FC236}">
                      <a16:creationId xmlns:a16="http://schemas.microsoft.com/office/drawing/2014/main" id="{9B342CCA-154D-BA91-FA18-8B12A94E070B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5" name="TextBox 524">
                  <a:extLst>
                    <a:ext uri="{FF2B5EF4-FFF2-40B4-BE49-F238E27FC236}">
                      <a16:creationId xmlns:a16="http://schemas.microsoft.com/office/drawing/2014/main" id="{9B342CCA-154D-BA91-FA18-8B12A94E07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86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6" name="TextBox 525">
                  <a:extLst>
                    <a:ext uri="{FF2B5EF4-FFF2-40B4-BE49-F238E27FC236}">
                      <a16:creationId xmlns:a16="http://schemas.microsoft.com/office/drawing/2014/main" id="{70140837-2C9C-C6F3-EDB3-F9795B7C0093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6" name="TextBox 525">
                  <a:extLst>
                    <a:ext uri="{FF2B5EF4-FFF2-40B4-BE49-F238E27FC236}">
                      <a16:creationId xmlns:a16="http://schemas.microsoft.com/office/drawing/2014/main" id="{70140837-2C9C-C6F3-EDB3-F9795B7C00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87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7" name="TextBox 526">
                  <a:extLst>
                    <a:ext uri="{FF2B5EF4-FFF2-40B4-BE49-F238E27FC236}">
                      <a16:creationId xmlns:a16="http://schemas.microsoft.com/office/drawing/2014/main" id="{6131B5D3-23D0-32C2-BEDB-0A8118EEC9C8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7" name="TextBox 526">
                  <a:extLst>
                    <a:ext uri="{FF2B5EF4-FFF2-40B4-BE49-F238E27FC236}">
                      <a16:creationId xmlns:a16="http://schemas.microsoft.com/office/drawing/2014/main" id="{6131B5D3-23D0-32C2-BEDB-0A8118EEC9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88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8" name="TextBox 527">
                  <a:extLst>
                    <a:ext uri="{FF2B5EF4-FFF2-40B4-BE49-F238E27FC236}">
                      <a16:creationId xmlns:a16="http://schemas.microsoft.com/office/drawing/2014/main" id="{6EA69BB2-097D-C054-0D81-26330B019D6D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8" name="TextBox 527">
                  <a:extLst>
                    <a:ext uri="{FF2B5EF4-FFF2-40B4-BE49-F238E27FC236}">
                      <a16:creationId xmlns:a16="http://schemas.microsoft.com/office/drawing/2014/main" id="{6EA69BB2-097D-C054-0D81-26330B019D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89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9" name="TextBox 528">
                  <a:extLst>
                    <a:ext uri="{FF2B5EF4-FFF2-40B4-BE49-F238E27FC236}">
                      <a16:creationId xmlns:a16="http://schemas.microsoft.com/office/drawing/2014/main" id="{57AE5783-8A0B-9772-0094-3C2BE51D13B3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9" name="TextBox 528">
                  <a:extLst>
                    <a:ext uri="{FF2B5EF4-FFF2-40B4-BE49-F238E27FC236}">
                      <a16:creationId xmlns:a16="http://schemas.microsoft.com/office/drawing/2014/main" id="{57AE5783-8A0B-9772-0094-3C2BE51D1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90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0" name="TextBox 529">
                  <a:extLst>
                    <a:ext uri="{FF2B5EF4-FFF2-40B4-BE49-F238E27FC236}">
                      <a16:creationId xmlns:a16="http://schemas.microsoft.com/office/drawing/2014/main" id="{DB28B2B9-E0E1-4AD5-2EA8-533D8D1A6F2C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0" name="TextBox 529">
                  <a:extLst>
                    <a:ext uri="{FF2B5EF4-FFF2-40B4-BE49-F238E27FC236}">
                      <a16:creationId xmlns:a16="http://schemas.microsoft.com/office/drawing/2014/main" id="{DB28B2B9-E0E1-4AD5-2EA8-533D8D1A6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91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1" name="TextBox 530">
                  <a:extLst>
                    <a:ext uri="{FF2B5EF4-FFF2-40B4-BE49-F238E27FC236}">
                      <a16:creationId xmlns:a16="http://schemas.microsoft.com/office/drawing/2014/main" id="{8306EEE6-442B-389B-19AC-21C73324AE65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1" name="TextBox 530">
                  <a:extLst>
                    <a:ext uri="{FF2B5EF4-FFF2-40B4-BE49-F238E27FC236}">
                      <a16:creationId xmlns:a16="http://schemas.microsoft.com/office/drawing/2014/main" id="{8306EEE6-442B-389B-19AC-21C73324AE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13"/>
                  <a:stretch>
                    <a:fillRect t="-909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2" name="TextBox 531">
                  <a:extLst>
                    <a:ext uri="{FF2B5EF4-FFF2-40B4-BE49-F238E27FC236}">
                      <a16:creationId xmlns:a16="http://schemas.microsoft.com/office/drawing/2014/main" id="{355A5C69-257D-F9E5-F531-ABD57FC79AEE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2" name="TextBox 531">
                  <a:extLst>
                    <a:ext uri="{FF2B5EF4-FFF2-40B4-BE49-F238E27FC236}">
                      <a16:creationId xmlns:a16="http://schemas.microsoft.com/office/drawing/2014/main" id="{355A5C69-257D-F9E5-F531-ABD57FC79A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92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3" name="Group 532">
            <a:extLst>
              <a:ext uri="{FF2B5EF4-FFF2-40B4-BE49-F238E27FC236}">
                <a16:creationId xmlns:a16="http://schemas.microsoft.com/office/drawing/2014/main" id="{75B8BAE9-C0C5-1CFD-B5B3-916CA2935025}"/>
              </a:ext>
            </a:extLst>
          </p:cNvPr>
          <p:cNvGrpSpPr/>
          <p:nvPr/>
        </p:nvGrpSpPr>
        <p:grpSpPr>
          <a:xfrm>
            <a:off x="5189148" y="18380349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4" name="TextBox 533">
                  <a:extLst>
                    <a:ext uri="{FF2B5EF4-FFF2-40B4-BE49-F238E27FC236}">
                      <a16:creationId xmlns:a16="http://schemas.microsoft.com/office/drawing/2014/main" id="{1301B421-D194-48C1-2B61-5D08EAAB9E1B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4" name="TextBox 533">
                  <a:extLst>
                    <a:ext uri="{FF2B5EF4-FFF2-40B4-BE49-F238E27FC236}">
                      <a16:creationId xmlns:a16="http://schemas.microsoft.com/office/drawing/2014/main" id="{1301B421-D194-48C1-2B61-5D08EAAB9E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93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5" name="TextBox 534">
                  <a:extLst>
                    <a:ext uri="{FF2B5EF4-FFF2-40B4-BE49-F238E27FC236}">
                      <a16:creationId xmlns:a16="http://schemas.microsoft.com/office/drawing/2014/main" id="{D5A0C7DA-2E53-2AFB-CA8B-662184AA2D3D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5" name="TextBox 534">
                  <a:extLst>
                    <a:ext uri="{FF2B5EF4-FFF2-40B4-BE49-F238E27FC236}">
                      <a16:creationId xmlns:a16="http://schemas.microsoft.com/office/drawing/2014/main" id="{D5A0C7DA-2E53-2AFB-CA8B-662184AA2D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94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6" name="TextBox 535">
                  <a:extLst>
                    <a:ext uri="{FF2B5EF4-FFF2-40B4-BE49-F238E27FC236}">
                      <a16:creationId xmlns:a16="http://schemas.microsoft.com/office/drawing/2014/main" id="{AD8582FC-6AFD-AEE2-BDBE-FA341F4D7183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6" name="TextBox 535">
                  <a:extLst>
                    <a:ext uri="{FF2B5EF4-FFF2-40B4-BE49-F238E27FC236}">
                      <a16:creationId xmlns:a16="http://schemas.microsoft.com/office/drawing/2014/main" id="{AD8582FC-6AFD-AEE2-BDBE-FA341F4D71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95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7" name="TextBox 536">
                  <a:extLst>
                    <a:ext uri="{FF2B5EF4-FFF2-40B4-BE49-F238E27FC236}">
                      <a16:creationId xmlns:a16="http://schemas.microsoft.com/office/drawing/2014/main" id="{27250585-7D46-1486-F0FC-FD0801D2D297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7" name="TextBox 536">
                  <a:extLst>
                    <a:ext uri="{FF2B5EF4-FFF2-40B4-BE49-F238E27FC236}">
                      <a16:creationId xmlns:a16="http://schemas.microsoft.com/office/drawing/2014/main" id="{27250585-7D46-1486-F0FC-FD0801D2D2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13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8" name="TextBox 537">
                  <a:extLst>
                    <a:ext uri="{FF2B5EF4-FFF2-40B4-BE49-F238E27FC236}">
                      <a16:creationId xmlns:a16="http://schemas.microsoft.com/office/drawing/2014/main" id="{0BF3CD0F-F346-9984-8EEB-89FCD43DE707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8" name="TextBox 537">
                  <a:extLst>
                    <a:ext uri="{FF2B5EF4-FFF2-40B4-BE49-F238E27FC236}">
                      <a16:creationId xmlns:a16="http://schemas.microsoft.com/office/drawing/2014/main" id="{0BF3CD0F-F346-9984-8EEB-89FCD43DE7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9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9" name="TextBox 538">
                  <a:extLst>
                    <a:ext uri="{FF2B5EF4-FFF2-40B4-BE49-F238E27FC236}">
                      <a16:creationId xmlns:a16="http://schemas.microsoft.com/office/drawing/2014/main" id="{D815F13D-841F-B7F7-0EF4-6C7254A054A8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9" name="TextBox 538">
                  <a:extLst>
                    <a:ext uri="{FF2B5EF4-FFF2-40B4-BE49-F238E27FC236}">
                      <a16:creationId xmlns:a16="http://schemas.microsoft.com/office/drawing/2014/main" id="{D815F13D-841F-B7F7-0EF4-6C7254A054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97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0" name="TextBox 539">
                  <a:extLst>
                    <a:ext uri="{FF2B5EF4-FFF2-40B4-BE49-F238E27FC236}">
                      <a16:creationId xmlns:a16="http://schemas.microsoft.com/office/drawing/2014/main" id="{59BA826E-28BC-5D0B-A727-D0C95C9810E0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0" name="TextBox 539">
                  <a:extLst>
                    <a:ext uri="{FF2B5EF4-FFF2-40B4-BE49-F238E27FC236}">
                      <a16:creationId xmlns:a16="http://schemas.microsoft.com/office/drawing/2014/main" id="{59BA826E-28BC-5D0B-A727-D0C95C9810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98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1" name="TextBox 540">
                  <a:extLst>
                    <a:ext uri="{FF2B5EF4-FFF2-40B4-BE49-F238E27FC236}">
                      <a16:creationId xmlns:a16="http://schemas.microsoft.com/office/drawing/2014/main" id="{640DEEF7-C49D-A96D-6B15-39348D58F0EA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1" name="TextBox 540">
                  <a:extLst>
                    <a:ext uri="{FF2B5EF4-FFF2-40B4-BE49-F238E27FC236}">
                      <a16:creationId xmlns:a16="http://schemas.microsoft.com/office/drawing/2014/main" id="{640DEEF7-C49D-A96D-6B15-39348D58F0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99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" name="TextBox 541">
                  <a:extLst>
                    <a:ext uri="{FF2B5EF4-FFF2-40B4-BE49-F238E27FC236}">
                      <a16:creationId xmlns:a16="http://schemas.microsoft.com/office/drawing/2014/main" id="{317EA52C-2558-60BE-7441-AC74DAAD299A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2" name="TextBox 541">
                  <a:extLst>
                    <a:ext uri="{FF2B5EF4-FFF2-40B4-BE49-F238E27FC236}">
                      <a16:creationId xmlns:a16="http://schemas.microsoft.com/office/drawing/2014/main" id="{317EA52C-2558-60BE-7441-AC74DAAD29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100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3" name="TextBox 542">
                  <a:extLst>
                    <a:ext uri="{FF2B5EF4-FFF2-40B4-BE49-F238E27FC236}">
                      <a16:creationId xmlns:a16="http://schemas.microsoft.com/office/drawing/2014/main" id="{CA306F3C-C97D-EF45-948E-A3AE2925D3D4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3" name="TextBox 542">
                  <a:extLst>
                    <a:ext uri="{FF2B5EF4-FFF2-40B4-BE49-F238E27FC236}">
                      <a16:creationId xmlns:a16="http://schemas.microsoft.com/office/drawing/2014/main" id="{CA306F3C-C97D-EF45-948E-A3AE2925D3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101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4" name="TextBox 543">
                  <a:extLst>
                    <a:ext uri="{FF2B5EF4-FFF2-40B4-BE49-F238E27FC236}">
                      <a16:creationId xmlns:a16="http://schemas.microsoft.com/office/drawing/2014/main" id="{DB40ECD9-4A73-96E0-9614-3376A005C68D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4" name="TextBox 543">
                  <a:extLst>
                    <a:ext uri="{FF2B5EF4-FFF2-40B4-BE49-F238E27FC236}">
                      <a16:creationId xmlns:a16="http://schemas.microsoft.com/office/drawing/2014/main" id="{DB40ECD9-4A73-96E0-9614-3376A005C6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102"/>
                  <a:stretch>
                    <a:fillRect l="-28125" r="-9375" b="-205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5" name="TextBox 544">
                  <a:extLst>
                    <a:ext uri="{FF2B5EF4-FFF2-40B4-BE49-F238E27FC236}">
                      <a16:creationId xmlns:a16="http://schemas.microsoft.com/office/drawing/2014/main" id="{D02A733D-3A85-B845-22DD-BDC74D5A2B8C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5" name="TextBox 544">
                  <a:extLst>
                    <a:ext uri="{FF2B5EF4-FFF2-40B4-BE49-F238E27FC236}">
                      <a16:creationId xmlns:a16="http://schemas.microsoft.com/office/drawing/2014/main" id="{D02A733D-3A85-B845-22DD-BDC74D5A2B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103"/>
                  <a:stretch>
                    <a:fillRect l="-28125" r="-9375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6" name="TextBox 545">
                  <a:extLst>
                    <a:ext uri="{FF2B5EF4-FFF2-40B4-BE49-F238E27FC236}">
                      <a16:creationId xmlns:a16="http://schemas.microsoft.com/office/drawing/2014/main" id="{5DAAB36C-7501-4AB8-1830-009565ECBDCC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6" name="TextBox 545">
                  <a:extLst>
                    <a:ext uri="{FF2B5EF4-FFF2-40B4-BE49-F238E27FC236}">
                      <a16:creationId xmlns:a16="http://schemas.microsoft.com/office/drawing/2014/main" id="{5DAAB36C-7501-4AB8-1830-009565ECB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104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7" name="TextBox 546">
                  <a:extLst>
                    <a:ext uri="{FF2B5EF4-FFF2-40B4-BE49-F238E27FC236}">
                      <a16:creationId xmlns:a16="http://schemas.microsoft.com/office/drawing/2014/main" id="{2DD8927A-AD02-EE9B-4B67-A4529337CD64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7" name="TextBox 546">
                  <a:extLst>
                    <a:ext uri="{FF2B5EF4-FFF2-40B4-BE49-F238E27FC236}">
                      <a16:creationId xmlns:a16="http://schemas.microsoft.com/office/drawing/2014/main" id="{2DD8927A-AD02-EE9B-4B67-A4529337CD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105"/>
                  <a:stretch>
                    <a:fillRect r="-1587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8" name="TextBox 547">
                  <a:extLst>
                    <a:ext uri="{FF2B5EF4-FFF2-40B4-BE49-F238E27FC236}">
                      <a16:creationId xmlns:a16="http://schemas.microsoft.com/office/drawing/2014/main" id="{6AE767BF-C813-AB24-8DDE-4C0937F1CE43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8" name="TextBox 547">
                  <a:extLst>
                    <a:ext uri="{FF2B5EF4-FFF2-40B4-BE49-F238E27FC236}">
                      <a16:creationId xmlns:a16="http://schemas.microsoft.com/office/drawing/2014/main" id="{6AE767BF-C813-AB24-8DDE-4C0937F1CE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106"/>
                  <a:stretch>
                    <a:fillRect r="-1205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9" name="TextBox 548">
                  <a:extLst>
                    <a:ext uri="{FF2B5EF4-FFF2-40B4-BE49-F238E27FC236}">
                      <a16:creationId xmlns:a16="http://schemas.microsoft.com/office/drawing/2014/main" id="{888CEDA8-4963-BF73-341C-E0D30A7D8759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9" name="TextBox 548">
                  <a:extLst>
                    <a:ext uri="{FF2B5EF4-FFF2-40B4-BE49-F238E27FC236}">
                      <a16:creationId xmlns:a16="http://schemas.microsoft.com/office/drawing/2014/main" id="{888CEDA8-4963-BF73-341C-E0D30A7D87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107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0" name="TextBox 549">
                  <a:extLst>
                    <a:ext uri="{FF2B5EF4-FFF2-40B4-BE49-F238E27FC236}">
                      <a16:creationId xmlns:a16="http://schemas.microsoft.com/office/drawing/2014/main" id="{E292436B-EAEE-0913-084F-6BEDEAA16D2F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0" name="TextBox 549">
                  <a:extLst>
                    <a:ext uri="{FF2B5EF4-FFF2-40B4-BE49-F238E27FC236}">
                      <a16:creationId xmlns:a16="http://schemas.microsoft.com/office/drawing/2014/main" id="{E292436B-EAEE-0913-084F-6BEDEAA16D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108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1" name="TextBox 550">
                  <a:extLst>
                    <a:ext uri="{FF2B5EF4-FFF2-40B4-BE49-F238E27FC236}">
                      <a16:creationId xmlns:a16="http://schemas.microsoft.com/office/drawing/2014/main" id="{D16422AA-88EB-2722-ADE6-9BD8DBA97875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1" name="TextBox 550">
                  <a:extLst>
                    <a:ext uri="{FF2B5EF4-FFF2-40B4-BE49-F238E27FC236}">
                      <a16:creationId xmlns:a16="http://schemas.microsoft.com/office/drawing/2014/main" id="{D16422AA-88EB-2722-ADE6-9BD8DBA978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109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2" name="TextBox 551">
                  <a:extLst>
                    <a:ext uri="{FF2B5EF4-FFF2-40B4-BE49-F238E27FC236}">
                      <a16:creationId xmlns:a16="http://schemas.microsoft.com/office/drawing/2014/main" id="{845016DD-7F43-8C7D-44F0-D87A1574E1D2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2" name="TextBox 551">
                  <a:extLst>
                    <a:ext uri="{FF2B5EF4-FFF2-40B4-BE49-F238E27FC236}">
                      <a16:creationId xmlns:a16="http://schemas.microsoft.com/office/drawing/2014/main" id="{845016DD-7F43-8C7D-44F0-D87A1574E1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110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3" name="TextBox 552">
                  <a:extLst>
                    <a:ext uri="{FF2B5EF4-FFF2-40B4-BE49-F238E27FC236}">
                      <a16:creationId xmlns:a16="http://schemas.microsoft.com/office/drawing/2014/main" id="{AFC21FCC-354D-49C3-EF04-C6A7D9E0DD39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3" name="TextBox 552">
                  <a:extLst>
                    <a:ext uri="{FF2B5EF4-FFF2-40B4-BE49-F238E27FC236}">
                      <a16:creationId xmlns:a16="http://schemas.microsoft.com/office/drawing/2014/main" id="{AFC21FCC-354D-49C3-EF04-C6A7D9E0DD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111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4" name="TextBox 553">
                  <a:extLst>
                    <a:ext uri="{FF2B5EF4-FFF2-40B4-BE49-F238E27FC236}">
                      <a16:creationId xmlns:a16="http://schemas.microsoft.com/office/drawing/2014/main" id="{39CF29E1-F7A0-4AA5-CDE0-6ECF452C6ABE}"/>
                    </a:ext>
                  </a:extLst>
                </p:cNvPr>
                <p:cNvSpPr txBox="1"/>
                <p:nvPr/>
              </p:nvSpPr>
              <p:spPr>
                <a:xfrm>
                  <a:off x="3626636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4" name="TextBox 553">
                  <a:extLst>
                    <a:ext uri="{FF2B5EF4-FFF2-40B4-BE49-F238E27FC236}">
                      <a16:creationId xmlns:a16="http://schemas.microsoft.com/office/drawing/2014/main" id="{39CF29E1-F7A0-4AA5-CDE0-6ECF452C6A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6636" y="13834811"/>
                  <a:ext cx="474810" cy="400110"/>
                </a:xfrm>
                <a:prstGeom prst="rect">
                  <a:avLst/>
                </a:prstGeom>
                <a:blipFill>
                  <a:blip r:embed="rId13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5" name="TextBox 554">
                  <a:extLst>
                    <a:ext uri="{FF2B5EF4-FFF2-40B4-BE49-F238E27FC236}">
                      <a16:creationId xmlns:a16="http://schemas.microsoft.com/office/drawing/2014/main" id="{2C86FC2A-3555-7665-EEA0-4ECBD64E40BD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5" name="TextBox 554">
                  <a:extLst>
                    <a:ext uri="{FF2B5EF4-FFF2-40B4-BE49-F238E27FC236}">
                      <a16:creationId xmlns:a16="http://schemas.microsoft.com/office/drawing/2014/main" id="{2C86FC2A-3555-7665-EEA0-4ECBD64E40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13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F5A297E3-C8E4-4D88-69CB-58A07B9051FF}"/>
              </a:ext>
            </a:extLst>
          </p:cNvPr>
          <p:cNvGrpSpPr/>
          <p:nvPr/>
        </p:nvGrpSpPr>
        <p:grpSpPr>
          <a:xfrm>
            <a:off x="5205755" y="22020719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7" name="TextBox 556">
                  <a:extLst>
                    <a:ext uri="{FF2B5EF4-FFF2-40B4-BE49-F238E27FC236}">
                      <a16:creationId xmlns:a16="http://schemas.microsoft.com/office/drawing/2014/main" id="{B839D838-9386-C798-5431-4E8161474BF4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7" name="TextBox 556">
                  <a:extLst>
                    <a:ext uri="{FF2B5EF4-FFF2-40B4-BE49-F238E27FC236}">
                      <a16:creationId xmlns:a16="http://schemas.microsoft.com/office/drawing/2014/main" id="{B839D838-9386-C798-5431-4E8161474B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112"/>
                  <a:stretch>
                    <a:fillRect r="-238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8" name="TextBox 557">
                  <a:extLst>
                    <a:ext uri="{FF2B5EF4-FFF2-40B4-BE49-F238E27FC236}">
                      <a16:creationId xmlns:a16="http://schemas.microsoft.com/office/drawing/2014/main" id="{8CABA1B7-17F1-9D41-8CB0-75ABF58A3148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8" name="TextBox 557">
                  <a:extLst>
                    <a:ext uri="{FF2B5EF4-FFF2-40B4-BE49-F238E27FC236}">
                      <a16:creationId xmlns:a16="http://schemas.microsoft.com/office/drawing/2014/main" id="{8CABA1B7-17F1-9D41-8CB0-75ABF58A31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113"/>
                  <a:stretch>
                    <a:fillRect r="-2326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9" name="TextBox 558">
                  <a:extLst>
                    <a:ext uri="{FF2B5EF4-FFF2-40B4-BE49-F238E27FC236}">
                      <a16:creationId xmlns:a16="http://schemas.microsoft.com/office/drawing/2014/main" id="{AD6BF1A5-271D-14C5-5B29-835548AE0262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9" name="TextBox 558">
                  <a:extLst>
                    <a:ext uri="{FF2B5EF4-FFF2-40B4-BE49-F238E27FC236}">
                      <a16:creationId xmlns:a16="http://schemas.microsoft.com/office/drawing/2014/main" id="{AD6BF1A5-271D-14C5-5B29-835548AE02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114"/>
                  <a:stretch>
                    <a:fillRect r="-161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0" name="TextBox 559">
                  <a:extLst>
                    <a:ext uri="{FF2B5EF4-FFF2-40B4-BE49-F238E27FC236}">
                      <a16:creationId xmlns:a16="http://schemas.microsoft.com/office/drawing/2014/main" id="{81FCDD7B-CD7C-E595-9DC6-EA7B4A03A576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0" name="TextBox 559">
                  <a:extLst>
                    <a:ext uri="{FF2B5EF4-FFF2-40B4-BE49-F238E27FC236}">
                      <a16:creationId xmlns:a16="http://schemas.microsoft.com/office/drawing/2014/main" id="{81FCDD7B-CD7C-E595-9DC6-EA7B4A03A5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115"/>
                  <a:stretch>
                    <a:fillRect t="-6061" r="-17949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1" name="TextBox 560">
                  <a:extLst>
                    <a:ext uri="{FF2B5EF4-FFF2-40B4-BE49-F238E27FC236}">
                      <a16:creationId xmlns:a16="http://schemas.microsoft.com/office/drawing/2014/main" id="{64EECE6F-9757-BA7A-BF83-46A75AAB4042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1" name="TextBox 560">
                  <a:extLst>
                    <a:ext uri="{FF2B5EF4-FFF2-40B4-BE49-F238E27FC236}">
                      <a16:creationId xmlns:a16="http://schemas.microsoft.com/office/drawing/2014/main" id="{64EECE6F-9757-BA7A-BF83-46A75AAB40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116"/>
                  <a:stretch>
                    <a:fillRect r="-161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2" name="TextBox 561">
                  <a:extLst>
                    <a:ext uri="{FF2B5EF4-FFF2-40B4-BE49-F238E27FC236}">
                      <a16:creationId xmlns:a16="http://schemas.microsoft.com/office/drawing/2014/main" id="{D8A1CDAC-1596-3075-8F2A-65739BF0DDBC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2" name="TextBox 561">
                  <a:extLst>
                    <a:ext uri="{FF2B5EF4-FFF2-40B4-BE49-F238E27FC236}">
                      <a16:creationId xmlns:a16="http://schemas.microsoft.com/office/drawing/2014/main" id="{D8A1CDAC-1596-3075-8F2A-65739BF0DD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117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3" name="TextBox 562">
                  <a:extLst>
                    <a:ext uri="{FF2B5EF4-FFF2-40B4-BE49-F238E27FC236}">
                      <a16:creationId xmlns:a16="http://schemas.microsoft.com/office/drawing/2014/main" id="{000C7A7A-8EDD-4188-CBE9-D3116A335971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3" name="TextBox 562">
                  <a:extLst>
                    <a:ext uri="{FF2B5EF4-FFF2-40B4-BE49-F238E27FC236}">
                      <a16:creationId xmlns:a16="http://schemas.microsoft.com/office/drawing/2014/main" id="{000C7A7A-8EDD-4188-CBE9-D3116A3359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118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4" name="TextBox 563">
                  <a:extLst>
                    <a:ext uri="{FF2B5EF4-FFF2-40B4-BE49-F238E27FC236}">
                      <a16:creationId xmlns:a16="http://schemas.microsoft.com/office/drawing/2014/main" id="{BFCFDA3C-0022-E166-4A79-C0A952D9D39F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4" name="TextBox 563">
                  <a:extLst>
                    <a:ext uri="{FF2B5EF4-FFF2-40B4-BE49-F238E27FC236}">
                      <a16:creationId xmlns:a16="http://schemas.microsoft.com/office/drawing/2014/main" id="{BFCFDA3C-0022-E166-4A79-C0A952D9D3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119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5" name="TextBox 564">
                  <a:extLst>
                    <a:ext uri="{FF2B5EF4-FFF2-40B4-BE49-F238E27FC236}">
                      <a16:creationId xmlns:a16="http://schemas.microsoft.com/office/drawing/2014/main" id="{9FBBBA8C-341C-BB17-85D4-77C425CA18D5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5" name="TextBox 564">
                  <a:extLst>
                    <a:ext uri="{FF2B5EF4-FFF2-40B4-BE49-F238E27FC236}">
                      <a16:creationId xmlns:a16="http://schemas.microsoft.com/office/drawing/2014/main" id="{9FBBBA8C-341C-BB17-85D4-77C425CA18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115"/>
                  <a:stretch>
                    <a:fillRect t="-6061" r="-17949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6" name="TextBox 565">
                  <a:extLst>
                    <a:ext uri="{FF2B5EF4-FFF2-40B4-BE49-F238E27FC236}">
                      <a16:creationId xmlns:a16="http://schemas.microsoft.com/office/drawing/2014/main" id="{33AEA69A-E851-D928-98A5-E7DFB73D91F9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6" name="TextBox 565">
                  <a:extLst>
                    <a:ext uri="{FF2B5EF4-FFF2-40B4-BE49-F238E27FC236}">
                      <a16:creationId xmlns:a16="http://schemas.microsoft.com/office/drawing/2014/main" id="{33AEA69A-E851-D928-98A5-E7DFB73D91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120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7" name="TextBox 566">
                  <a:extLst>
                    <a:ext uri="{FF2B5EF4-FFF2-40B4-BE49-F238E27FC236}">
                      <a16:creationId xmlns:a16="http://schemas.microsoft.com/office/drawing/2014/main" id="{16721057-2F0A-E875-3661-D4035AA75C3A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7" name="TextBox 566">
                  <a:extLst>
                    <a:ext uri="{FF2B5EF4-FFF2-40B4-BE49-F238E27FC236}">
                      <a16:creationId xmlns:a16="http://schemas.microsoft.com/office/drawing/2014/main" id="{16721057-2F0A-E875-3661-D4035AA75C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121"/>
                  <a:stretch>
                    <a:fillRect l="-28125" r="-9375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8" name="TextBox 567">
                  <a:extLst>
                    <a:ext uri="{FF2B5EF4-FFF2-40B4-BE49-F238E27FC236}">
                      <a16:creationId xmlns:a16="http://schemas.microsoft.com/office/drawing/2014/main" id="{7382071F-B64A-888F-4D5F-CA5A0F7C0102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8" name="TextBox 567">
                  <a:extLst>
                    <a:ext uri="{FF2B5EF4-FFF2-40B4-BE49-F238E27FC236}">
                      <a16:creationId xmlns:a16="http://schemas.microsoft.com/office/drawing/2014/main" id="{7382071F-B64A-888F-4D5F-CA5A0F7C01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122"/>
                  <a:stretch>
                    <a:fillRect l="-28125" r="-9375" b="-205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9" name="TextBox 568">
                  <a:extLst>
                    <a:ext uri="{FF2B5EF4-FFF2-40B4-BE49-F238E27FC236}">
                      <a16:creationId xmlns:a16="http://schemas.microsoft.com/office/drawing/2014/main" id="{0A608489-F6BA-F013-FF26-04EB426C7FEC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69" name="TextBox 568">
                  <a:extLst>
                    <a:ext uri="{FF2B5EF4-FFF2-40B4-BE49-F238E27FC236}">
                      <a16:creationId xmlns:a16="http://schemas.microsoft.com/office/drawing/2014/main" id="{0A608489-F6BA-F013-FF26-04EB426C7F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123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0" name="TextBox 569">
                  <a:extLst>
                    <a:ext uri="{FF2B5EF4-FFF2-40B4-BE49-F238E27FC236}">
                      <a16:creationId xmlns:a16="http://schemas.microsoft.com/office/drawing/2014/main" id="{116D6112-0CC4-D589-D768-6EDA7084A71D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0" name="TextBox 569">
                  <a:extLst>
                    <a:ext uri="{FF2B5EF4-FFF2-40B4-BE49-F238E27FC236}">
                      <a16:creationId xmlns:a16="http://schemas.microsoft.com/office/drawing/2014/main" id="{116D6112-0CC4-D589-D768-6EDA7084A7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124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1" name="TextBox 570">
                  <a:extLst>
                    <a:ext uri="{FF2B5EF4-FFF2-40B4-BE49-F238E27FC236}">
                      <a16:creationId xmlns:a16="http://schemas.microsoft.com/office/drawing/2014/main" id="{EC132636-ECBA-1C53-0AFF-6EF278302EAA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1" name="TextBox 570">
                  <a:extLst>
                    <a:ext uri="{FF2B5EF4-FFF2-40B4-BE49-F238E27FC236}">
                      <a16:creationId xmlns:a16="http://schemas.microsoft.com/office/drawing/2014/main" id="{EC132636-ECBA-1C53-0AFF-6EF278302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125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2" name="TextBox 571">
                  <a:extLst>
                    <a:ext uri="{FF2B5EF4-FFF2-40B4-BE49-F238E27FC236}">
                      <a16:creationId xmlns:a16="http://schemas.microsoft.com/office/drawing/2014/main" id="{E2BFF86C-14EC-037C-0E56-1A8183632B10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2" name="TextBox 571">
                  <a:extLst>
                    <a:ext uri="{FF2B5EF4-FFF2-40B4-BE49-F238E27FC236}">
                      <a16:creationId xmlns:a16="http://schemas.microsoft.com/office/drawing/2014/main" id="{E2BFF86C-14EC-037C-0E56-1A8183632B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126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3" name="TextBox 572">
                  <a:extLst>
                    <a:ext uri="{FF2B5EF4-FFF2-40B4-BE49-F238E27FC236}">
                      <a16:creationId xmlns:a16="http://schemas.microsoft.com/office/drawing/2014/main" id="{7EAC19BC-E6E9-F8C5-B563-A23B8FB40E76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3" name="TextBox 572">
                  <a:extLst>
                    <a:ext uri="{FF2B5EF4-FFF2-40B4-BE49-F238E27FC236}">
                      <a16:creationId xmlns:a16="http://schemas.microsoft.com/office/drawing/2014/main" id="{7EAC19BC-E6E9-F8C5-B563-A23B8FB40E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127"/>
                  <a:stretch>
                    <a:fillRect r="-156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4" name="TextBox 573">
                  <a:extLst>
                    <a:ext uri="{FF2B5EF4-FFF2-40B4-BE49-F238E27FC236}">
                      <a16:creationId xmlns:a16="http://schemas.microsoft.com/office/drawing/2014/main" id="{3D93EFB0-6C36-EAD9-E8B0-BAF7B49AB636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4" name="TextBox 573">
                  <a:extLst>
                    <a:ext uri="{FF2B5EF4-FFF2-40B4-BE49-F238E27FC236}">
                      <a16:creationId xmlns:a16="http://schemas.microsoft.com/office/drawing/2014/main" id="{3D93EFB0-6C36-EAD9-E8B0-BAF7B49AB6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128"/>
                  <a:stretch>
                    <a:fillRect r="-1587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5" name="TextBox 574">
                  <a:extLst>
                    <a:ext uri="{FF2B5EF4-FFF2-40B4-BE49-F238E27FC236}">
                      <a16:creationId xmlns:a16="http://schemas.microsoft.com/office/drawing/2014/main" id="{DCBDF18F-5462-A890-7594-42C69347A0F1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5" name="TextBox 574">
                  <a:extLst>
                    <a:ext uri="{FF2B5EF4-FFF2-40B4-BE49-F238E27FC236}">
                      <a16:creationId xmlns:a16="http://schemas.microsoft.com/office/drawing/2014/main" id="{DCBDF18F-5462-A890-7594-42C69347A0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129"/>
                  <a:stretch>
                    <a:fillRect r="-1205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6" name="TextBox 575">
                  <a:extLst>
                    <a:ext uri="{FF2B5EF4-FFF2-40B4-BE49-F238E27FC236}">
                      <a16:creationId xmlns:a16="http://schemas.microsoft.com/office/drawing/2014/main" id="{C2D0C32C-9EA8-50B7-B689-C9F4C5606C8F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6" name="TextBox 575">
                  <a:extLst>
                    <a:ext uri="{FF2B5EF4-FFF2-40B4-BE49-F238E27FC236}">
                      <a16:creationId xmlns:a16="http://schemas.microsoft.com/office/drawing/2014/main" id="{C2D0C32C-9EA8-50B7-B689-C9F4C5606C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130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7" name="TextBox 576">
                  <a:extLst>
                    <a:ext uri="{FF2B5EF4-FFF2-40B4-BE49-F238E27FC236}">
                      <a16:creationId xmlns:a16="http://schemas.microsoft.com/office/drawing/2014/main" id="{9ECF9C45-7008-089E-4F1D-21B63A17DF51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7" name="TextBox 576">
                  <a:extLst>
                    <a:ext uri="{FF2B5EF4-FFF2-40B4-BE49-F238E27FC236}">
                      <a16:creationId xmlns:a16="http://schemas.microsoft.com/office/drawing/2014/main" id="{9ECF9C45-7008-089E-4F1D-21B63A17DF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131"/>
                  <a:stretch>
                    <a:fillRect t="-9091" r="-17949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8" name="TextBox 577">
                  <a:extLst>
                    <a:ext uri="{FF2B5EF4-FFF2-40B4-BE49-F238E27FC236}">
                      <a16:creationId xmlns:a16="http://schemas.microsoft.com/office/drawing/2014/main" id="{D07137E1-6456-F476-D7DF-341E100F9071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78" name="TextBox 577">
                  <a:extLst>
                    <a:ext uri="{FF2B5EF4-FFF2-40B4-BE49-F238E27FC236}">
                      <a16:creationId xmlns:a16="http://schemas.microsoft.com/office/drawing/2014/main" id="{D07137E1-6456-F476-D7DF-341E100F90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115"/>
                  <a:stretch>
                    <a:fillRect t="-606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79" name="TextBox 578">
            <a:extLst>
              <a:ext uri="{FF2B5EF4-FFF2-40B4-BE49-F238E27FC236}">
                <a16:creationId xmlns:a16="http://schemas.microsoft.com/office/drawing/2014/main" id="{96B48255-9651-5811-EA42-6D2E1BB266B7}"/>
              </a:ext>
            </a:extLst>
          </p:cNvPr>
          <p:cNvSpPr txBox="1"/>
          <p:nvPr/>
        </p:nvSpPr>
        <p:spPr>
          <a:xfrm>
            <a:off x="7659398" y="10742622"/>
            <a:ext cx="31384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/>
              <a:t>Northern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3505077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B908C-13D2-C8EB-A65E-C2248391A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292">
            <a:extLst>
              <a:ext uri="{FF2B5EF4-FFF2-40B4-BE49-F238E27FC236}">
                <a16:creationId xmlns:a16="http://schemas.microsoft.com/office/drawing/2014/main" id="{73BCD484-D23F-6E68-910F-5AC80F4D737C}"/>
              </a:ext>
            </a:extLst>
          </p:cNvPr>
          <p:cNvSpPr/>
          <p:nvPr/>
        </p:nvSpPr>
        <p:spPr>
          <a:xfrm>
            <a:off x="8895915" y="14717355"/>
            <a:ext cx="3649037" cy="36490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F47D1B86-8014-15EC-228D-06A2F8590F12}"/>
                  </a:ext>
                </a:extLst>
              </p:cNvPr>
              <p:cNvSpPr txBox="1"/>
              <p:nvPr/>
            </p:nvSpPr>
            <p:spPr>
              <a:xfrm>
                <a:off x="10323538" y="16280886"/>
                <a:ext cx="1256819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F47D1B86-8014-15EC-228D-06A2F8590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3538" y="16280886"/>
                <a:ext cx="1256819" cy="5661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624469E5-BAC4-3D76-190D-0AEC78DFC653}"/>
              </a:ext>
            </a:extLst>
          </p:cNvPr>
          <p:cNvSpPr/>
          <p:nvPr/>
        </p:nvSpPr>
        <p:spPr>
          <a:xfrm rot="5400000">
            <a:off x="5206078" y="14731270"/>
            <a:ext cx="3649037" cy="3649037"/>
          </a:xfrm>
          <a:prstGeom prst="rect">
            <a:avLst/>
          </a:prstGeom>
          <a:pattFill prst="pct4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40E2A4-7FFA-AC92-36D7-BEED1BFF8714}"/>
              </a:ext>
            </a:extLst>
          </p:cNvPr>
          <p:cNvSpPr/>
          <p:nvPr/>
        </p:nvSpPr>
        <p:spPr>
          <a:xfrm rot="5400000">
            <a:off x="5206077" y="14731270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E8450B0-1945-B45C-679A-5F7EC4AD3280}"/>
              </a:ext>
            </a:extLst>
          </p:cNvPr>
          <p:cNvGrpSpPr/>
          <p:nvPr/>
        </p:nvGrpSpPr>
        <p:grpSpPr>
          <a:xfrm rot="5400000">
            <a:off x="5555796" y="15075371"/>
            <a:ext cx="3027141" cy="2995860"/>
            <a:chOff x="1386039" y="1479887"/>
            <a:chExt cx="3027141" cy="299586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DB55AA3-3319-4BEC-E494-9E7E87AB8910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2692295-D0FE-F639-F210-DB0B5E6A8601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9765383-2469-8681-D135-E01FC824B651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156FFEB-BED2-73C2-E8E8-8ACD5E266A5F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6E9936B-71BE-39F7-5FA1-5DFC307C5257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21B5859-849E-456D-9774-493D7F72AAE0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C4A277C-6BD4-A9DB-F221-2949F446B43B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45CF516-269E-4AD4-3AA8-2899BE08D6BE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BD8EBF4-D682-F37B-59C7-3699EB6641BC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AC41467-7703-4B06-DD36-F4439C03FD96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0751F77-FF6B-8D50-C89B-4769C603EAA3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CC7B2C3-F5FF-CADB-360A-EBB6B5604236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E18AFDA-1C48-4B8C-E215-D430774420C5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EB7A69A-3012-1529-8ACA-18DBBF1F80AE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2A5713B-7A69-1DFD-71DB-0C5DB96BC38C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1A9B554-CE0A-0F2F-312D-F6C776BD40AF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41CA08D2-8B91-B278-8DAD-43C1FF666C48}"/>
                  </a:ext>
                </a:extLst>
              </p:cNvPr>
              <p:cNvSpPr txBox="1"/>
              <p:nvPr/>
            </p:nvSpPr>
            <p:spPr>
              <a:xfrm>
                <a:off x="5914683" y="12704403"/>
                <a:ext cx="1215269" cy="566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41CA08D2-8B91-B278-8DAD-43C1FF666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683" y="12704403"/>
                <a:ext cx="1215269" cy="5661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9D0D3ADB-677C-8D6B-89A3-7A3DA59FD3FA}"/>
                  </a:ext>
                </a:extLst>
              </p:cNvPr>
              <p:cNvSpPr txBox="1"/>
              <p:nvPr/>
            </p:nvSpPr>
            <p:spPr>
              <a:xfrm>
                <a:off x="5910822" y="12328718"/>
                <a:ext cx="2407647" cy="566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MPI=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.1.∗∗.1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9D0D3ADB-677C-8D6B-89A3-7A3DA59FD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822" y="12328718"/>
                <a:ext cx="2407647" cy="566181"/>
              </a:xfrm>
              <a:prstGeom prst="rect">
                <a:avLst/>
              </a:prstGeom>
              <a:blipFill>
                <a:blip r:embed="rId5"/>
                <a:stretch>
                  <a:fillRect l="-2094" t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8C702D8D-61EE-BA58-988B-12117A623CEE}"/>
                  </a:ext>
                </a:extLst>
              </p:cNvPr>
              <p:cNvSpPr txBox="1"/>
              <p:nvPr/>
            </p:nvSpPr>
            <p:spPr>
              <a:xfrm>
                <a:off x="5887201" y="11928308"/>
                <a:ext cx="3032818" cy="566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Lattice=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.∗.10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8C702D8D-61EE-BA58-988B-12117A623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201" y="11928308"/>
                <a:ext cx="3032818" cy="566181"/>
              </a:xfrm>
              <a:prstGeom prst="rect">
                <a:avLst/>
              </a:prstGeom>
              <a:blipFill>
                <a:blip r:embed="rId6"/>
                <a:stretch>
                  <a:fillRect l="-1667" t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0" name="Oval 259">
            <a:extLst>
              <a:ext uri="{FF2B5EF4-FFF2-40B4-BE49-F238E27FC236}">
                <a16:creationId xmlns:a16="http://schemas.microsoft.com/office/drawing/2014/main" id="{00EEAF3E-C64E-2B67-B26D-1362A7DDE8A3}"/>
              </a:ext>
            </a:extLst>
          </p:cNvPr>
          <p:cNvSpPr/>
          <p:nvPr/>
        </p:nvSpPr>
        <p:spPr>
          <a:xfrm>
            <a:off x="9228643" y="14181793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C0B50E9D-E414-0172-9419-B763DDCEE81E}"/>
              </a:ext>
            </a:extLst>
          </p:cNvPr>
          <p:cNvSpPr txBox="1"/>
          <p:nvPr/>
        </p:nvSpPr>
        <p:spPr>
          <a:xfrm>
            <a:off x="8775550" y="13972822"/>
            <a:ext cx="691215" cy="566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983E2327-B376-64D2-C652-189A8177B663}"/>
                  </a:ext>
                </a:extLst>
              </p:cNvPr>
              <p:cNvSpPr txBox="1"/>
              <p:nvPr/>
            </p:nvSpPr>
            <p:spPr>
              <a:xfrm>
                <a:off x="6438831" y="16294801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983E2327-B376-64D2-C652-189A8177B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831" y="16294801"/>
                <a:ext cx="1945341" cy="5661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2" name="Rectangle 291">
            <a:extLst>
              <a:ext uri="{FF2B5EF4-FFF2-40B4-BE49-F238E27FC236}">
                <a16:creationId xmlns:a16="http://schemas.microsoft.com/office/drawing/2014/main" id="{ABA77E5D-9DD6-C6D2-CDB4-A24C9A8639AE}"/>
              </a:ext>
            </a:extLst>
          </p:cNvPr>
          <p:cNvSpPr/>
          <p:nvPr/>
        </p:nvSpPr>
        <p:spPr>
          <a:xfrm>
            <a:off x="8892151" y="18392224"/>
            <a:ext cx="3652800" cy="3652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E92D5E89-C3A1-F1FA-40EF-E421BFC2CCC5}"/>
              </a:ext>
            </a:extLst>
          </p:cNvPr>
          <p:cNvSpPr/>
          <p:nvPr/>
        </p:nvSpPr>
        <p:spPr>
          <a:xfrm>
            <a:off x="8895914" y="1471735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75C6F1BA-5792-35F3-1825-A47549A8D5B5}"/>
              </a:ext>
            </a:extLst>
          </p:cNvPr>
          <p:cNvGrpSpPr/>
          <p:nvPr/>
        </p:nvGrpSpPr>
        <p:grpSpPr>
          <a:xfrm>
            <a:off x="9245633" y="15061456"/>
            <a:ext cx="3027141" cy="2995860"/>
            <a:chOff x="1386039" y="1479887"/>
            <a:chExt cx="3027141" cy="2995860"/>
          </a:xfrm>
        </p:grpSpPr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5CE88638-7EEA-1D81-B849-05430BBBDFC7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F5AF03E9-0AB9-7628-10A5-371BCC94A123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2352E6B6-D7BD-4D43-47A6-DE2D72FB1BCD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9FDDF42E-2061-05E7-9DBE-0D02EE1902E6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A05B0C00-E0A2-FDD6-470A-86CBA02F874D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Oval 300">
              <a:extLst>
                <a:ext uri="{FF2B5EF4-FFF2-40B4-BE49-F238E27FC236}">
                  <a16:creationId xmlns:a16="http://schemas.microsoft.com/office/drawing/2014/main" id="{2829B51D-1BC1-01DF-204B-C823BFFCB6FD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8E998146-D964-EC8B-E81D-7FA0264348A2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F92F8682-FBE0-AF0C-2613-76D8D96F3099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5B59FE55-C75A-0463-D46C-633CCCDD531D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F4CACBB0-996F-50C3-274E-5F76896227BB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89D7458C-D58B-ACED-093C-A0069878D46D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674CF404-4318-912B-C6C4-5BDE0037499C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43338C40-D409-6F1F-F6DD-BCEEAC93A5A8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88C3E95E-8732-578B-D845-9C16AB58ADA7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E9C4E8ED-D1D5-B325-CCDD-122E302B3FAB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D08D2D7F-E961-9848-A819-C1428D5988DA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2" name="Rectangle 311">
            <a:extLst>
              <a:ext uri="{FF2B5EF4-FFF2-40B4-BE49-F238E27FC236}">
                <a16:creationId xmlns:a16="http://schemas.microsoft.com/office/drawing/2014/main" id="{CF41BFCF-0EE9-58D8-6A9F-FAA209219F4B}"/>
              </a:ext>
            </a:extLst>
          </p:cNvPr>
          <p:cNvSpPr/>
          <p:nvPr/>
        </p:nvSpPr>
        <p:spPr>
          <a:xfrm>
            <a:off x="8894653" y="18372745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DF747388-8F9C-48F1-048F-CC3E956E9B2D}"/>
              </a:ext>
            </a:extLst>
          </p:cNvPr>
          <p:cNvGrpSpPr/>
          <p:nvPr/>
        </p:nvGrpSpPr>
        <p:grpSpPr>
          <a:xfrm>
            <a:off x="9244372" y="18716846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8AB465CA-D9CA-BFD7-9439-B93593236323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04A3A946-A47F-879D-8887-F59611BBCDC5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A6AB4909-BDEE-FE44-799E-8795EA4B3775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7B3DD104-F1B7-0D90-5584-679F60CB3066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449E3021-0ED0-19B3-45A8-3A4D14A01844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9" name="Oval 318">
              <a:extLst>
                <a:ext uri="{FF2B5EF4-FFF2-40B4-BE49-F238E27FC236}">
                  <a16:creationId xmlns:a16="http://schemas.microsoft.com/office/drawing/2014/main" id="{B896CACE-DA92-EDEC-29AD-D66FB15AE3FD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55A4EB81-87A2-CE45-BA8E-53235183B7A2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CA8FA89E-9DF8-8C3E-ADE0-5375C88A8A06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941CF29E-EA43-0C26-0827-3E2A1C391264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3FF494B8-6F4B-B733-5908-E2BA49ED86C3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116F68AC-38D9-496B-2A41-CFDCD1C1D60C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483CBDE6-B995-2B10-3CEF-37B5F4CBA114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C0D86007-0651-3986-141A-85CDD8DA9F9D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FA58765C-1A96-35B4-4CC0-D31AE2A54EA2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8C79D084-6DAE-A8E0-F1C2-C1A9209D1AB6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4E033CDD-A0C6-6B5C-4390-E00E099798C7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617F028A-2A53-54E2-0A0C-998302D3F2A1}"/>
                  </a:ext>
                </a:extLst>
              </p:cNvPr>
              <p:cNvSpPr txBox="1"/>
              <p:nvPr/>
            </p:nvSpPr>
            <p:spPr>
              <a:xfrm>
                <a:off x="10104285" y="19914793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617F028A-2A53-54E2-0A0C-998302D3F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4285" y="19914793"/>
                <a:ext cx="1945341" cy="5661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4" name="Group 353">
            <a:extLst>
              <a:ext uri="{FF2B5EF4-FFF2-40B4-BE49-F238E27FC236}">
                <a16:creationId xmlns:a16="http://schemas.microsoft.com/office/drawing/2014/main" id="{97C191C4-B3F0-0DD2-0211-FD47B0D3AFD2}"/>
              </a:ext>
            </a:extLst>
          </p:cNvPr>
          <p:cNvGrpSpPr/>
          <p:nvPr/>
        </p:nvGrpSpPr>
        <p:grpSpPr>
          <a:xfrm>
            <a:off x="8920345" y="14725055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5" name="TextBox 354">
                  <a:extLst>
                    <a:ext uri="{FF2B5EF4-FFF2-40B4-BE49-F238E27FC236}">
                      <a16:creationId xmlns:a16="http://schemas.microsoft.com/office/drawing/2014/main" id="{3488FFB1-D4A6-23AC-83FD-FDD38E086902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5" name="TextBox 354">
                  <a:extLst>
                    <a:ext uri="{FF2B5EF4-FFF2-40B4-BE49-F238E27FC236}">
                      <a16:creationId xmlns:a16="http://schemas.microsoft.com/office/drawing/2014/main" id="{3488FFB1-D4A6-23AC-83FD-FDD38E0869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9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6" name="TextBox 355">
                  <a:extLst>
                    <a:ext uri="{FF2B5EF4-FFF2-40B4-BE49-F238E27FC236}">
                      <a16:creationId xmlns:a16="http://schemas.microsoft.com/office/drawing/2014/main" id="{A13FD298-49DF-B14F-4831-709C96489DFF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6" name="TextBox 355">
                  <a:extLst>
                    <a:ext uri="{FF2B5EF4-FFF2-40B4-BE49-F238E27FC236}">
                      <a16:creationId xmlns:a16="http://schemas.microsoft.com/office/drawing/2014/main" id="{A13FD298-49DF-B14F-4831-709C96489D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10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7" name="TextBox 356">
                  <a:extLst>
                    <a:ext uri="{FF2B5EF4-FFF2-40B4-BE49-F238E27FC236}">
                      <a16:creationId xmlns:a16="http://schemas.microsoft.com/office/drawing/2014/main" id="{0A7546AC-204F-DEFC-59DB-BDAB99865A49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7" name="TextBox 356">
                  <a:extLst>
                    <a:ext uri="{FF2B5EF4-FFF2-40B4-BE49-F238E27FC236}">
                      <a16:creationId xmlns:a16="http://schemas.microsoft.com/office/drawing/2014/main" id="{0A7546AC-204F-DEFC-59DB-BDAB99865A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11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8" name="TextBox 357">
                  <a:extLst>
                    <a:ext uri="{FF2B5EF4-FFF2-40B4-BE49-F238E27FC236}">
                      <a16:creationId xmlns:a16="http://schemas.microsoft.com/office/drawing/2014/main" id="{F4771608-6EEE-AC61-957D-B1F02CCE9751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8" name="TextBox 357">
                  <a:extLst>
                    <a:ext uri="{FF2B5EF4-FFF2-40B4-BE49-F238E27FC236}">
                      <a16:creationId xmlns:a16="http://schemas.microsoft.com/office/drawing/2014/main" id="{F4771608-6EEE-AC61-957D-B1F02CCE97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1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5CF7C8D3-08A0-8C57-F14D-4DAE3952EB55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59" name="TextBox 358">
                  <a:extLst>
                    <a:ext uri="{FF2B5EF4-FFF2-40B4-BE49-F238E27FC236}">
                      <a16:creationId xmlns:a16="http://schemas.microsoft.com/office/drawing/2014/main" id="{5CF7C8D3-08A0-8C57-F14D-4DAE3952EB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1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D3E5E1EC-57E5-F72F-2B35-7C545E8A22FF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0" name="TextBox 359">
                  <a:extLst>
                    <a:ext uri="{FF2B5EF4-FFF2-40B4-BE49-F238E27FC236}">
                      <a16:creationId xmlns:a16="http://schemas.microsoft.com/office/drawing/2014/main" id="{D3E5E1EC-57E5-F72F-2B35-7C545E8A22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14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1" name="TextBox 360">
                  <a:extLst>
                    <a:ext uri="{FF2B5EF4-FFF2-40B4-BE49-F238E27FC236}">
                      <a16:creationId xmlns:a16="http://schemas.microsoft.com/office/drawing/2014/main" id="{5C8C489D-8D1E-6A23-96D3-2843F7C5DCB7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1" name="TextBox 360">
                  <a:extLst>
                    <a:ext uri="{FF2B5EF4-FFF2-40B4-BE49-F238E27FC236}">
                      <a16:creationId xmlns:a16="http://schemas.microsoft.com/office/drawing/2014/main" id="{5C8C489D-8D1E-6A23-96D3-2843F7C5DC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15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1AB24638-B228-1066-0838-8F6373FBD521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1AB24638-B228-1066-0838-8F6373FBD5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16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EF9625E0-9CC6-677C-5BFF-477606F1491C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3" name="TextBox 362">
                  <a:extLst>
                    <a:ext uri="{FF2B5EF4-FFF2-40B4-BE49-F238E27FC236}">
                      <a16:creationId xmlns:a16="http://schemas.microsoft.com/office/drawing/2014/main" id="{EF9625E0-9CC6-677C-5BFF-477606F149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12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70076162-22B7-E42B-1143-9F69C018B09D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70076162-22B7-E42B-1143-9F69C018B0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17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5" name="TextBox 364">
                  <a:extLst>
                    <a:ext uri="{FF2B5EF4-FFF2-40B4-BE49-F238E27FC236}">
                      <a16:creationId xmlns:a16="http://schemas.microsoft.com/office/drawing/2014/main" id="{2F079247-9937-1C2B-D743-8074079915B5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5" name="TextBox 364">
                  <a:extLst>
                    <a:ext uri="{FF2B5EF4-FFF2-40B4-BE49-F238E27FC236}">
                      <a16:creationId xmlns:a16="http://schemas.microsoft.com/office/drawing/2014/main" id="{2F079247-9937-1C2B-D743-8074079915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18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B37E91E5-EC4D-54E5-D8A7-2259013A1AB9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6" name="TextBox 365">
                  <a:extLst>
                    <a:ext uri="{FF2B5EF4-FFF2-40B4-BE49-F238E27FC236}">
                      <a16:creationId xmlns:a16="http://schemas.microsoft.com/office/drawing/2014/main" id="{B37E91E5-EC4D-54E5-D8A7-2259013A1A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19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CE0DA344-A0A6-92B2-D1A2-F3C85AAD951D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CE0DA344-A0A6-92B2-D1A2-F3C85AAD95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20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1205D4CC-D351-7024-FBED-E3E1A19BF885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8" name="TextBox 367">
                  <a:extLst>
                    <a:ext uri="{FF2B5EF4-FFF2-40B4-BE49-F238E27FC236}">
                      <a16:creationId xmlns:a16="http://schemas.microsoft.com/office/drawing/2014/main" id="{1205D4CC-D351-7024-FBED-E3E1A19BF8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21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9" name="TextBox 368">
                  <a:extLst>
                    <a:ext uri="{FF2B5EF4-FFF2-40B4-BE49-F238E27FC236}">
                      <a16:creationId xmlns:a16="http://schemas.microsoft.com/office/drawing/2014/main" id="{7A85D7D9-35CE-C782-A852-510EBE4F04B8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69" name="TextBox 368">
                  <a:extLst>
                    <a:ext uri="{FF2B5EF4-FFF2-40B4-BE49-F238E27FC236}">
                      <a16:creationId xmlns:a16="http://schemas.microsoft.com/office/drawing/2014/main" id="{7A85D7D9-35CE-C782-A852-510EBE4F04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22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D3AB6B4F-D2F2-BC62-7F2B-7A3D0B4D93B3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0" name="TextBox 369">
                  <a:extLst>
                    <a:ext uri="{FF2B5EF4-FFF2-40B4-BE49-F238E27FC236}">
                      <a16:creationId xmlns:a16="http://schemas.microsoft.com/office/drawing/2014/main" id="{D3AB6B4F-D2F2-BC62-7F2B-7A3D0B4D9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2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1" name="TextBox 370">
                  <a:extLst>
                    <a:ext uri="{FF2B5EF4-FFF2-40B4-BE49-F238E27FC236}">
                      <a16:creationId xmlns:a16="http://schemas.microsoft.com/office/drawing/2014/main" id="{ECB9E212-706C-1293-24F4-49CA865B3040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1" name="TextBox 370">
                  <a:extLst>
                    <a:ext uri="{FF2B5EF4-FFF2-40B4-BE49-F238E27FC236}">
                      <a16:creationId xmlns:a16="http://schemas.microsoft.com/office/drawing/2014/main" id="{ECB9E212-706C-1293-24F4-49CA865B30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24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2" name="TextBox 371">
                  <a:extLst>
                    <a:ext uri="{FF2B5EF4-FFF2-40B4-BE49-F238E27FC236}">
                      <a16:creationId xmlns:a16="http://schemas.microsoft.com/office/drawing/2014/main" id="{3735B178-739B-A748-1B85-E02F55C51A75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2" name="TextBox 371">
                  <a:extLst>
                    <a:ext uri="{FF2B5EF4-FFF2-40B4-BE49-F238E27FC236}">
                      <a16:creationId xmlns:a16="http://schemas.microsoft.com/office/drawing/2014/main" id="{3735B178-739B-A748-1B85-E02F55C51A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25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FF9F811C-EF40-16B3-5543-20997D0B47F0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3" name="TextBox 372">
                  <a:extLst>
                    <a:ext uri="{FF2B5EF4-FFF2-40B4-BE49-F238E27FC236}">
                      <a16:creationId xmlns:a16="http://schemas.microsoft.com/office/drawing/2014/main" id="{FF9F811C-EF40-16B3-5543-20997D0B47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26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D23647CE-B737-9E5D-C486-F7C583FD12AD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4" name="TextBox 373">
                  <a:extLst>
                    <a:ext uri="{FF2B5EF4-FFF2-40B4-BE49-F238E27FC236}">
                      <a16:creationId xmlns:a16="http://schemas.microsoft.com/office/drawing/2014/main" id="{D23647CE-B737-9E5D-C486-F7C583FD12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27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AD9F9341-B5EF-CCE3-DD69-18A2D0B72878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5" name="TextBox 374">
                  <a:extLst>
                    <a:ext uri="{FF2B5EF4-FFF2-40B4-BE49-F238E27FC236}">
                      <a16:creationId xmlns:a16="http://schemas.microsoft.com/office/drawing/2014/main" id="{AD9F9341-B5EF-CCE3-DD69-18A2D0B728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12"/>
                  <a:stretch>
                    <a:fillRect t="-9375" r="-21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AC848408-9D22-8E11-9E39-234F5EB2CD14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376" name="TextBox 375">
                  <a:extLst>
                    <a:ext uri="{FF2B5EF4-FFF2-40B4-BE49-F238E27FC236}">
                      <a16:creationId xmlns:a16="http://schemas.microsoft.com/office/drawing/2014/main" id="{AC848408-9D22-8E11-9E39-234F5EB2CD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28"/>
                  <a:stretch>
                    <a:fillRect t="-9375" r="-18421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8" name="Rectangle 377">
            <a:extLst>
              <a:ext uri="{FF2B5EF4-FFF2-40B4-BE49-F238E27FC236}">
                <a16:creationId xmlns:a16="http://schemas.microsoft.com/office/drawing/2014/main" id="{36A1373B-087A-3072-DFEA-8AFEB22A31FB}"/>
              </a:ext>
            </a:extLst>
          </p:cNvPr>
          <p:cNvSpPr/>
          <p:nvPr/>
        </p:nvSpPr>
        <p:spPr>
          <a:xfrm>
            <a:off x="12578548" y="14740151"/>
            <a:ext cx="3652800" cy="3652800"/>
          </a:xfrm>
          <a:prstGeom prst="rect">
            <a:avLst/>
          </a:prstGeom>
          <a:pattFill prst="wdUpDiag">
            <a:fgClr>
              <a:schemeClr val="accent2">
                <a:lumMod val="40000"/>
                <a:lumOff val="60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1EB819A4-8C67-4E63-2F89-BB35E9ED0F61}"/>
              </a:ext>
            </a:extLst>
          </p:cNvPr>
          <p:cNvSpPr/>
          <p:nvPr/>
        </p:nvSpPr>
        <p:spPr>
          <a:xfrm rot="16200000">
            <a:off x="9796098" y="11060431"/>
            <a:ext cx="3649037" cy="3649037"/>
          </a:xfrm>
          <a:prstGeom prst="rect">
            <a:avLst/>
          </a:prstGeom>
          <a:pattFill prst="wdUpDiag">
            <a:fgClr>
              <a:schemeClr val="accent1">
                <a:lumMod val="20000"/>
                <a:lumOff val="80000"/>
              </a:schemeClr>
            </a:fgClr>
            <a:bgClr>
              <a:schemeClr val="accent4">
                <a:lumMod val="20000"/>
                <a:lumOff val="80000"/>
              </a:schemeClr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2FA29E72-1F75-8E37-86C7-2741A618896D}"/>
              </a:ext>
            </a:extLst>
          </p:cNvPr>
          <p:cNvSpPr/>
          <p:nvPr/>
        </p:nvSpPr>
        <p:spPr>
          <a:xfrm rot="16200000">
            <a:off x="9796097" y="11052339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88F688BD-9AE7-00DF-FA04-296ECFA068BA}"/>
              </a:ext>
            </a:extLst>
          </p:cNvPr>
          <p:cNvGrpSpPr/>
          <p:nvPr/>
        </p:nvGrpSpPr>
        <p:grpSpPr>
          <a:xfrm rot="16200000">
            <a:off x="10145816" y="11396440"/>
            <a:ext cx="3027141" cy="2995860"/>
            <a:chOff x="1386039" y="1479887"/>
            <a:chExt cx="3027141" cy="2995860"/>
          </a:xfrm>
        </p:grpSpPr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0B5E81BA-E033-9C6E-2D30-0856F378B6C6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B52DFE23-94A9-CBB7-91F6-F5E66E02A23F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41583C92-0296-039A-FCC1-69E7485C2178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5" name="Oval 384">
              <a:extLst>
                <a:ext uri="{FF2B5EF4-FFF2-40B4-BE49-F238E27FC236}">
                  <a16:creationId xmlns:a16="http://schemas.microsoft.com/office/drawing/2014/main" id="{79ABE33B-78CA-8795-C459-A2C6D91475C9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FA7DA9BF-1AC8-14C4-FEAF-C410834EDB7E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D624C9E2-9A00-F90C-5F70-0F6039A5AF38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DD62970E-ADF1-1AD1-51CF-CF7825964CA9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9D34D322-8119-7C04-8060-DE03CA11863F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6927C301-95BF-A87F-2CA7-C7310EF92CC5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Oval 390">
              <a:extLst>
                <a:ext uri="{FF2B5EF4-FFF2-40B4-BE49-F238E27FC236}">
                  <a16:creationId xmlns:a16="http://schemas.microsoft.com/office/drawing/2014/main" id="{9D02F5A9-9B8D-2431-9550-14FAFFB4E133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2035D9B0-C0EF-7A51-5DBD-C0671C537A8E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5FDA58BC-C0F9-F0A9-C9C6-DA3A2A455AA7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78A67274-9856-56A7-DBEC-AC98AD28804A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73EB98E4-8896-EFCE-7B68-0F536CBA1E4D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Oval 395">
              <a:extLst>
                <a:ext uri="{FF2B5EF4-FFF2-40B4-BE49-F238E27FC236}">
                  <a16:creationId xmlns:a16="http://schemas.microsoft.com/office/drawing/2014/main" id="{3B202E0F-40C4-08E1-2209-4D94F1FFC7A5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Oval 396">
              <a:extLst>
                <a:ext uri="{FF2B5EF4-FFF2-40B4-BE49-F238E27FC236}">
                  <a16:creationId xmlns:a16="http://schemas.microsoft.com/office/drawing/2014/main" id="{081678B9-8410-7B06-E6B6-14F10F291702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8" name="Rectangle 397">
            <a:extLst>
              <a:ext uri="{FF2B5EF4-FFF2-40B4-BE49-F238E27FC236}">
                <a16:creationId xmlns:a16="http://schemas.microsoft.com/office/drawing/2014/main" id="{32BB40E5-B27F-7CEB-A3D1-0CE8F922DAAC}"/>
              </a:ext>
            </a:extLst>
          </p:cNvPr>
          <p:cNvSpPr/>
          <p:nvPr/>
        </p:nvSpPr>
        <p:spPr>
          <a:xfrm>
            <a:off x="12581050" y="14720672"/>
            <a:ext cx="3667226" cy="36479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99" name="Group 398">
            <a:extLst>
              <a:ext uri="{FF2B5EF4-FFF2-40B4-BE49-F238E27FC236}">
                <a16:creationId xmlns:a16="http://schemas.microsoft.com/office/drawing/2014/main" id="{E607A675-9006-D53C-6C04-FB85A77EDEE5}"/>
              </a:ext>
            </a:extLst>
          </p:cNvPr>
          <p:cNvGrpSpPr/>
          <p:nvPr/>
        </p:nvGrpSpPr>
        <p:grpSpPr>
          <a:xfrm>
            <a:off x="12930769" y="15064773"/>
            <a:ext cx="3027141" cy="2995860"/>
            <a:chOff x="1386039" y="1479887"/>
            <a:chExt cx="3027141" cy="2995860"/>
          </a:xfrm>
          <a:solidFill>
            <a:schemeClr val="bg1"/>
          </a:solidFill>
        </p:grpSpPr>
        <p:sp>
          <p:nvSpPr>
            <p:cNvPr id="400" name="Oval 399">
              <a:extLst>
                <a:ext uri="{FF2B5EF4-FFF2-40B4-BE49-F238E27FC236}">
                  <a16:creationId xmlns:a16="http://schemas.microsoft.com/office/drawing/2014/main" id="{F4B5DAF8-C050-F205-91E4-2A089F662202}"/>
                </a:ext>
              </a:extLst>
            </p:cNvPr>
            <p:cNvSpPr/>
            <p:nvPr/>
          </p:nvSpPr>
          <p:spPr>
            <a:xfrm>
              <a:off x="1386039" y="4225490"/>
              <a:ext cx="250257" cy="2502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9B234803-1B31-F88A-07E9-DA31098CD6E1}"/>
                </a:ext>
              </a:extLst>
            </p:cNvPr>
            <p:cNvSpPr/>
            <p:nvPr/>
          </p:nvSpPr>
          <p:spPr>
            <a:xfrm>
              <a:off x="2319687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AAE41378-DBBF-FA73-18C0-A2418AFEC962}"/>
                </a:ext>
              </a:extLst>
            </p:cNvPr>
            <p:cNvSpPr/>
            <p:nvPr/>
          </p:nvSpPr>
          <p:spPr>
            <a:xfrm>
              <a:off x="3229275" y="4225490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Oval 402">
              <a:extLst>
                <a:ext uri="{FF2B5EF4-FFF2-40B4-BE49-F238E27FC236}">
                  <a16:creationId xmlns:a16="http://schemas.microsoft.com/office/drawing/2014/main" id="{86635228-D843-6DA0-0051-20C9E2CE4DED}"/>
                </a:ext>
              </a:extLst>
            </p:cNvPr>
            <p:cNvSpPr/>
            <p:nvPr/>
          </p:nvSpPr>
          <p:spPr>
            <a:xfrm>
              <a:off x="4162923" y="4220676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Oval 403">
              <a:extLst>
                <a:ext uri="{FF2B5EF4-FFF2-40B4-BE49-F238E27FC236}">
                  <a16:creationId xmlns:a16="http://schemas.microsoft.com/office/drawing/2014/main" id="{A4921D50-7952-029C-6A01-CF6E2186C143}"/>
                </a:ext>
              </a:extLst>
            </p:cNvPr>
            <p:cNvSpPr/>
            <p:nvPr/>
          </p:nvSpPr>
          <p:spPr>
            <a:xfrm>
              <a:off x="1386039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06990E27-A86B-F449-015F-E45E6815F5FE}"/>
                </a:ext>
              </a:extLst>
            </p:cNvPr>
            <p:cNvSpPr/>
            <p:nvPr/>
          </p:nvSpPr>
          <p:spPr>
            <a:xfrm>
              <a:off x="2319687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Oval 405">
              <a:extLst>
                <a:ext uri="{FF2B5EF4-FFF2-40B4-BE49-F238E27FC236}">
                  <a16:creationId xmlns:a16="http://schemas.microsoft.com/office/drawing/2014/main" id="{36B2E3FA-A7EA-EB6D-FE08-6ACD37AE2C11}"/>
                </a:ext>
              </a:extLst>
            </p:cNvPr>
            <p:cNvSpPr/>
            <p:nvPr/>
          </p:nvSpPr>
          <p:spPr>
            <a:xfrm>
              <a:off x="3229275" y="330387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E3A0628B-2CE8-B08E-E549-EC11DE3FD0E5}"/>
                </a:ext>
              </a:extLst>
            </p:cNvPr>
            <p:cNvSpPr/>
            <p:nvPr/>
          </p:nvSpPr>
          <p:spPr>
            <a:xfrm>
              <a:off x="4162923" y="329905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35E04019-1070-C8CA-1A6F-388008D1F7E5}"/>
                </a:ext>
              </a:extLst>
            </p:cNvPr>
            <p:cNvSpPr/>
            <p:nvPr/>
          </p:nvSpPr>
          <p:spPr>
            <a:xfrm>
              <a:off x="1386039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BC9A35A1-4DFD-37CC-19DF-30A8D07475DB}"/>
                </a:ext>
              </a:extLst>
            </p:cNvPr>
            <p:cNvSpPr/>
            <p:nvPr/>
          </p:nvSpPr>
          <p:spPr>
            <a:xfrm>
              <a:off x="2319687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12D0D70A-9B67-1848-55BE-F24A2B24C8C6}"/>
                </a:ext>
              </a:extLst>
            </p:cNvPr>
            <p:cNvSpPr/>
            <p:nvPr/>
          </p:nvSpPr>
          <p:spPr>
            <a:xfrm>
              <a:off x="3229275" y="239188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58330234-035C-F7E0-BEA4-8D0D19650C12}"/>
                </a:ext>
              </a:extLst>
            </p:cNvPr>
            <p:cNvSpPr/>
            <p:nvPr/>
          </p:nvSpPr>
          <p:spPr>
            <a:xfrm>
              <a:off x="4162923" y="238706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D9075E64-920A-38C6-4E48-BF0F1EC2D2E9}"/>
                </a:ext>
              </a:extLst>
            </p:cNvPr>
            <p:cNvSpPr/>
            <p:nvPr/>
          </p:nvSpPr>
          <p:spPr>
            <a:xfrm>
              <a:off x="1386039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42269A56-71A2-A0B8-BB95-8A77B22013A8}"/>
                </a:ext>
              </a:extLst>
            </p:cNvPr>
            <p:cNvSpPr/>
            <p:nvPr/>
          </p:nvSpPr>
          <p:spPr>
            <a:xfrm>
              <a:off x="2319687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60C301EA-791D-A7BB-E7B1-51F758D84446}"/>
                </a:ext>
              </a:extLst>
            </p:cNvPr>
            <p:cNvSpPr/>
            <p:nvPr/>
          </p:nvSpPr>
          <p:spPr>
            <a:xfrm>
              <a:off x="3229275" y="1484701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Oval 414">
              <a:extLst>
                <a:ext uri="{FF2B5EF4-FFF2-40B4-BE49-F238E27FC236}">
                  <a16:creationId xmlns:a16="http://schemas.microsoft.com/office/drawing/2014/main" id="{DCC16370-9E2A-EEF6-9A84-D7398A1E7504}"/>
                </a:ext>
              </a:extLst>
            </p:cNvPr>
            <p:cNvSpPr/>
            <p:nvPr/>
          </p:nvSpPr>
          <p:spPr>
            <a:xfrm>
              <a:off x="4162923" y="1479887"/>
              <a:ext cx="250257" cy="250257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527F728D-7C59-439D-E648-07655F0C0ABF}"/>
                  </a:ext>
                </a:extLst>
              </p:cNvPr>
              <p:cNvSpPr txBox="1"/>
              <p:nvPr/>
            </p:nvSpPr>
            <p:spPr>
              <a:xfrm>
                <a:off x="13765080" y="16243799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527F728D-7C59-439D-E648-07655F0C0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5080" y="16243799"/>
                <a:ext cx="1945341" cy="56618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3" name="TextBox 462">
                <a:extLst>
                  <a:ext uri="{FF2B5EF4-FFF2-40B4-BE49-F238E27FC236}">
                    <a16:creationId xmlns:a16="http://schemas.microsoft.com/office/drawing/2014/main" id="{B71DD0D7-1B06-7481-54F9-2113217E5A45}"/>
                  </a:ext>
                </a:extLst>
              </p:cNvPr>
              <p:cNvSpPr txBox="1"/>
              <p:nvPr/>
            </p:nvSpPr>
            <p:spPr>
              <a:xfrm>
                <a:off x="11028851" y="12623962"/>
                <a:ext cx="1945341" cy="5661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3" name="TextBox 462">
                <a:extLst>
                  <a:ext uri="{FF2B5EF4-FFF2-40B4-BE49-F238E27FC236}">
                    <a16:creationId xmlns:a16="http://schemas.microsoft.com/office/drawing/2014/main" id="{B71DD0D7-1B06-7481-54F9-2113217E5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8851" y="12623962"/>
                <a:ext cx="1945341" cy="566181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4" name="Group 463">
            <a:extLst>
              <a:ext uri="{FF2B5EF4-FFF2-40B4-BE49-F238E27FC236}">
                <a16:creationId xmlns:a16="http://schemas.microsoft.com/office/drawing/2014/main" id="{EBBFEF4F-2B12-F680-7985-6B3FE5C6933B}"/>
              </a:ext>
            </a:extLst>
          </p:cNvPr>
          <p:cNvGrpSpPr/>
          <p:nvPr/>
        </p:nvGrpSpPr>
        <p:grpSpPr>
          <a:xfrm rot="16200000">
            <a:off x="9973844" y="10835328"/>
            <a:ext cx="3199652" cy="3668711"/>
            <a:chOff x="2411563" y="12630828"/>
            <a:chExt cx="3199652" cy="36687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5" name="TextBox 464">
                  <a:extLst>
                    <a:ext uri="{FF2B5EF4-FFF2-40B4-BE49-F238E27FC236}">
                      <a16:creationId xmlns:a16="http://schemas.microsoft.com/office/drawing/2014/main" id="{1F340A82-9DC7-C52B-ED7A-95D65198B25A}"/>
                    </a:ext>
                  </a:extLst>
                </p:cNvPr>
                <p:cNvSpPr txBox="1"/>
                <p:nvPr/>
              </p:nvSpPr>
              <p:spPr>
                <a:xfrm rot="5400000">
                  <a:off x="2367213" y="1579847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5" name="TextBox 464">
                  <a:extLst>
                    <a:ext uri="{FF2B5EF4-FFF2-40B4-BE49-F238E27FC236}">
                      <a16:creationId xmlns:a16="http://schemas.microsoft.com/office/drawing/2014/main" id="{1F340A82-9DC7-C52B-ED7A-95D65198B2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367213" y="15798479"/>
                  <a:ext cx="526170" cy="261610"/>
                </a:xfrm>
                <a:prstGeom prst="rect">
                  <a:avLst/>
                </a:prstGeom>
                <a:blipFill>
                  <a:blip r:embed="rId31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6" name="TextBox 465">
                  <a:extLst>
                    <a:ext uri="{FF2B5EF4-FFF2-40B4-BE49-F238E27FC236}">
                      <a16:creationId xmlns:a16="http://schemas.microsoft.com/office/drawing/2014/main" id="{5F349B75-AB14-2E72-3F7E-525C56312BAD}"/>
                    </a:ext>
                  </a:extLst>
                </p:cNvPr>
                <p:cNvSpPr txBox="1"/>
                <p:nvPr/>
              </p:nvSpPr>
              <p:spPr>
                <a:xfrm rot="5400000"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6" name="TextBox 465">
                  <a:extLst>
                    <a:ext uri="{FF2B5EF4-FFF2-40B4-BE49-F238E27FC236}">
                      <a16:creationId xmlns:a16="http://schemas.microsoft.com/office/drawing/2014/main" id="{5F349B75-AB14-2E72-3F7E-525C56312B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32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7" name="TextBox 466">
                  <a:extLst>
                    <a:ext uri="{FF2B5EF4-FFF2-40B4-BE49-F238E27FC236}">
                      <a16:creationId xmlns:a16="http://schemas.microsoft.com/office/drawing/2014/main" id="{6BF0AE7F-6BFB-C77B-92B0-8BAE23B74B8B}"/>
                    </a:ext>
                  </a:extLst>
                </p:cNvPr>
                <p:cNvSpPr txBox="1"/>
                <p:nvPr/>
              </p:nvSpPr>
              <p:spPr>
                <a:xfrm rot="5400000"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7" name="TextBox 466">
                  <a:extLst>
                    <a:ext uri="{FF2B5EF4-FFF2-40B4-BE49-F238E27FC236}">
                      <a16:creationId xmlns:a16="http://schemas.microsoft.com/office/drawing/2014/main" id="{6BF0AE7F-6BFB-C77B-92B0-8BAE23B74B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33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8" name="TextBox 467">
                  <a:extLst>
                    <a:ext uri="{FF2B5EF4-FFF2-40B4-BE49-F238E27FC236}">
                      <a16:creationId xmlns:a16="http://schemas.microsoft.com/office/drawing/2014/main" id="{43A12B57-C92E-8EB8-902E-AC84C5FAF62D}"/>
                    </a:ext>
                  </a:extLst>
                </p:cNvPr>
                <p:cNvSpPr txBox="1"/>
                <p:nvPr/>
              </p:nvSpPr>
              <p:spPr>
                <a:xfrm>
                  <a:off x="3651223" y="1568413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8" name="TextBox 467">
                  <a:extLst>
                    <a:ext uri="{FF2B5EF4-FFF2-40B4-BE49-F238E27FC236}">
                      <a16:creationId xmlns:a16="http://schemas.microsoft.com/office/drawing/2014/main" id="{43A12B57-C92E-8EB8-902E-AC84C5FAF6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1223" y="15684131"/>
                  <a:ext cx="474810" cy="400110"/>
                </a:xfrm>
                <a:prstGeom prst="rect">
                  <a:avLst/>
                </a:prstGeom>
                <a:blipFill>
                  <a:blip r:embed="rId34"/>
                  <a:stretch>
                    <a:fillRect l="-9375" t="-18421" r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9" name="TextBox 468">
                  <a:extLst>
                    <a:ext uri="{FF2B5EF4-FFF2-40B4-BE49-F238E27FC236}">
                      <a16:creationId xmlns:a16="http://schemas.microsoft.com/office/drawing/2014/main" id="{112E8E4D-EBF9-8026-F0BE-EEFE9993A7D4}"/>
                    </a:ext>
                  </a:extLst>
                </p:cNvPr>
                <p:cNvSpPr txBox="1"/>
                <p:nvPr/>
              </p:nvSpPr>
              <p:spPr>
                <a:xfrm rot="5400000">
                  <a:off x="4081879" y="1578228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69" name="TextBox 468">
                  <a:extLst>
                    <a:ext uri="{FF2B5EF4-FFF2-40B4-BE49-F238E27FC236}">
                      <a16:creationId xmlns:a16="http://schemas.microsoft.com/office/drawing/2014/main" id="{112E8E4D-EBF9-8026-F0BE-EEFE9993A7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081879" y="15782282"/>
                  <a:ext cx="772904" cy="261610"/>
                </a:xfrm>
                <a:prstGeom prst="rect">
                  <a:avLst/>
                </a:prstGeom>
                <a:blipFill>
                  <a:blip r:embed="rId35"/>
                  <a:stretch>
                    <a:fillRect r="-1639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0" name="TextBox 469">
                  <a:extLst>
                    <a:ext uri="{FF2B5EF4-FFF2-40B4-BE49-F238E27FC236}">
                      <a16:creationId xmlns:a16="http://schemas.microsoft.com/office/drawing/2014/main" id="{6A0EF6CA-B781-95B5-3E07-D278CA91FECF}"/>
                    </a:ext>
                  </a:extLst>
                </p:cNvPr>
                <p:cNvSpPr txBox="1"/>
                <p:nvPr/>
              </p:nvSpPr>
              <p:spPr>
                <a:xfrm rot="5400000">
                  <a:off x="2364709" y="1487916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0" name="TextBox 469">
                  <a:extLst>
                    <a:ext uri="{FF2B5EF4-FFF2-40B4-BE49-F238E27FC236}">
                      <a16:creationId xmlns:a16="http://schemas.microsoft.com/office/drawing/2014/main" id="{6A0EF6CA-B781-95B5-3E07-D278CA91FE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364709" y="14879169"/>
                  <a:ext cx="526170" cy="261610"/>
                </a:xfrm>
                <a:prstGeom prst="rect">
                  <a:avLst/>
                </a:prstGeom>
                <a:blipFill>
                  <a:blip r:embed="rId36"/>
                  <a:stretch>
                    <a:fillRect r="-2381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" name="TextBox 470">
                  <a:extLst>
                    <a:ext uri="{FF2B5EF4-FFF2-40B4-BE49-F238E27FC236}">
                      <a16:creationId xmlns:a16="http://schemas.microsoft.com/office/drawing/2014/main" id="{6BEC303C-B28A-941C-257C-9566FCED07E9}"/>
                    </a:ext>
                  </a:extLst>
                </p:cNvPr>
                <p:cNvSpPr txBox="1"/>
                <p:nvPr/>
              </p:nvSpPr>
              <p:spPr>
                <a:xfrm rot="5400000"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1" name="TextBox 470">
                  <a:extLst>
                    <a:ext uri="{FF2B5EF4-FFF2-40B4-BE49-F238E27FC236}">
                      <a16:creationId xmlns:a16="http://schemas.microsoft.com/office/drawing/2014/main" id="{6BEC303C-B28A-941C-257C-9566FCED07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37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2" name="TextBox 471">
                  <a:extLst>
                    <a:ext uri="{FF2B5EF4-FFF2-40B4-BE49-F238E27FC236}">
                      <a16:creationId xmlns:a16="http://schemas.microsoft.com/office/drawing/2014/main" id="{22B0B00F-1695-DFDE-2E73-69A7A79A0934}"/>
                    </a:ext>
                  </a:extLst>
                </p:cNvPr>
                <p:cNvSpPr txBox="1"/>
                <p:nvPr/>
              </p:nvSpPr>
              <p:spPr>
                <a:xfrm rot="5400000"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2" name="TextBox 471">
                  <a:extLst>
                    <a:ext uri="{FF2B5EF4-FFF2-40B4-BE49-F238E27FC236}">
                      <a16:creationId xmlns:a16="http://schemas.microsoft.com/office/drawing/2014/main" id="{22B0B00F-1695-DFDE-2E73-69A7A79A09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38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3" name="TextBox 472">
                  <a:extLst>
                    <a:ext uri="{FF2B5EF4-FFF2-40B4-BE49-F238E27FC236}">
                      <a16:creationId xmlns:a16="http://schemas.microsoft.com/office/drawing/2014/main" id="{755FF8D8-280A-FB8C-576C-FC531DBCBD4A}"/>
                    </a:ext>
                  </a:extLst>
                </p:cNvPr>
                <p:cNvSpPr txBox="1"/>
                <p:nvPr/>
              </p:nvSpPr>
              <p:spPr>
                <a:xfrm rot="5400000">
                  <a:off x="3307596" y="14383143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3" name="TextBox 472">
                  <a:extLst>
                    <a:ext uri="{FF2B5EF4-FFF2-40B4-BE49-F238E27FC236}">
                      <a16:creationId xmlns:a16="http://schemas.microsoft.com/office/drawing/2014/main" id="{755FF8D8-280A-FB8C-576C-FC531DBCBD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307596" y="14383143"/>
                  <a:ext cx="474810" cy="400110"/>
                </a:xfrm>
                <a:prstGeom prst="rect">
                  <a:avLst/>
                </a:prstGeom>
                <a:blipFill>
                  <a:blip r:embed="rId39"/>
                  <a:stretch>
                    <a:fillRect t="-6061" r="-2051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4" name="TextBox 473">
                  <a:extLst>
                    <a:ext uri="{FF2B5EF4-FFF2-40B4-BE49-F238E27FC236}">
                      <a16:creationId xmlns:a16="http://schemas.microsoft.com/office/drawing/2014/main" id="{6F9CF3C8-E23B-600F-7EA1-E0FBB646CA0C}"/>
                    </a:ext>
                  </a:extLst>
                </p:cNvPr>
                <p:cNvSpPr txBox="1"/>
                <p:nvPr/>
              </p:nvSpPr>
              <p:spPr>
                <a:xfrm rot="5400000">
                  <a:off x="4095559" y="1488724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4" name="TextBox 473">
                  <a:extLst>
                    <a:ext uri="{FF2B5EF4-FFF2-40B4-BE49-F238E27FC236}">
                      <a16:creationId xmlns:a16="http://schemas.microsoft.com/office/drawing/2014/main" id="{6F9CF3C8-E23B-600F-7EA1-E0FBB646CA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095559" y="14887248"/>
                  <a:ext cx="772904" cy="261610"/>
                </a:xfrm>
                <a:prstGeom prst="rect">
                  <a:avLst/>
                </a:prstGeom>
                <a:blipFill>
                  <a:blip r:embed="rId40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5" name="TextBox 474">
                  <a:extLst>
                    <a:ext uri="{FF2B5EF4-FFF2-40B4-BE49-F238E27FC236}">
                      <a16:creationId xmlns:a16="http://schemas.microsoft.com/office/drawing/2014/main" id="{08AE3D21-4A53-DA52-5101-D7B563614539}"/>
                    </a:ext>
                  </a:extLst>
                </p:cNvPr>
                <p:cNvSpPr txBox="1"/>
                <p:nvPr/>
              </p:nvSpPr>
              <p:spPr>
                <a:xfrm rot="5400000">
                  <a:off x="2374213" y="14375052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5" name="TextBox 474">
                  <a:extLst>
                    <a:ext uri="{FF2B5EF4-FFF2-40B4-BE49-F238E27FC236}">
                      <a16:creationId xmlns:a16="http://schemas.microsoft.com/office/drawing/2014/main" id="{08AE3D21-4A53-DA52-5101-D7B5636145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374213" y="14375052"/>
                  <a:ext cx="474810" cy="400110"/>
                </a:xfrm>
                <a:prstGeom prst="rect">
                  <a:avLst/>
                </a:prstGeom>
                <a:blipFill>
                  <a:blip r:embed="rId41"/>
                  <a:stretch>
                    <a:fillRect t="-9375" r="-21053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6" name="TextBox 475">
                  <a:extLst>
                    <a:ext uri="{FF2B5EF4-FFF2-40B4-BE49-F238E27FC236}">
                      <a16:creationId xmlns:a16="http://schemas.microsoft.com/office/drawing/2014/main" id="{FB1A9004-64B5-F5DD-DB84-AF604FAE5E0E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357704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6" name="TextBox 475">
                  <a:extLst>
                    <a:ext uri="{FF2B5EF4-FFF2-40B4-BE49-F238E27FC236}">
                      <a16:creationId xmlns:a16="http://schemas.microsoft.com/office/drawing/2014/main" id="{FB1A9004-64B5-F5DD-DB84-AF604FAE5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357704"/>
                  <a:ext cx="474810" cy="400110"/>
                </a:xfrm>
                <a:prstGeom prst="rect">
                  <a:avLst/>
                </a:prstGeom>
                <a:blipFill>
                  <a:blip r:embed="rId42"/>
                  <a:stretch>
                    <a:fillRect t="-9091" r="-18421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7" name="TextBox 476">
                  <a:extLst>
                    <a:ext uri="{FF2B5EF4-FFF2-40B4-BE49-F238E27FC236}">
                      <a16:creationId xmlns:a16="http://schemas.microsoft.com/office/drawing/2014/main" id="{33D37BB5-DB2F-B757-E5E7-E9CBE53FA55E}"/>
                    </a:ext>
                  </a:extLst>
                </p:cNvPr>
                <p:cNvSpPr txBox="1"/>
                <p:nvPr/>
              </p:nvSpPr>
              <p:spPr>
                <a:xfrm rot="5400000">
                  <a:off x="2230656" y="13924474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7" name="TextBox 476">
                  <a:extLst>
                    <a:ext uri="{FF2B5EF4-FFF2-40B4-BE49-F238E27FC236}">
                      <a16:creationId xmlns:a16="http://schemas.microsoft.com/office/drawing/2014/main" id="{33D37BB5-DB2F-B757-E5E7-E9CBE53FA5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230656" y="13924474"/>
                  <a:ext cx="796436" cy="261610"/>
                </a:xfrm>
                <a:prstGeom prst="rect">
                  <a:avLst/>
                </a:prstGeom>
                <a:blipFill>
                  <a:blip r:embed="rId43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8" name="TextBox 477">
                  <a:extLst>
                    <a:ext uri="{FF2B5EF4-FFF2-40B4-BE49-F238E27FC236}">
                      <a16:creationId xmlns:a16="http://schemas.microsoft.com/office/drawing/2014/main" id="{2A97005E-D9B4-4EEF-BF80-2429FBC3794E}"/>
                    </a:ext>
                  </a:extLst>
                </p:cNvPr>
                <p:cNvSpPr txBox="1"/>
                <p:nvPr/>
              </p:nvSpPr>
              <p:spPr>
                <a:xfrm rot="5400000">
                  <a:off x="3171059" y="13900201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8" name="TextBox 477">
                  <a:extLst>
                    <a:ext uri="{FF2B5EF4-FFF2-40B4-BE49-F238E27FC236}">
                      <a16:creationId xmlns:a16="http://schemas.microsoft.com/office/drawing/2014/main" id="{2A97005E-D9B4-4EEF-BF80-2429FBC379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171059" y="13900201"/>
                  <a:ext cx="796436" cy="261610"/>
                </a:xfrm>
                <a:prstGeom prst="rect">
                  <a:avLst/>
                </a:prstGeom>
                <a:blipFill>
                  <a:blip r:embed="rId44"/>
                  <a:stretch>
                    <a:fillRect r="-156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9" name="TextBox 478">
                  <a:extLst>
                    <a:ext uri="{FF2B5EF4-FFF2-40B4-BE49-F238E27FC236}">
                      <a16:creationId xmlns:a16="http://schemas.microsoft.com/office/drawing/2014/main" id="{66F36FE3-2B7C-B152-6E68-977E6282BF83}"/>
                    </a:ext>
                  </a:extLst>
                </p:cNvPr>
                <p:cNvSpPr txBox="1"/>
                <p:nvPr/>
              </p:nvSpPr>
              <p:spPr>
                <a:xfrm rot="5400000">
                  <a:off x="4894269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79" name="TextBox 478">
                  <a:extLst>
                    <a:ext uri="{FF2B5EF4-FFF2-40B4-BE49-F238E27FC236}">
                      <a16:creationId xmlns:a16="http://schemas.microsoft.com/office/drawing/2014/main" id="{66F36FE3-2B7C-B152-6E68-977E6282BF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894269" y="13916375"/>
                  <a:ext cx="1043171" cy="261610"/>
                </a:xfrm>
                <a:prstGeom prst="rect">
                  <a:avLst/>
                </a:prstGeom>
                <a:blipFill>
                  <a:blip r:embed="rId45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0" name="TextBox 479">
                  <a:extLst>
                    <a:ext uri="{FF2B5EF4-FFF2-40B4-BE49-F238E27FC236}">
                      <a16:creationId xmlns:a16="http://schemas.microsoft.com/office/drawing/2014/main" id="{2687BF88-2163-0033-92EE-AFA8A1E554CC}"/>
                    </a:ext>
                  </a:extLst>
                </p:cNvPr>
                <p:cNvSpPr txBox="1"/>
                <p:nvPr/>
              </p:nvSpPr>
              <p:spPr>
                <a:xfrm rot="5400000">
                  <a:off x="3959822" y="13859732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0" name="TextBox 479">
                  <a:extLst>
                    <a:ext uri="{FF2B5EF4-FFF2-40B4-BE49-F238E27FC236}">
                      <a16:creationId xmlns:a16="http://schemas.microsoft.com/office/drawing/2014/main" id="{2687BF88-2163-0033-92EE-AFA8A1E554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959822" y="13859732"/>
                  <a:ext cx="1043171" cy="261610"/>
                </a:xfrm>
                <a:prstGeom prst="rect">
                  <a:avLst/>
                </a:prstGeom>
                <a:blipFill>
                  <a:blip r:embed="rId46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" name="TextBox 480">
                  <a:extLst>
                    <a:ext uri="{FF2B5EF4-FFF2-40B4-BE49-F238E27FC236}">
                      <a16:creationId xmlns:a16="http://schemas.microsoft.com/office/drawing/2014/main" id="{6015BD52-D6ED-D5E1-5195-B00273F7A44A}"/>
                    </a:ext>
                  </a:extLst>
                </p:cNvPr>
                <p:cNvSpPr txBox="1"/>
                <p:nvPr/>
              </p:nvSpPr>
              <p:spPr>
                <a:xfrm rot="5400000">
                  <a:off x="2241201" y="13037798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1" name="TextBox 480">
                  <a:extLst>
                    <a:ext uri="{FF2B5EF4-FFF2-40B4-BE49-F238E27FC236}">
                      <a16:creationId xmlns:a16="http://schemas.microsoft.com/office/drawing/2014/main" id="{6015BD52-D6ED-D5E1-5195-B00273F7A4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241201" y="13037798"/>
                  <a:ext cx="796436" cy="261610"/>
                </a:xfrm>
                <a:prstGeom prst="rect">
                  <a:avLst/>
                </a:prstGeom>
                <a:blipFill>
                  <a:blip r:embed="rId47"/>
                  <a:stretch>
                    <a:fillRect r="-1587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2" name="TextBox 481">
                  <a:extLst>
                    <a:ext uri="{FF2B5EF4-FFF2-40B4-BE49-F238E27FC236}">
                      <a16:creationId xmlns:a16="http://schemas.microsoft.com/office/drawing/2014/main" id="{395B2ADB-7412-00DE-B994-D216A7E9C33B}"/>
                    </a:ext>
                  </a:extLst>
                </p:cNvPr>
                <p:cNvSpPr txBox="1"/>
                <p:nvPr/>
              </p:nvSpPr>
              <p:spPr>
                <a:xfrm rot="5400000">
                  <a:off x="3181604" y="13021622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2" name="TextBox 481">
                  <a:extLst>
                    <a:ext uri="{FF2B5EF4-FFF2-40B4-BE49-F238E27FC236}">
                      <a16:creationId xmlns:a16="http://schemas.microsoft.com/office/drawing/2014/main" id="{395B2ADB-7412-00DE-B994-D216A7E9C3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181604" y="13021622"/>
                  <a:ext cx="796436" cy="261610"/>
                </a:xfrm>
                <a:prstGeom prst="rect">
                  <a:avLst/>
                </a:prstGeom>
                <a:blipFill>
                  <a:blip r:embed="rId48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3" name="TextBox 482">
                  <a:extLst>
                    <a:ext uri="{FF2B5EF4-FFF2-40B4-BE49-F238E27FC236}">
                      <a16:creationId xmlns:a16="http://schemas.microsoft.com/office/drawing/2014/main" id="{062CC748-EEB2-A6A3-4771-66406B794287}"/>
                    </a:ext>
                  </a:extLst>
                </p:cNvPr>
                <p:cNvSpPr txBox="1"/>
                <p:nvPr/>
              </p:nvSpPr>
              <p:spPr>
                <a:xfrm rot="5400000">
                  <a:off x="4896722" y="13021609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3" name="TextBox 482">
                  <a:extLst>
                    <a:ext uri="{FF2B5EF4-FFF2-40B4-BE49-F238E27FC236}">
                      <a16:creationId xmlns:a16="http://schemas.microsoft.com/office/drawing/2014/main" id="{062CC748-EEB2-A6A3-4771-66406B7942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896722" y="13021609"/>
                  <a:ext cx="1043171" cy="261610"/>
                </a:xfrm>
                <a:prstGeom prst="rect">
                  <a:avLst/>
                </a:prstGeom>
                <a:blipFill>
                  <a:blip r:embed="rId49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4" name="TextBox 483">
                  <a:extLst>
                    <a:ext uri="{FF2B5EF4-FFF2-40B4-BE49-F238E27FC236}">
                      <a16:creationId xmlns:a16="http://schemas.microsoft.com/office/drawing/2014/main" id="{7523E35B-5FE0-2F80-41C7-FA4DA3B10FD5}"/>
                    </a:ext>
                  </a:extLst>
                </p:cNvPr>
                <p:cNvSpPr txBox="1"/>
                <p:nvPr/>
              </p:nvSpPr>
              <p:spPr>
                <a:xfrm rot="5400000">
                  <a:off x="3970367" y="13029702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4" name="TextBox 483">
                  <a:extLst>
                    <a:ext uri="{FF2B5EF4-FFF2-40B4-BE49-F238E27FC236}">
                      <a16:creationId xmlns:a16="http://schemas.microsoft.com/office/drawing/2014/main" id="{7523E35B-5FE0-2F80-41C7-FA4DA3B10F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3970367" y="13029702"/>
                  <a:ext cx="1043171" cy="261610"/>
                </a:xfrm>
                <a:prstGeom prst="rect">
                  <a:avLst/>
                </a:prstGeom>
                <a:blipFill>
                  <a:blip r:embed="rId50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5" name="TextBox 484">
                  <a:extLst>
                    <a:ext uri="{FF2B5EF4-FFF2-40B4-BE49-F238E27FC236}">
                      <a16:creationId xmlns:a16="http://schemas.microsoft.com/office/drawing/2014/main" id="{26FFCB25-BAEC-4713-2A08-2EA1320EEA54}"/>
                    </a:ext>
                  </a:extLst>
                </p:cNvPr>
                <p:cNvSpPr txBox="1"/>
                <p:nvPr/>
              </p:nvSpPr>
              <p:spPr>
                <a:xfrm rot="5400000">
                  <a:off x="4226947" y="1438128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5" name="TextBox 484">
                  <a:extLst>
                    <a:ext uri="{FF2B5EF4-FFF2-40B4-BE49-F238E27FC236}">
                      <a16:creationId xmlns:a16="http://schemas.microsoft.com/office/drawing/2014/main" id="{26FFCB25-BAEC-4713-2A08-2EA1320EEA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4226947" y="14381286"/>
                  <a:ext cx="474810" cy="400110"/>
                </a:xfrm>
                <a:prstGeom prst="rect">
                  <a:avLst/>
                </a:prstGeom>
                <a:blipFill>
                  <a:blip r:embed="rId51"/>
                  <a:stretch>
                    <a:fillRect t="-9375" r="-1794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6" name="TextBox 485">
                  <a:extLst>
                    <a:ext uri="{FF2B5EF4-FFF2-40B4-BE49-F238E27FC236}">
                      <a16:creationId xmlns:a16="http://schemas.microsoft.com/office/drawing/2014/main" id="{895380D3-486C-D9FE-A300-E8321916F776}"/>
                    </a:ext>
                  </a:extLst>
                </p:cNvPr>
                <p:cNvSpPr txBox="1"/>
                <p:nvPr/>
              </p:nvSpPr>
              <p:spPr>
                <a:xfrm>
                  <a:off x="3658476" y="12964009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6" name="TextBox 485">
                  <a:extLst>
                    <a:ext uri="{FF2B5EF4-FFF2-40B4-BE49-F238E27FC236}">
                      <a16:creationId xmlns:a16="http://schemas.microsoft.com/office/drawing/2014/main" id="{895380D3-486C-D9FE-A300-E8321916F7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8476" y="12964009"/>
                  <a:ext cx="474810" cy="400110"/>
                </a:xfrm>
                <a:prstGeom prst="rect">
                  <a:avLst/>
                </a:prstGeom>
                <a:blipFill>
                  <a:blip r:embed="rId52"/>
                  <a:stretch>
                    <a:fillRect l="-6061" t="-17949" r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7" name="Group 486">
            <a:extLst>
              <a:ext uri="{FF2B5EF4-FFF2-40B4-BE49-F238E27FC236}">
                <a16:creationId xmlns:a16="http://schemas.microsoft.com/office/drawing/2014/main" id="{6F8F7A33-7D2D-0064-E58A-9D28D1B503AE}"/>
              </a:ext>
            </a:extLst>
          </p:cNvPr>
          <p:cNvGrpSpPr/>
          <p:nvPr/>
        </p:nvGrpSpPr>
        <p:grpSpPr>
          <a:xfrm>
            <a:off x="12572988" y="14732963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8" name="TextBox 487">
                  <a:extLst>
                    <a:ext uri="{FF2B5EF4-FFF2-40B4-BE49-F238E27FC236}">
                      <a16:creationId xmlns:a16="http://schemas.microsoft.com/office/drawing/2014/main" id="{B46D5CA1-277B-7B2C-36F7-0F4032989F47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8" name="TextBox 487">
                  <a:extLst>
                    <a:ext uri="{FF2B5EF4-FFF2-40B4-BE49-F238E27FC236}">
                      <a16:creationId xmlns:a16="http://schemas.microsoft.com/office/drawing/2014/main" id="{B46D5CA1-277B-7B2C-36F7-0F4032989F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53"/>
                  <a:stretch>
                    <a:fillRect r="-2326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9" name="TextBox 488">
                  <a:extLst>
                    <a:ext uri="{FF2B5EF4-FFF2-40B4-BE49-F238E27FC236}">
                      <a16:creationId xmlns:a16="http://schemas.microsoft.com/office/drawing/2014/main" id="{841DC7F8-C0DF-D358-831A-8CFC8E7EBBE7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89" name="TextBox 488">
                  <a:extLst>
                    <a:ext uri="{FF2B5EF4-FFF2-40B4-BE49-F238E27FC236}">
                      <a16:creationId xmlns:a16="http://schemas.microsoft.com/office/drawing/2014/main" id="{841DC7F8-C0DF-D358-831A-8CFC8E7EBB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54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0" name="TextBox 489">
                  <a:extLst>
                    <a:ext uri="{FF2B5EF4-FFF2-40B4-BE49-F238E27FC236}">
                      <a16:creationId xmlns:a16="http://schemas.microsoft.com/office/drawing/2014/main" id="{1E2BD09F-B5AD-1051-4114-0228A7EC967F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0" name="TextBox 489">
                  <a:extLst>
                    <a:ext uri="{FF2B5EF4-FFF2-40B4-BE49-F238E27FC236}">
                      <a16:creationId xmlns:a16="http://schemas.microsoft.com/office/drawing/2014/main" id="{1E2BD09F-B5AD-1051-4114-0228A7EC96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55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1" name="TextBox 490">
                  <a:extLst>
                    <a:ext uri="{FF2B5EF4-FFF2-40B4-BE49-F238E27FC236}">
                      <a16:creationId xmlns:a16="http://schemas.microsoft.com/office/drawing/2014/main" id="{7FEA09C0-906F-50F1-04C1-6C2E65B403A9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1" name="TextBox 490">
                  <a:extLst>
                    <a:ext uri="{FF2B5EF4-FFF2-40B4-BE49-F238E27FC236}">
                      <a16:creationId xmlns:a16="http://schemas.microsoft.com/office/drawing/2014/main" id="{7FEA09C0-906F-50F1-04C1-6C2E65B403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56"/>
                  <a:stretch>
                    <a:fillRect t="-9375" r="-1842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2" name="TextBox 491">
                  <a:extLst>
                    <a:ext uri="{FF2B5EF4-FFF2-40B4-BE49-F238E27FC236}">
                      <a16:creationId xmlns:a16="http://schemas.microsoft.com/office/drawing/2014/main" id="{2E24D984-3D5A-4591-DFA8-4C31D634A3C9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2" name="TextBox 491">
                  <a:extLst>
                    <a:ext uri="{FF2B5EF4-FFF2-40B4-BE49-F238E27FC236}">
                      <a16:creationId xmlns:a16="http://schemas.microsoft.com/office/drawing/2014/main" id="{2E24D984-3D5A-4591-DFA8-4C31D634A3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57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3" name="TextBox 492">
                  <a:extLst>
                    <a:ext uri="{FF2B5EF4-FFF2-40B4-BE49-F238E27FC236}">
                      <a16:creationId xmlns:a16="http://schemas.microsoft.com/office/drawing/2014/main" id="{17E8809C-0195-5E51-E151-D7C64FFFF1C0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3" name="TextBox 492">
                  <a:extLst>
                    <a:ext uri="{FF2B5EF4-FFF2-40B4-BE49-F238E27FC236}">
                      <a16:creationId xmlns:a16="http://schemas.microsoft.com/office/drawing/2014/main" id="{17E8809C-0195-5E51-E151-D7C64FFFF1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58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4" name="TextBox 493">
                  <a:extLst>
                    <a:ext uri="{FF2B5EF4-FFF2-40B4-BE49-F238E27FC236}">
                      <a16:creationId xmlns:a16="http://schemas.microsoft.com/office/drawing/2014/main" id="{F9EE0FBB-C894-2F41-1E49-316AB1804BE4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4" name="TextBox 493">
                  <a:extLst>
                    <a:ext uri="{FF2B5EF4-FFF2-40B4-BE49-F238E27FC236}">
                      <a16:creationId xmlns:a16="http://schemas.microsoft.com/office/drawing/2014/main" id="{F9EE0FBB-C894-2F41-1E49-316AB1804B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59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5" name="TextBox 494">
                  <a:extLst>
                    <a:ext uri="{FF2B5EF4-FFF2-40B4-BE49-F238E27FC236}">
                      <a16:creationId xmlns:a16="http://schemas.microsoft.com/office/drawing/2014/main" id="{DEFF2328-7EE8-51D8-D6DF-15A4B68E543B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5" name="TextBox 494">
                  <a:extLst>
                    <a:ext uri="{FF2B5EF4-FFF2-40B4-BE49-F238E27FC236}">
                      <a16:creationId xmlns:a16="http://schemas.microsoft.com/office/drawing/2014/main" id="{DEFF2328-7EE8-51D8-D6DF-15A4B68E54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60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6" name="TextBox 495">
                  <a:extLst>
                    <a:ext uri="{FF2B5EF4-FFF2-40B4-BE49-F238E27FC236}">
                      <a16:creationId xmlns:a16="http://schemas.microsoft.com/office/drawing/2014/main" id="{30AC905D-4D56-11A8-958A-5C8DBFA3E9A0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6" name="TextBox 495">
                  <a:extLst>
                    <a:ext uri="{FF2B5EF4-FFF2-40B4-BE49-F238E27FC236}">
                      <a16:creationId xmlns:a16="http://schemas.microsoft.com/office/drawing/2014/main" id="{30AC905D-4D56-11A8-958A-5C8DBFA3E9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61"/>
                  <a:stretch>
                    <a:fillRect t="-9375" r="-1842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7" name="TextBox 496">
                  <a:extLst>
                    <a:ext uri="{FF2B5EF4-FFF2-40B4-BE49-F238E27FC236}">
                      <a16:creationId xmlns:a16="http://schemas.microsoft.com/office/drawing/2014/main" id="{BCE88FB7-0379-3602-30CE-8DA3B786E0D8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7" name="TextBox 496">
                  <a:extLst>
                    <a:ext uri="{FF2B5EF4-FFF2-40B4-BE49-F238E27FC236}">
                      <a16:creationId xmlns:a16="http://schemas.microsoft.com/office/drawing/2014/main" id="{BCE88FB7-0379-3602-30CE-8DA3B786E0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62"/>
                  <a:stretch>
                    <a:fillRect r="-1639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8" name="TextBox 497">
                  <a:extLst>
                    <a:ext uri="{FF2B5EF4-FFF2-40B4-BE49-F238E27FC236}">
                      <a16:creationId xmlns:a16="http://schemas.microsoft.com/office/drawing/2014/main" id="{4C21731D-74C4-A95A-5FE7-0A7DF86D3B74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8" name="TextBox 497">
                  <a:extLst>
                    <a:ext uri="{FF2B5EF4-FFF2-40B4-BE49-F238E27FC236}">
                      <a16:creationId xmlns:a16="http://schemas.microsoft.com/office/drawing/2014/main" id="{4C21731D-74C4-A95A-5FE7-0A7DF86D3B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63"/>
                  <a:stretch>
                    <a:fillRect l="-25000" r="-9375" b="-17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TextBox 498">
                  <a:extLst>
                    <a:ext uri="{FF2B5EF4-FFF2-40B4-BE49-F238E27FC236}">
                      <a16:creationId xmlns:a16="http://schemas.microsoft.com/office/drawing/2014/main" id="{04CD61E6-843E-A47F-2FE0-797DED745EB9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499" name="TextBox 498">
                  <a:extLst>
                    <a:ext uri="{FF2B5EF4-FFF2-40B4-BE49-F238E27FC236}">
                      <a16:creationId xmlns:a16="http://schemas.microsoft.com/office/drawing/2014/main" id="{04CD61E6-843E-A47F-2FE0-797DED745E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64"/>
                  <a:stretch>
                    <a:fillRect l="-24242" r="-6061"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0" name="TextBox 499">
                  <a:extLst>
                    <a:ext uri="{FF2B5EF4-FFF2-40B4-BE49-F238E27FC236}">
                      <a16:creationId xmlns:a16="http://schemas.microsoft.com/office/drawing/2014/main" id="{41473EA0-26B0-7F74-8EDB-30B0E51D24BB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0" name="TextBox 499">
                  <a:extLst>
                    <a:ext uri="{FF2B5EF4-FFF2-40B4-BE49-F238E27FC236}">
                      <a16:creationId xmlns:a16="http://schemas.microsoft.com/office/drawing/2014/main" id="{41473EA0-26B0-7F74-8EDB-30B0E51D24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65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1" name="TextBox 500">
                  <a:extLst>
                    <a:ext uri="{FF2B5EF4-FFF2-40B4-BE49-F238E27FC236}">
                      <a16:creationId xmlns:a16="http://schemas.microsoft.com/office/drawing/2014/main" id="{9ED49964-CFD4-B797-EE53-C60944E091A4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1" name="TextBox 500">
                  <a:extLst>
                    <a:ext uri="{FF2B5EF4-FFF2-40B4-BE49-F238E27FC236}">
                      <a16:creationId xmlns:a16="http://schemas.microsoft.com/office/drawing/2014/main" id="{9ED49964-CFD4-B797-EE53-C60944E091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66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2" name="TextBox 501">
                  <a:extLst>
                    <a:ext uri="{FF2B5EF4-FFF2-40B4-BE49-F238E27FC236}">
                      <a16:creationId xmlns:a16="http://schemas.microsoft.com/office/drawing/2014/main" id="{0B7F8E6A-1AB9-328E-AC8D-95AE07C57A05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2" name="TextBox 501">
                  <a:extLst>
                    <a:ext uri="{FF2B5EF4-FFF2-40B4-BE49-F238E27FC236}">
                      <a16:creationId xmlns:a16="http://schemas.microsoft.com/office/drawing/2014/main" id="{0B7F8E6A-1AB9-328E-AC8D-95AE07C57A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67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3" name="TextBox 502">
                  <a:extLst>
                    <a:ext uri="{FF2B5EF4-FFF2-40B4-BE49-F238E27FC236}">
                      <a16:creationId xmlns:a16="http://schemas.microsoft.com/office/drawing/2014/main" id="{5E4A8982-E8EC-F82A-E7C6-64450A730D22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3" name="TextBox 502">
                  <a:extLst>
                    <a:ext uri="{FF2B5EF4-FFF2-40B4-BE49-F238E27FC236}">
                      <a16:creationId xmlns:a16="http://schemas.microsoft.com/office/drawing/2014/main" id="{5E4A8982-E8EC-F82A-E7C6-64450A730D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68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4" name="TextBox 503">
                  <a:extLst>
                    <a:ext uri="{FF2B5EF4-FFF2-40B4-BE49-F238E27FC236}">
                      <a16:creationId xmlns:a16="http://schemas.microsoft.com/office/drawing/2014/main" id="{7F0D098D-AA90-90AA-5315-433F1E1DC505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4" name="TextBox 503">
                  <a:extLst>
                    <a:ext uri="{FF2B5EF4-FFF2-40B4-BE49-F238E27FC236}">
                      <a16:creationId xmlns:a16="http://schemas.microsoft.com/office/drawing/2014/main" id="{7F0D098D-AA90-90AA-5315-433F1E1DC5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69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5" name="TextBox 504">
                  <a:extLst>
                    <a:ext uri="{FF2B5EF4-FFF2-40B4-BE49-F238E27FC236}">
                      <a16:creationId xmlns:a16="http://schemas.microsoft.com/office/drawing/2014/main" id="{6D9CF7A9-50D1-8591-629C-65619741338A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5" name="TextBox 504">
                  <a:extLst>
                    <a:ext uri="{FF2B5EF4-FFF2-40B4-BE49-F238E27FC236}">
                      <a16:creationId xmlns:a16="http://schemas.microsoft.com/office/drawing/2014/main" id="{6D9CF7A9-50D1-8591-629C-6561974133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70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6" name="TextBox 505">
                  <a:extLst>
                    <a:ext uri="{FF2B5EF4-FFF2-40B4-BE49-F238E27FC236}">
                      <a16:creationId xmlns:a16="http://schemas.microsoft.com/office/drawing/2014/main" id="{139C0006-AD34-0FF3-0E54-915FA6B789E4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6" name="TextBox 505">
                  <a:extLst>
                    <a:ext uri="{FF2B5EF4-FFF2-40B4-BE49-F238E27FC236}">
                      <a16:creationId xmlns:a16="http://schemas.microsoft.com/office/drawing/2014/main" id="{139C0006-AD34-0FF3-0E54-915FA6B789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71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7" name="TextBox 506">
                  <a:extLst>
                    <a:ext uri="{FF2B5EF4-FFF2-40B4-BE49-F238E27FC236}">
                      <a16:creationId xmlns:a16="http://schemas.microsoft.com/office/drawing/2014/main" id="{63F84A05-EFEB-B2E3-D9C1-CBAFD8B27BE8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7" name="TextBox 506">
                  <a:extLst>
                    <a:ext uri="{FF2B5EF4-FFF2-40B4-BE49-F238E27FC236}">
                      <a16:creationId xmlns:a16="http://schemas.microsoft.com/office/drawing/2014/main" id="{63F84A05-EFEB-B2E3-D9C1-CBAFD8B27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72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EC781116-0739-9FE3-5D47-FCD1CAF0E77A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EC781116-0739-9FE3-5D47-FCD1CAF0E7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73"/>
                  <a:stretch>
                    <a:fillRect t="-6061" r="-18421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0CEAC2AA-53B3-0F45-5EAE-B612673BF662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0CEAC2AA-53B3-0F45-5EAE-B612673BF6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74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35BEFD92-0407-7E5F-1295-2D793D3508E3}"/>
              </a:ext>
            </a:extLst>
          </p:cNvPr>
          <p:cNvGrpSpPr/>
          <p:nvPr/>
        </p:nvGrpSpPr>
        <p:grpSpPr>
          <a:xfrm>
            <a:off x="8917930" y="18372461"/>
            <a:ext cx="3733513" cy="3144292"/>
            <a:chOff x="2182104" y="12947818"/>
            <a:chExt cx="3733513" cy="31442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24299F68-8DCE-9B48-CC82-91325E9B76FC}"/>
                    </a:ext>
                  </a:extLst>
                </p:cNvPr>
                <p:cNvSpPr txBox="1"/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24299F68-8DCE-9B48-CC82-91325E9B76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857" y="15766099"/>
                  <a:ext cx="526170" cy="261610"/>
                </a:xfrm>
                <a:prstGeom prst="rect">
                  <a:avLst/>
                </a:prstGeom>
                <a:blipFill>
                  <a:blip r:embed="rId75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99E5FAC0-F118-5674-E116-C8F8D6682E2C}"/>
                    </a:ext>
                  </a:extLst>
                </p:cNvPr>
                <p:cNvSpPr txBox="1"/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99E5FAC0-F118-5674-E116-C8F8D6682E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5254" y="15766099"/>
                  <a:ext cx="526170" cy="261610"/>
                </a:xfrm>
                <a:prstGeom prst="rect">
                  <a:avLst/>
                </a:prstGeom>
                <a:blipFill>
                  <a:blip r:embed="rId76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13B9E13F-1563-3227-14CF-AB19E510EE8F}"/>
                    </a:ext>
                  </a:extLst>
                </p:cNvPr>
                <p:cNvSpPr txBox="1"/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13B9E13F-1563-3227-14CF-AB19E510EE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2" y="15766098"/>
                  <a:ext cx="772904" cy="261610"/>
                </a:xfrm>
                <a:prstGeom prst="rect">
                  <a:avLst/>
                </a:prstGeom>
                <a:blipFill>
                  <a:blip r:embed="rId77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5AAE72D-3E98-589A-BD08-BFFA98200F48}"/>
                    </a:ext>
                  </a:extLst>
                </p:cNvPr>
                <p:cNvSpPr txBox="1"/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5AAE72D-3E98-589A-BD08-BFFA98200F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5276" y="15692000"/>
                  <a:ext cx="474810" cy="400110"/>
                </a:xfrm>
                <a:prstGeom prst="rect">
                  <a:avLst/>
                </a:prstGeom>
                <a:blipFill>
                  <a:blip r:embed="rId41"/>
                  <a:stretch>
                    <a:fillRect t="-606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96284ED7-8F9B-4AFE-FC2B-CAE525465175}"/>
                    </a:ext>
                  </a:extLst>
                </p:cNvPr>
                <p:cNvSpPr txBox="1"/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96284ED7-8F9B-4AFE-FC2B-CAE5254651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2799" y="15766098"/>
                  <a:ext cx="772904" cy="261610"/>
                </a:xfrm>
                <a:prstGeom prst="rect">
                  <a:avLst/>
                </a:prstGeom>
                <a:blipFill>
                  <a:blip r:embed="rId78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CE4FFAD6-4EFD-E6A5-4AF1-EE2A806B7E86}"/>
                    </a:ext>
                  </a:extLst>
                </p:cNvPr>
                <p:cNvSpPr txBox="1"/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CE4FFAD6-4EFD-E6A5-4AF1-EE2A806B7E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3261" y="14862973"/>
                  <a:ext cx="526170" cy="261610"/>
                </a:xfrm>
                <a:prstGeom prst="rect">
                  <a:avLst/>
                </a:prstGeom>
                <a:blipFill>
                  <a:blip r:embed="rId79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7" name="TextBox 516">
                  <a:extLst>
                    <a:ext uri="{FF2B5EF4-FFF2-40B4-BE49-F238E27FC236}">
                      <a16:creationId xmlns:a16="http://schemas.microsoft.com/office/drawing/2014/main" id="{86CFBAA1-4A97-CA18-90A2-925A10093116}"/>
                    </a:ext>
                  </a:extLst>
                </p:cNvPr>
                <p:cNvSpPr txBox="1"/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7" name="TextBox 516">
                  <a:extLst>
                    <a:ext uri="{FF2B5EF4-FFF2-40B4-BE49-F238E27FC236}">
                      <a16:creationId xmlns:a16="http://schemas.microsoft.com/office/drawing/2014/main" id="{86CFBAA1-4A97-CA18-90A2-925A100931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4658" y="14862973"/>
                  <a:ext cx="526170" cy="261610"/>
                </a:xfrm>
                <a:prstGeom prst="rect">
                  <a:avLst/>
                </a:prstGeom>
                <a:blipFill>
                  <a:blip r:embed="rId80"/>
                  <a:stretch>
                    <a:fillRect r="-2381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8" name="TextBox 517">
                  <a:extLst>
                    <a:ext uri="{FF2B5EF4-FFF2-40B4-BE49-F238E27FC236}">
                      <a16:creationId xmlns:a16="http://schemas.microsoft.com/office/drawing/2014/main" id="{8A292ED4-BB03-B549-FB21-A4E8CE7C23FE}"/>
                    </a:ext>
                  </a:extLst>
                </p:cNvPr>
                <p:cNvSpPr txBox="1"/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8" name="TextBox 517">
                  <a:extLst>
                    <a:ext uri="{FF2B5EF4-FFF2-40B4-BE49-F238E27FC236}">
                      <a16:creationId xmlns:a16="http://schemas.microsoft.com/office/drawing/2014/main" id="{8A292ED4-BB03-B549-FB21-A4E8CE7C23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1066" y="14862972"/>
                  <a:ext cx="772904" cy="261610"/>
                </a:xfrm>
                <a:prstGeom prst="rect">
                  <a:avLst/>
                </a:prstGeom>
                <a:blipFill>
                  <a:blip r:embed="rId81"/>
                  <a:stretch>
                    <a:fillRect r="-161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9" name="TextBox 518">
                  <a:extLst>
                    <a:ext uri="{FF2B5EF4-FFF2-40B4-BE49-F238E27FC236}">
                      <a16:creationId xmlns:a16="http://schemas.microsoft.com/office/drawing/2014/main" id="{A3ABAC74-74ED-8BC0-A7C2-79EDE2BF1635}"/>
                    </a:ext>
                  </a:extLst>
                </p:cNvPr>
                <p:cNvSpPr txBox="1"/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19" name="TextBox 518">
                  <a:extLst>
                    <a:ext uri="{FF2B5EF4-FFF2-40B4-BE49-F238E27FC236}">
                      <a16:creationId xmlns:a16="http://schemas.microsoft.com/office/drawing/2014/main" id="{A3ABAC74-74ED-8BC0-A7C2-79EDE2BF16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680" y="14777000"/>
                  <a:ext cx="474810" cy="400110"/>
                </a:xfrm>
                <a:prstGeom prst="rect">
                  <a:avLst/>
                </a:prstGeom>
                <a:blipFill>
                  <a:blip r:embed="rId82"/>
                  <a:stretch>
                    <a:fillRect t="-909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0" name="TextBox 519">
                  <a:extLst>
                    <a:ext uri="{FF2B5EF4-FFF2-40B4-BE49-F238E27FC236}">
                      <a16:creationId xmlns:a16="http://schemas.microsoft.com/office/drawing/2014/main" id="{882F29CF-5D80-7631-AD36-BD5D0689E8E9}"/>
                    </a:ext>
                  </a:extLst>
                </p:cNvPr>
                <p:cNvSpPr txBox="1"/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0" name="TextBox 519">
                  <a:extLst>
                    <a:ext uri="{FF2B5EF4-FFF2-40B4-BE49-F238E27FC236}">
                      <a16:creationId xmlns:a16="http://schemas.microsoft.com/office/drawing/2014/main" id="{882F29CF-5D80-7631-AD36-BD5D0689E8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203" y="14862972"/>
                  <a:ext cx="772904" cy="261610"/>
                </a:xfrm>
                <a:prstGeom prst="rect">
                  <a:avLst/>
                </a:prstGeom>
                <a:blipFill>
                  <a:blip r:embed="rId8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1" name="TextBox 520">
                  <a:extLst>
                    <a:ext uri="{FF2B5EF4-FFF2-40B4-BE49-F238E27FC236}">
                      <a16:creationId xmlns:a16="http://schemas.microsoft.com/office/drawing/2014/main" id="{430F7EBF-1A60-C10D-50E0-5AEF177124F2}"/>
                    </a:ext>
                  </a:extLst>
                </p:cNvPr>
                <p:cNvSpPr txBox="1"/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1" name="TextBox 520">
                  <a:extLst>
                    <a:ext uri="{FF2B5EF4-FFF2-40B4-BE49-F238E27FC236}">
                      <a16:creationId xmlns:a16="http://schemas.microsoft.com/office/drawing/2014/main" id="{430F7EBF-1A60-C10D-50E0-5AEF177124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30605" y="14442740"/>
                  <a:ext cx="474810" cy="400110"/>
                </a:xfrm>
                <a:prstGeom prst="rect">
                  <a:avLst/>
                </a:prstGeom>
                <a:blipFill>
                  <a:blip r:embed="rId84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2" name="TextBox 521">
                  <a:extLst>
                    <a:ext uri="{FF2B5EF4-FFF2-40B4-BE49-F238E27FC236}">
                      <a16:creationId xmlns:a16="http://schemas.microsoft.com/office/drawing/2014/main" id="{673A97A5-C87F-FC7D-2862-D6AB748678DC}"/>
                    </a:ext>
                  </a:extLst>
                </p:cNvPr>
                <p:cNvSpPr txBox="1"/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2" name="TextBox 521">
                  <a:extLst>
                    <a:ext uri="{FF2B5EF4-FFF2-40B4-BE49-F238E27FC236}">
                      <a16:creationId xmlns:a16="http://schemas.microsoft.com/office/drawing/2014/main" id="{673A97A5-C87F-FC7D-2862-D6AB748678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173755" y="14446716"/>
                  <a:ext cx="474810" cy="400110"/>
                </a:xfrm>
                <a:prstGeom prst="rect">
                  <a:avLst/>
                </a:prstGeom>
                <a:blipFill>
                  <a:blip r:embed="rId63"/>
                  <a:stretch>
                    <a:fillRect l="-25000" r="-9375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3" name="TextBox 522">
                  <a:extLst>
                    <a:ext uri="{FF2B5EF4-FFF2-40B4-BE49-F238E27FC236}">
                      <a16:creationId xmlns:a16="http://schemas.microsoft.com/office/drawing/2014/main" id="{D3CF35AE-C984-A629-07C3-C473C9863B54}"/>
                    </a:ext>
                  </a:extLst>
                </p:cNvPr>
                <p:cNvSpPr txBox="1"/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3" name="TextBox 522">
                  <a:extLst>
                    <a:ext uri="{FF2B5EF4-FFF2-40B4-BE49-F238E27FC236}">
                      <a16:creationId xmlns:a16="http://schemas.microsoft.com/office/drawing/2014/main" id="{D3CF35AE-C984-A629-07C3-C473C9863B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2104" y="13916375"/>
                  <a:ext cx="796436" cy="261610"/>
                </a:xfrm>
                <a:prstGeom prst="rect">
                  <a:avLst/>
                </a:prstGeom>
                <a:blipFill>
                  <a:blip r:embed="rId85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4" name="TextBox 523">
                  <a:extLst>
                    <a:ext uri="{FF2B5EF4-FFF2-40B4-BE49-F238E27FC236}">
                      <a16:creationId xmlns:a16="http://schemas.microsoft.com/office/drawing/2014/main" id="{F70E5B9B-C117-3925-93E5-3A1D7FC9582C}"/>
                    </a:ext>
                  </a:extLst>
                </p:cNvPr>
                <p:cNvSpPr txBox="1"/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4" name="TextBox 523">
                  <a:extLst>
                    <a:ext uri="{FF2B5EF4-FFF2-40B4-BE49-F238E27FC236}">
                      <a16:creationId xmlns:a16="http://schemas.microsoft.com/office/drawing/2014/main" id="{F70E5B9B-C117-3925-93E5-3A1D7FC95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863" y="13916375"/>
                  <a:ext cx="796436" cy="261610"/>
                </a:xfrm>
                <a:prstGeom prst="rect">
                  <a:avLst/>
                </a:prstGeom>
                <a:blipFill>
                  <a:blip r:embed="rId86"/>
                  <a:stretch>
                    <a:fillRect r="-15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5" name="TextBox 524">
                  <a:extLst>
                    <a:ext uri="{FF2B5EF4-FFF2-40B4-BE49-F238E27FC236}">
                      <a16:creationId xmlns:a16="http://schemas.microsoft.com/office/drawing/2014/main" id="{F01427C2-6C1D-D012-FD52-FAE45BC61657}"/>
                    </a:ext>
                  </a:extLst>
                </p:cNvPr>
                <p:cNvSpPr txBox="1"/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5" name="TextBox 524">
                  <a:extLst>
                    <a:ext uri="{FF2B5EF4-FFF2-40B4-BE49-F238E27FC236}">
                      <a16:creationId xmlns:a16="http://schemas.microsoft.com/office/drawing/2014/main" id="{F01427C2-6C1D-D012-FD52-FAE45BC616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7625" y="13916375"/>
                  <a:ext cx="1043171" cy="261610"/>
                </a:xfrm>
                <a:prstGeom prst="rect">
                  <a:avLst/>
                </a:prstGeom>
                <a:blipFill>
                  <a:blip r:embed="rId87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6" name="TextBox 525">
                  <a:extLst>
                    <a:ext uri="{FF2B5EF4-FFF2-40B4-BE49-F238E27FC236}">
                      <a16:creationId xmlns:a16="http://schemas.microsoft.com/office/drawing/2014/main" id="{0A8A35A9-0727-DB43-0C7D-58248D2481C7}"/>
                    </a:ext>
                  </a:extLst>
                </p:cNvPr>
                <p:cNvSpPr txBox="1"/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6" name="TextBox 525">
                  <a:extLst>
                    <a:ext uri="{FF2B5EF4-FFF2-40B4-BE49-F238E27FC236}">
                      <a16:creationId xmlns:a16="http://schemas.microsoft.com/office/drawing/2014/main" id="{0A8A35A9-0727-DB43-0C7D-58248D2481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178" y="13916375"/>
                  <a:ext cx="1043171" cy="261610"/>
                </a:xfrm>
                <a:prstGeom prst="rect">
                  <a:avLst/>
                </a:prstGeom>
                <a:blipFill>
                  <a:blip r:embed="rId88"/>
                  <a:stretch>
                    <a:fillRect r="-120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7" name="TextBox 526">
                  <a:extLst>
                    <a:ext uri="{FF2B5EF4-FFF2-40B4-BE49-F238E27FC236}">
                      <a16:creationId xmlns:a16="http://schemas.microsoft.com/office/drawing/2014/main" id="{CC7BA467-CF5D-1269-EF5D-3B0D38F57F37}"/>
                    </a:ext>
                  </a:extLst>
                </p:cNvPr>
                <p:cNvSpPr txBox="1"/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7" name="TextBox 526">
                  <a:extLst>
                    <a:ext uri="{FF2B5EF4-FFF2-40B4-BE49-F238E27FC236}">
                      <a16:creationId xmlns:a16="http://schemas.microsoft.com/office/drawing/2014/main" id="{CC7BA467-CF5D-1269-EF5D-3B0D38F57F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6925" y="13037793"/>
                  <a:ext cx="796436" cy="261610"/>
                </a:xfrm>
                <a:prstGeom prst="rect">
                  <a:avLst/>
                </a:prstGeom>
                <a:blipFill>
                  <a:blip r:embed="rId89"/>
                  <a:stretch>
                    <a:fillRect r="-1587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8" name="TextBox 527">
                  <a:extLst>
                    <a:ext uri="{FF2B5EF4-FFF2-40B4-BE49-F238E27FC236}">
                      <a16:creationId xmlns:a16="http://schemas.microsoft.com/office/drawing/2014/main" id="{C8DA315C-6ECD-C77B-92AD-A81B91B9D6D0}"/>
                    </a:ext>
                  </a:extLst>
                </p:cNvPr>
                <p:cNvSpPr txBox="1"/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8" name="TextBox 527">
                  <a:extLst>
                    <a:ext uri="{FF2B5EF4-FFF2-40B4-BE49-F238E27FC236}">
                      <a16:creationId xmlns:a16="http://schemas.microsoft.com/office/drawing/2014/main" id="{C8DA315C-6ECD-C77B-92AD-A81B91B9D6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684" y="13037793"/>
                  <a:ext cx="796436" cy="261610"/>
                </a:xfrm>
                <a:prstGeom prst="rect">
                  <a:avLst/>
                </a:prstGeom>
                <a:blipFill>
                  <a:blip r:embed="rId90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9" name="TextBox 528">
                  <a:extLst>
                    <a:ext uri="{FF2B5EF4-FFF2-40B4-BE49-F238E27FC236}">
                      <a16:creationId xmlns:a16="http://schemas.microsoft.com/office/drawing/2014/main" id="{34E83D3F-C582-E992-0E94-562F25F0C147}"/>
                    </a:ext>
                  </a:extLst>
                </p:cNvPr>
                <p:cNvSpPr txBox="1"/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29" name="TextBox 528">
                  <a:extLst>
                    <a:ext uri="{FF2B5EF4-FFF2-40B4-BE49-F238E27FC236}">
                      <a16:creationId xmlns:a16="http://schemas.microsoft.com/office/drawing/2014/main" id="{34E83D3F-C582-E992-0E94-562F25F0C1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2446" y="13037793"/>
                  <a:ext cx="1043171" cy="261610"/>
                </a:xfrm>
                <a:prstGeom prst="rect">
                  <a:avLst/>
                </a:prstGeom>
                <a:blipFill>
                  <a:blip r:embed="rId91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0" name="TextBox 529">
                  <a:extLst>
                    <a:ext uri="{FF2B5EF4-FFF2-40B4-BE49-F238E27FC236}">
                      <a16:creationId xmlns:a16="http://schemas.microsoft.com/office/drawing/2014/main" id="{CF089CB4-A951-493D-37E6-13D31CABDA39}"/>
                    </a:ext>
                  </a:extLst>
                </p:cNvPr>
                <p:cNvSpPr txBox="1"/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0" name="TextBox 529">
                  <a:extLst>
                    <a:ext uri="{FF2B5EF4-FFF2-40B4-BE49-F238E27FC236}">
                      <a16:creationId xmlns:a16="http://schemas.microsoft.com/office/drawing/2014/main" id="{CF089CB4-A951-493D-37E6-13D31CABDA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7999" y="13037793"/>
                  <a:ext cx="1043171" cy="261610"/>
                </a:xfrm>
                <a:prstGeom prst="rect">
                  <a:avLst/>
                </a:prstGeom>
                <a:blipFill>
                  <a:blip r:embed="rId92"/>
                  <a:stretch>
                    <a:fillRect r="-1205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1" name="TextBox 530">
                  <a:extLst>
                    <a:ext uri="{FF2B5EF4-FFF2-40B4-BE49-F238E27FC236}">
                      <a16:creationId xmlns:a16="http://schemas.microsoft.com/office/drawing/2014/main" id="{662FDB74-D84F-D443-EBB6-DD046208CD49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1" name="TextBox 530">
                  <a:extLst>
                    <a:ext uri="{FF2B5EF4-FFF2-40B4-BE49-F238E27FC236}">
                      <a16:creationId xmlns:a16="http://schemas.microsoft.com/office/drawing/2014/main" id="{662FDB74-D84F-D443-EBB6-DD046208CD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12"/>
                  <a:stretch>
                    <a:fillRect t="-9091" r="-21053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2" name="TextBox 531">
                  <a:extLst>
                    <a:ext uri="{FF2B5EF4-FFF2-40B4-BE49-F238E27FC236}">
                      <a16:creationId xmlns:a16="http://schemas.microsoft.com/office/drawing/2014/main" id="{7D74EFB7-8FC5-D34A-8BBF-29D9F3112679}"/>
                    </a:ext>
                  </a:extLst>
                </p:cNvPr>
                <p:cNvSpPr txBox="1"/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2" name="TextBox 531">
                  <a:extLst>
                    <a:ext uri="{FF2B5EF4-FFF2-40B4-BE49-F238E27FC236}">
                      <a16:creationId xmlns:a16="http://schemas.microsoft.com/office/drawing/2014/main" id="{7D74EFB7-8FC5-D34A-8BBF-29D9F31126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0844" y="12947818"/>
                  <a:ext cx="474810" cy="400110"/>
                </a:xfrm>
                <a:prstGeom prst="rect">
                  <a:avLst/>
                </a:prstGeom>
                <a:blipFill>
                  <a:blip r:embed="rId93"/>
                  <a:stretch>
                    <a:fillRect t="-9375" r="-17949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3" name="Group 532">
            <a:extLst>
              <a:ext uri="{FF2B5EF4-FFF2-40B4-BE49-F238E27FC236}">
                <a16:creationId xmlns:a16="http://schemas.microsoft.com/office/drawing/2014/main" id="{5862F9D6-986F-8F65-BBB5-3BBA252901A6}"/>
              </a:ext>
            </a:extLst>
          </p:cNvPr>
          <p:cNvGrpSpPr/>
          <p:nvPr/>
        </p:nvGrpSpPr>
        <p:grpSpPr>
          <a:xfrm rot="5400000">
            <a:off x="5513177" y="14571769"/>
            <a:ext cx="3146581" cy="3594778"/>
            <a:chOff x="2533703" y="12688577"/>
            <a:chExt cx="3146581" cy="35947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4" name="TextBox 533">
                  <a:extLst>
                    <a:ext uri="{FF2B5EF4-FFF2-40B4-BE49-F238E27FC236}">
                      <a16:creationId xmlns:a16="http://schemas.microsoft.com/office/drawing/2014/main" id="{D19A3804-890A-A325-5DEE-87B3177131FC}"/>
                    </a:ext>
                  </a:extLst>
                </p:cNvPr>
                <p:cNvSpPr txBox="1"/>
                <p:nvPr/>
              </p:nvSpPr>
              <p:spPr>
                <a:xfrm rot="16200000">
                  <a:off x="2423858" y="15724535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4" name="TextBox 533">
                  <a:extLst>
                    <a:ext uri="{FF2B5EF4-FFF2-40B4-BE49-F238E27FC236}">
                      <a16:creationId xmlns:a16="http://schemas.microsoft.com/office/drawing/2014/main" id="{D19A3804-890A-A325-5DEE-87B3177131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423858" y="15724535"/>
                  <a:ext cx="526170" cy="261610"/>
                </a:xfrm>
                <a:prstGeom prst="rect">
                  <a:avLst/>
                </a:prstGeom>
                <a:blipFill>
                  <a:blip r:embed="rId94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5" name="TextBox 534">
                  <a:extLst>
                    <a:ext uri="{FF2B5EF4-FFF2-40B4-BE49-F238E27FC236}">
                      <a16:creationId xmlns:a16="http://schemas.microsoft.com/office/drawing/2014/main" id="{2EA12810-0205-03FB-8315-DF923E30E51A}"/>
                    </a:ext>
                  </a:extLst>
                </p:cNvPr>
                <p:cNvSpPr txBox="1"/>
                <p:nvPr/>
              </p:nvSpPr>
              <p:spPr>
                <a:xfrm rot="16200000">
                  <a:off x="3353594" y="15724107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5" name="TextBox 534">
                  <a:extLst>
                    <a:ext uri="{FF2B5EF4-FFF2-40B4-BE49-F238E27FC236}">
                      <a16:creationId xmlns:a16="http://schemas.microsoft.com/office/drawing/2014/main" id="{2EA12810-0205-03FB-8315-DF923E30E5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353594" y="15724107"/>
                  <a:ext cx="526170" cy="261610"/>
                </a:xfrm>
                <a:prstGeom prst="rect">
                  <a:avLst/>
                </a:prstGeom>
                <a:blipFill>
                  <a:blip r:embed="rId95"/>
                  <a:stretch>
                    <a:fillRect r="-2381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6" name="TextBox 535">
                  <a:extLst>
                    <a:ext uri="{FF2B5EF4-FFF2-40B4-BE49-F238E27FC236}">
                      <a16:creationId xmlns:a16="http://schemas.microsoft.com/office/drawing/2014/main" id="{F80A9332-ED16-15F0-1FCF-5845006B5AA0}"/>
                    </a:ext>
                  </a:extLst>
                </p:cNvPr>
                <p:cNvSpPr txBox="1"/>
                <p:nvPr/>
              </p:nvSpPr>
              <p:spPr>
                <a:xfrm rot="16200000">
                  <a:off x="5063227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6" name="TextBox 535">
                  <a:extLst>
                    <a:ext uri="{FF2B5EF4-FFF2-40B4-BE49-F238E27FC236}">
                      <a16:creationId xmlns:a16="http://schemas.microsoft.com/office/drawing/2014/main" id="{F80A9332-ED16-15F0-1FCF-5845006B5A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063227" y="15766098"/>
                  <a:ext cx="772904" cy="261610"/>
                </a:xfrm>
                <a:prstGeom prst="rect">
                  <a:avLst/>
                </a:prstGeom>
                <a:blipFill>
                  <a:blip r:embed="rId96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7" name="TextBox 536">
                  <a:extLst>
                    <a:ext uri="{FF2B5EF4-FFF2-40B4-BE49-F238E27FC236}">
                      <a16:creationId xmlns:a16="http://schemas.microsoft.com/office/drawing/2014/main" id="{FEB16964-35EE-4F6C-5489-6CD02FB6E0A4}"/>
                    </a:ext>
                  </a:extLst>
                </p:cNvPr>
                <p:cNvSpPr txBox="1"/>
                <p:nvPr/>
              </p:nvSpPr>
              <p:spPr>
                <a:xfrm>
                  <a:off x="3974303" y="15652233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7" name="TextBox 536">
                  <a:extLst>
                    <a:ext uri="{FF2B5EF4-FFF2-40B4-BE49-F238E27FC236}">
                      <a16:creationId xmlns:a16="http://schemas.microsoft.com/office/drawing/2014/main" id="{FEB16964-35EE-4F6C-5489-6CD02FB6E0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4303" y="15652233"/>
                  <a:ext cx="474810" cy="400110"/>
                </a:xfrm>
                <a:prstGeom prst="rect">
                  <a:avLst/>
                </a:prstGeom>
                <a:blipFill>
                  <a:blip r:embed="rId84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8" name="TextBox 537">
                  <a:extLst>
                    <a:ext uri="{FF2B5EF4-FFF2-40B4-BE49-F238E27FC236}">
                      <a16:creationId xmlns:a16="http://schemas.microsoft.com/office/drawing/2014/main" id="{F91EAB19-08A3-15F9-B9AB-737829F676E3}"/>
                    </a:ext>
                  </a:extLst>
                </p:cNvPr>
                <p:cNvSpPr txBox="1"/>
                <p:nvPr/>
              </p:nvSpPr>
              <p:spPr>
                <a:xfrm rot="16200000">
                  <a:off x="4162800" y="1576609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8" name="TextBox 537">
                  <a:extLst>
                    <a:ext uri="{FF2B5EF4-FFF2-40B4-BE49-F238E27FC236}">
                      <a16:creationId xmlns:a16="http://schemas.microsoft.com/office/drawing/2014/main" id="{F91EAB19-08A3-15F9-B9AB-737829F676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162800" y="15766098"/>
                  <a:ext cx="772904" cy="261610"/>
                </a:xfrm>
                <a:prstGeom prst="rect">
                  <a:avLst/>
                </a:prstGeom>
                <a:blipFill>
                  <a:blip r:embed="rId97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9" name="TextBox 538">
                  <a:extLst>
                    <a:ext uri="{FF2B5EF4-FFF2-40B4-BE49-F238E27FC236}">
                      <a16:creationId xmlns:a16="http://schemas.microsoft.com/office/drawing/2014/main" id="{7351CDD5-B2BF-1ECA-315E-810843F240A6}"/>
                    </a:ext>
                  </a:extLst>
                </p:cNvPr>
                <p:cNvSpPr txBox="1"/>
                <p:nvPr/>
              </p:nvSpPr>
              <p:spPr>
                <a:xfrm rot="16200000">
                  <a:off x="2413262" y="14862973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39" name="TextBox 538">
                  <a:extLst>
                    <a:ext uri="{FF2B5EF4-FFF2-40B4-BE49-F238E27FC236}">
                      <a16:creationId xmlns:a16="http://schemas.microsoft.com/office/drawing/2014/main" id="{7351CDD5-B2BF-1ECA-315E-810843F240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413262" y="14862973"/>
                  <a:ext cx="526170" cy="261610"/>
                </a:xfrm>
                <a:prstGeom prst="rect">
                  <a:avLst/>
                </a:prstGeom>
                <a:blipFill>
                  <a:blip r:embed="rId98"/>
                  <a:stretch>
                    <a:fillRect r="-2326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0" name="TextBox 539">
                  <a:extLst>
                    <a:ext uri="{FF2B5EF4-FFF2-40B4-BE49-F238E27FC236}">
                      <a16:creationId xmlns:a16="http://schemas.microsoft.com/office/drawing/2014/main" id="{9A731BE4-90AE-56C7-630A-B1870EB091AE}"/>
                    </a:ext>
                  </a:extLst>
                </p:cNvPr>
                <p:cNvSpPr txBox="1"/>
                <p:nvPr/>
              </p:nvSpPr>
              <p:spPr>
                <a:xfrm rot="16200000">
                  <a:off x="3342998" y="14820981"/>
                  <a:ext cx="52617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0" name="TextBox 539">
                  <a:extLst>
                    <a:ext uri="{FF2B5EF4-FFF2-40B4-BE49-F238E27FC236}">
                      <a16:creationId xmlns:a16="http://schemas.microsoft.com/office/drawing/2014/main" id="{9A731BE4-90AE-56C7-630A-B1870EB091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342998" y="14820981"/>
                  <a:ext cx="526170" cy="261610"/>
                </a:xfrm>
                <a:prstGeom prst="rect">
                  <a:avLst/>
                </a:prstGeom>
                <a:blipFill>
                  <a:blip r:embed="rId99"/>
                  <a:stretch>
                    <a:fillRect r="-2381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1" name="TextBox 540">
                  <a:extLst>
                    <a:ext uri="{FF2B5EF4-FFF2-40B4-BE49-F238E27FC236}">
                      <a16:creationId xmlns:a16="http://schemas.microsoft.com/office/drawing/2014/main" id="{231C80E9-EE46-CDA2-17A2-DB81FD875B07}"/>
                    </a:ext>
                  </a:extLst>
                </p:cNvPr>
                <p:cNvSpPr txBox="1"/>
                <p:nvPr/>
              </p:nvSpPr>
              <p:spPr>
                <a:xfrm rot="16200000">
                  <a:off x="5052629" y="14874315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1" name="TextBox 540">
                  <a:extLst>
                    <a:ext uri="{FF2B5EF4-FFF2-40B4-BE49-F238E27FC236}">
                      <a16:creationId xmlns:a16="http://schemas.microsoft.com/office/drawing/2014/main" id="{231C80E9-EE46-CDA2-17A2-DB81FD875B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052629" y="14874315"/>
                  <a:ext cx="772904" cy="261610"/>
                </a:xfrm>
                <a:prstGeom prst="rect">
                  <a:avLst/>
                </a:prstGeom>
                <a:blipFill>
                  <a:blip r:embed="rId100"/>
                  <a:stretch>
                    <a:fillRect r="-161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2" name="TextBox 541">
                  <a:extLst>
                    <a:ext uri="{FF2B5EF4-FFF2-40B4-BE49-F238E27FC236}">
                      <a16:creationId xmlns:a16="http://schemas.microsoft.com/office/drawing/2014/main" id="{9C7C7697-B2E7-17B5-0672-C7AE9F3F1CB8}"/>
                    </a:ext>
                  </a:extLst>
                </p:cNvPr>
                <p:cNvSpPr txBox="1"/>
                <p:nvPr/>
              </p:nvSpPr>
              <p:spPr>
                <a:xfrm rot="16200000">
                  <a:off x="3376984" y="14347236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2" name="TextBox 541">
                  <a:extLst>
                    <a:ext uri="{FF2B5EF4-FFF2-40B4-BE49-F238E27FC236}">
                      <a16:creationId xmlns:a16="http://schemas.microsoft.com/office/drawing/2014/main" id="{9C7C7697-B2E7-17B5-0672-C7AE9F3F1C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376984" y="14347236"/>
                  <a:ext cx="474810" cy="400110"/>
                </a:xfrm>
                <a:prstGeom prst="rect">
                  <a:avLst/>
                </a:prstGeom>
                <a:blipFill>
                  <a:blip r:embed="rId28"/>
                  <a:stretch>
                    <a:fillRect t="-9375" r="-18421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3" name="TextBox 542">
                  <a:extLst>
                    <a:ext uri="{FF2B5EF4-FFF2-40B4-BE49-F238E27FC236}">
                      <a16:creationId xmlns:a16="http://schemas.microsoft.com/office/drawing/2014/main" id="{19C51B1E-9E56-FFCB-C92D-5B2A230B6B8C}"/>
                    </a:ext>
                  </a:extLst>
                </p:cNvPr>
                <p:cNvSpPr txBox="1"/>
                <p:nvPr/>
              </p:nvSpPr>
              <p:spPr>
                <a:xfrm rot="16200000">
                  <a:off x="4155947" y="14923038"/>
                  <a:ext cx="77290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3" name="TextBox 542">
                  <a:extLst>
                    <a:ext uri="{FF2B5EF4-FFF2-40B4-BE49-F238E27FC236}">
                      <a16:creationId xmlns:a16="http://schemas.microsoft.com/office/drawing/2014/main" id="{19C51B1E-9E56-FFCB-C92D-5B2A230B6B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155947" y="14923038"/>
                  <a:ext cx="772904" cy="261610"/>
                </a:xfrm>
                <a:prstGeom prst="rect">
                  <a:avLst/>
                </a:prstGeom>
                <a:blipFill>
                  <a:blip r:embed="rId101"/>
                  <a:stretch>
                    <a:fillRect r="-161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4" name="TextBox 543">
                  <a:extLst>
                    <a:ext uri="{FF2B5EF4-FFF2-40B4-BE49-F238E27FC236}">
                      <a16:creationId xmlns:a16="http://schemas.microsoft.com/office/drawing/2014/main" id="{8F229C77-690E-7CFC-1FBE-4E32D0A83932}"/>
                    </a:ext>
                  </a:extLst>
                </p:cNvPr>
                <p:cNvSpPr txBox="1"/>
                <p:nvPr/>
              </p:nvSpPr>
              <p:spPr>
                <a:xfrm rot="5400000">
                  <a:off x="2496353" y="14322298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4" name="TextBox 543">
                  <a:extLst>
                    <a:ext uri="{FF2B5EF4-FFF2-40B4-BE49-F238E27FC236}">
                      <a16:creationId xmlns:a16="http://schemas.microsoft.com/office/drawing/2014/main" id="{8F229C77-690E-7CFC-1FBE-4E32D0A839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2496353" y="14322298"/>
                  <a:ext cx="474810" cy="400110"/>
                </a:xfrm>
                <a:prstGeom prst="rect">
                  <a:avLst/>
                </a:prstGeom>
                <a:blipFill>
                  <a:blip r:embed="rId102"/>
                  <a:stretch>
                    <a:fillRect l="-21053" t="-24242"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5" name="TextBox 544">
                  <a:extLst>
                    <a:ext uri="{FF2B5EF4-FFF2-40B4-BE49-F238E27FC236}">
                      <a16:creationId xmlns:a16="http://schemas.microsoft.com/office/drawing/2014/main" id="{322F02D3-9AC0-652A-6C31-C44B2DB33CD4}"/>
                    </a:ext>
                  </a:extLst>
                </p:cNvPr>
                <p:cNvSpPr txBox="1"/>
                <p:nvPr/>
              </p:nvSpPr>
              <p:spPr>
                <a:xfrm rot="5400000">
                  <a:off x="5242824" y="14385362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5" name="TextBox 544">
                  <a:extLst>
                    <a:ext uri="{FF2B5EF4-FFF2-40B4-BE49-F238E27FC236}">
                      <a16:creationId xmlns:a16="http://schemas.microsoft.com/office/drawing/2014/main" id="{322F02D3-9AC0-652A-6C31-C44B2DB33C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5242824" y="14385362"/>
                  <a:ext cx="474810" cy="400110"/>
                </a:xfrm>
                <a:prstGeom prst="rect">
                  <a:avLst/>
                </a:prstGeom>
                <a:blipFill>
                  <a:blip r:embed="rId103"/>
                  <a:stretch>
                    <a:fillRect l="-21053" t="-28125"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6" name="TextBox 545">
                  <a:extLst>
                    <a:ext uri="{FF2B5EF4-FFF2-40B4-BE49-F238E27FC236}">
                      <a16:creationId xmlns:a16="http://schemas.microsoft.com/office/drawing/2014/main" id="{6EDCB803-8A07-D87E-AAFD-2DAAE7AD1815}"/>
                    </a:ext>
                  </a:extLst>
                </p:cNvPr>
                <p:cNvSpPr txBox="1"/>
                <p:nvPr/>
              </p:nvSpPr>
              <p:spPr>
                <a:xfrm rot="16200000">
                  <a:off x="2283301" y="13910099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6" name="TextBox 545">
                  <a:extLst>
                    <a:ext uri="{FF2B5EF4-FFF2-40B4-BE49-F238E27FC236}">
                      <a16:creationId xmlns:a16="http://schemas.microsoft.com/office/drawing/2014/main" id="{6EDCB803-8A07-D87E-AAFD-2DAAE7AD18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283301" y="13910099"/>
                  <a:ext cx="796436" cy="261610"/>
                </a:xfrm>
                <a:prstGeom prst="rect">
                  <a:avLst/>
                </a:prstGeom>
                <a:blipFill>
                  <a:blip r:embed="rId104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7" name="TextBox 546">
                  <a:extLst>
                    <a:ext uri="{FF2B5EF4-FFF2-40B4-BE49-F238E27FC236}">
                      <a16:creationId xmlns:a16="http://schemas.microsoft.com/office/drawing/2014/main" id="{BB117571-A4CD-F38C-A5D3-ED7D48ED5D7C}"/>
                    </a:ext>
                  </a:extLst>
                </p:cNvPr>
                <p:cNvSpPr txBox="1"/>
                <p:nvPr/>
              </p:nvSpPr>
              <p:spPr>
                <a:xfrm rot="16200000">
                  <a:off x="3199695" y="13910099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7" name="TextBox 546">
                  <a:extLst>
                    <a:ext uri="{FF2B5EF4-FFF2-40B4-BE49-F238E27FC236}">
                      <a16:creationId xmlns:a16="http://schemas.microsoft.com/office/drawing/2014/main" id="{BB117571-A4CD-F38C-A5D3-ED7D48ED5D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199695" y="13910099"/>
                  <a:ext cx="796436" cy="261610"/>
                </a:xfrm>
                <a:prstGeom prst="rect">
                  <a:avLst/>
                </a:prstGeom>
                <a:blipFill>
                  <a:blip r:embed="rId105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8" name="TextBox 547">
                  <a:extLst>
                    <a:ext uri="{FF2B5EF4-FFF2-40B4-BE49-F238E27FC236}">
                      <a16:creationId xmlns:a16="http://schemas.microsoft.com/office/drawing/2014/main" id="{D8646633-C392-C386-96EE-245ACD5AD882}"/>
                    </a:ext>
                  </a:extLst>
                </p:cNvPr>
                <p:cNvSpPr txBox="1"/>
                <p:nvPr/>
              </p:nvSpPr>
              <p:spPr>
                <a:xfrm rot="16200000">
                  <a:off x="4920771" y="13883127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8" name="TextBox 547">
                  <a:extLst>
                    <a:ext uri="{FF2B5EF4-FFF2-40B4-BE49-F238E27FC236}">
                      <a16:creationId xmlns:a16="http://schemas.microsoft.com/office/drawing/2014/main" id="{D8646633-C392-C386-96EE-245ACD5AD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920771" y="13883127"/>
                  <a:ext cx="1043171" cy="261610"/>
                </a:xfrm>
                <a:prstGeom prst="rect">
                  <a:avLst/>
                </a:prstGeom>
                <a:blipFill>
                  <a:blip r:embed="rId106"/>
                  <a:stretch>
                    <a:fillRect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9" name="TextBox 548">
                  <a:extLst>
                    <a:ext uri="{FF2B5EF4-FFF2-40B4-BE49-F238E27FC236}">
                      <a16:creationId xmlns:a16="http://schemas.microsoft.com/office/drawing/2014/main" id="{E4AEC638-9299-13A2-27C8-5B96CB713D13}"/>
                    </a:ext>
                  </a:extLst>
                </p:cNvPr>
                <p:cNvSpPr txBox="1"/>
                <p:nvPr/>
              </p:nvSpPr>
              <p:spPr>
                <a:xfrm rot="16200000">
                  <a:off x="4029129" y="13943351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49" name="TextBox 548">
                  <a:extLst>
                    <a:ext uri="{FF2B5EF4-FFF2-40B4-BE49-F238E27FC236}">
                      <a16:creationId xmlns:a16="http://schemas.microsoft.com/office/drawing/2014/main" id="{E4AEC638-9299-13A2-27C8-5B96CB713D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029129" y="13943351"/>
                  <a:ext cx="1043171" cy="261610"/>
                </a:xfrm>
                <a:prstGeom prst="rect">
                  <a:avLst/>
                </a:prstGeom>
                <a:blipFill>
                  <a:blip r:embed="rId107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0" name="TextBox 549">
                  <a:extLst>
                    <a:ext uri="{FF2B5EF4-FFF2-40B4-BE49-F238E27FC236}">
                      <a16:creationId xmlns:a16="http://schemas.microsoft.com/office/drawing/2014/main" id="{FECAD60B-016C-6FFC-A59A-48834A8A3817}"/>
                    </a:ext>
                  </a:extLst>
                </p:cNvPr>
                <p:cNvSpPr txBox="1"/>
                <p:nvPr/>
              </p:nvSpPr>
              <p:spPr>
                <a:xfrm rot="16200000">
                  <a:off x="2271258" y="13045003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0" name="TextBox 549">
                  <a:extLst>
                    <a:ext uri="{FF2B5EF4-FFF2-40B4-BE49-F238E27FC236}">
                      <a16:creationId xmlns:a16="http://schemas.microsoft.com/office/drawing/2014/main" id="{FECAD60B-016C-6FFC-A59A-48834A8A38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271258" y="13045003"/>
                  <a:ext cx="796436" cy="261610"/>
                </a:xfrm>
                <a:prstGeom prst="rect">
                  <a:avLst/>
                </a:prstGeom>
                <a:blipFill>
                  <a:blip r:embed="rId108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1" name="TextBox 550">
                  <a:extLst>
                    <a:ext uri="{FF2B5EF4-FFF2-40B4-BE49-F238E27FC236}">
                      <a16:creationId xmlns:a16="http://schemas.microsoft.com/office/drawing/2014/main" id="{B30A9DC9-25F8-962B-04FE-FCA77EEF7A60}"/>
                    </a:ext>
                  </a:extLst>
                </p:cNvPr>
                <p:cNvSpPr txBox="1"/>
                <p:nvPr/>
              </p:nvSpPr>
              <p:spPr>
                <a:xfrm rot="16200000">
                  <a:off x="3198882" y="13017981"/>
                  <a:ext cx="7964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1" name="TextBox 550">
                  <a:extLst>
                    <a:ext uri="{FF2B5EF4-FFF2-40B4-BE49-F238E27FC236}">
                      <a16:creationId xmlns:a16="http://schemas.microsoft.com/office/drawing/2014/main" id="{B30A9DC9-25F8-962B-04FE-FCA77EEF7A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198882" y="13017981"/>
                  <a:ext cx="796436" cy="261610"/>
                </a:xfrm>
                <a:prstGeom prst="rect">
                  <a:avLst/>
                </a:prstGeom>
                <a:blipFill>
                  <a:blip r:embed="rId109"/>
                  <a:stretch>
                    <a:fillRect r="-1563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2" name="TextBox 551">
                  <a:extLst>
                    <a:ext uri="{FF2B5EF4-FFF2-40B4-BE49-F238E27FC236}">
                      <a16:creationId xmlns:a16="http://schemas.microsoft.com/office/drawing/2014/main" id="{B5CEC834-9458-9977-7015-DD70C9CF1033}"/>
                    </a:ext>
                  </a:extLst>
                </p:cNvPr>
                <p:cNvSpPr txBox="1"/>
                <p:nvPr/>
              </p:nvSpPr>
              <p:spPr>
                <a:xfrm rot="16200000">
                  <a:off x="4930644" y="13079358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2" name="TextBox 551">
                  <a:extLst>
                    <a:ext uri="{FF2B5EF4-FFF2-40B4-BE49-F238E27FC236}">
                      <a16:creationId xmlns:a16="http://schemas.microsoft.com/office/drawing/2014/main" id="{B5CEC834-9458-9977-7015-DD70C9CF10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930644" y="13079358"/>
                  <a:ext cx="1043171" cy="261610"/>
                </a:xfrm>
                <a:prstGeom prst="rect">
                  <a:avLst/>
                </a:prstGeom>
                <a:blipFill>
                  <a:blip r:embed="rId110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3" name="TextBox 552">
                  <a:extLst>
                    <a:ext uri="{FF2B5EF4-FFF2-40B4-BE49-F238E27FC236}">
                      <a16:creationId xmlns:a16="http://schemas.microsoft.com/office/drawing/2014/main" id="{735C8AD3-2101-C1F0-2A60-E5CF9AA25C8D}"/>
                    </a:ext>
                  </a:extLst>
                </p:cNvPr>
                <p:cNvSpPr txBox="1"/>
                <p:nvPr/>
              </p:nvSpPr>
              <p:spPr>
                <a:xfrm rot="16200000">
                  <a:off x="4022214" y="13093493"/>
                  <a:ext cx="104317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ar-AE" sz="1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ar-AE" sz="11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1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3" name="TextBox 552">
                  <a:extLst>
                    <a:ext uri="{FF2B5EF4-FFF2-40B4-BE49-F238E27FC236}">
                      <a16:creationId xmlns:a16="http://schemas.microsoft.com/office/drawing/2014/main" id="{735C8AD3-2101-C1F0-2A60-E5CF9AA25C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022214" y="13093493"/>
                  <a:ext cx="1043171" cy="261610"/>
                </a:xfrm>
                <a:prstGeom prst="rect">
                  <a:avLst/>
                </a:prstGeom>
                <a:blipFill>
                  <a:blip r:embed="rId111"/>
                  <a:stretch>
                    <a:fillRect r="-1205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4" name="TextBox 553">
                  <a:extLst>
                    <a:ext uri="{FF2B5EF4-FFF2-40B4-BE49-F238E27FC236}">
                      <a16:creationId xmlns:a16="http://schemas.microsoft.com/office/drawing/2014/main" id="{1E9FCA7E-CBE1-961D-91D4-92677744877D}"/>
                    </a:ext>
                  </a:extLst>
                </p:cNvPr>
                <p:cNvSpPr txBox="1"/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4" name="TextBox 553">
                  <a:extLst>
                    <a:ext uri="{FF2B5EF4-FFF2-40B4-BE49-F238E27FC236}">
                      <a16:creationId xmlns:a16="http://schemas.microsoft.com/office/drawing/2014/main" id="{1E9FCA7E-CBE1-961D-91D4-9267774487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3188" y="13834811"/>
                  <a:ext cx="474810" cy="400110"/>
                </a:xfrm>
                <a:prstGeom prst="rect">
                  <a:avLst/>
                </a:prstGeom>
                <a:blipFill>
                  <a:blip r:embed="rId112"/>
                  <a:stretch>
                    <a:fillRect l="-24242" r="-6061"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5" name="TextBox 554">
                  <a:extLst>
                    <a:ext uri="{FF2B5EF4-FFF2-40B4-BE49-F238E27FC236}">
                      <a16:creationId xmlns:a16="http://schemas.microsoft.com/office/drawing/2014/main" id="{AB3CAC8C-4553-83EC-8014-A08ED429D976}"/>
                    </a:ext>
                  </a:extLst>
                </p:cNvPr>
                <p:cNvSpPr txBox="1"/>
                <p:nvPr/>
              </p:nvSpPr>
              <p:spPr>
                <a:xfrm>
                  <a:off x="3957673" y="12904525"/>
                  <a:ext cx="47481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ar-AE" sz="2000" dirty="0"/>
                </a:p>
              </p:txBody>
            </p:sp>
          </mc:Choice>
          <mc:Fallback xmlns="">
            <p:sp>
              <p:nvSpPr>
                <p:cNvPr id="555" name="TextBox 554">
                  <a:extLst>
                    <a:ext uri="{FF2B5EF4-FFF2-40B4-BE49-F238E27FC236}">
                      <a16:creationId xmlns:a16="http://schemas.microsoft.com/office/drawing/2014/main" id="{AB3CAC8C-4553-83EC-8014-A08ED429D9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7673" y="12904525"/>
                  <a:ext cx="474810" cy="400110"/>
                </a:xfrm>
                <a:prstGeom prst="rect">
                  <a:avLst/>
                </a:prstGeom>
                <a:blipFill>
                  <a:blip r:embed="rId113"/>
                  <a:stretch>
                    <a:fillRect l="-24242" r="-9091"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79" name="TextBox 578">
            <a:extLst>
              <a:ext uri="{FF2B5EF4-FFF2-40B4-BE49-F238E27FC236}">
                <a16:creationId xmlns:a16="http://schemas.microsoft.com/office/drawing/2014/main" id="{D351C046-A779-7069-0C9B-C1164AD0F8A7}"/>
              </a:ext>
            </a:extLst>
          </p:cNvPr>
          <p:cNvSpPr txBox="1"/>
          <p:nvPr/>
        </p:nvSpPr>
        <p:spPr>
          <a:xfrm>
            <a:off x="6965796" y="10375014"/>
            <a:ext cx="31384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/>
              <a:t>Northern communication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9550001-2211-8A53-9356-9480ED7F60F9}"/>
                  </a:ext>
                </a:extLst>
              </p:cNvPr>
              <p:cNvSpPr txBox="1"/>
              <p:nvPr/>
            </p:nvSpPr>
            <p:spPr>
              <a:xfrm rot="10800000">
                <a:off x="6722725" y="16643512"/>
                <a:ext cx="4748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9550001-2211-8A53-9356-9480ED7F6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>
                <a:off x="6722725" y="16643512"/>
                <a:ext cx="474810" cy="400110"/>
              </a:xfrm>
              <a:prstGeom prst="rect">
                <a:avLst/>
              </a:prstGeom>
              <a:blipFill>
                <a:blip r:embed="rId114"/>
                <a:stretch>
                  <a:fillRect l="-21053" t="-24242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ABFA2A8-3FD5-5E3D-8591-E86711BF3EAB}"/>
              </a:ext>
            </a:extLst>
          </p:cNvPr>
          <p:cNvSpPr txBox="1"/>
          <p:nvPr/>
        </p:nvSpPr>
        <p:spPr>
          <a:xfrm>
            <a:off x="8416975" y="18617785"/>
            <a:ext cx="359394" cy="566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ADEE9A1-0806-7AF0-6ED3-9AC6C1A53FF0}"/>
              </a:ext>
            </a:extLst>
          </p:cNvPr>
          <p:cNvCxnSpPr/>
          <p:nvPr/>
        </p:nvCxnSpPr>
        <p:spPr>
          <a:xfrm>
            <a:off x="15295474" y="12328718"/>
            <a:ext cx="26848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2A6779-6D1E-7AA2-21DE-309BBDED22F9}"/>
              </a:ext>
            </a:extLst>
          </p:cNvPr>
          <p:cNvCxnSpPr>
            <a:cxnSpLocks/>
          </p:cNvCxnSpPr>
          <p:nvPr/>
        </p:nvCxnSpPr>
        <p:spPr>
          <a:xfrm rot="5400000">
            <a:off x="15317317" y="12289808"/>
            <a:ext cx="26848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D7961D-1E84-23D7-99E5-9F002CA09434}"/>
              </a:ext>
            </a:extLst>
          </p:cNvPr>
          <p:cNvCxnSpPr>
            <a:cxnSpLocks/>
          </p:cNvCxnSpPr>
          <p:nvPr/>
        </p:nvCxnSpPr>
        <p:spPr>
          <a:xfrm flipH="1">
            <a:off x="15440736" y="11070136"/>
            <a:ext cx="2476906" cy="25074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4915A1-DEC7-602D-FC38-918EDDF5BC53}"/>
                  </a:ext>
                </a:extLst>
              </p:cNvPr>
              <p:cNvSpPr txBox="1"/>
              <p:nvPr/>
            </p:nvSpPr>
            <p:spPr>
              <a:xfrm>
                <a:off x="13463322" y="12139213"/>
                <a:ext cx="17979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=8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4915A1-DEC7-602D-FC38-918EDDF5B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3322" y="12139213"/>
                <a:ext cx="1797993" cy="369332"/>
              </a:xfrm>
              <a:prstGeom prst="rect">
                <a:avLst/>
              </a:prstGeom>
              <a:blipFill>
                <a:blip r:embed="rId1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414154-6867-19D6-D0CF-E796879655AC}"/>
                  </a:ext>
                </a:extLst>
              </p:cNvPr>
              <p:cNvSpPr txBox="1"/>
              <p:nvPr/>
            </p:nvSpPr>
            <p:spPr>
              <a:xfrm>
                <a:off x="15741063" y="10519614"/>
                <a:ext cx="17979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=6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414154-6867-19D6-D0CF-E79687965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1063" y="10519614"/>
                <a:ext cx="1797993" cy="369332"/>
              </a:xfrm>
              <a:prstGeom prst="rect">
                <a:avLst/>
              </a:prstGeom>
              <a:blipFill>
                <a:blip r:embed="rId1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9B6901-EE3A-5C62-0822-AFD3EC396CE4}"/>
                  </a:ext>
                </a:extLst>
              </p:cNvPr>
              <p:cNvSpPr txBox="1"/>
              <p:nvPr/>
            </p:nvSpPr>
            <p:spPr>
              <a:xfrm>
                <a:off x="15892555" y="13648077"/>
                <a:ext cx="17979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=9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9B6901-EE3A-5C62-0822-AFD3EC396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2555" y="13648077"/>
                <a:ext cx="1797993" cy="369332"/>
              </a:xfrm>
              <a:prstGeom prst="rect">
                <a:avLst/>
              </a:prstGeom>
              <a:blipFill>
                <a:blip r:embed="rId1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671A326D-BAD1-083F-FCAA-D825C843809A}"/>
              </a:ext>
            </a:extLst>
          </p:cNvPr>
          <p:cNvSpPr txBox="1"/>
          <p:nvPr/>
        </p:nvSpPr>
        <p:spPr>
          <a:xfrm>
            <a:off x="14959924" y="13490232"/>
            <a:ext cx="597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void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7DDA9B2-91EC-F0B8-3664-1230DB3F9AA7}"/>
              </a:ext>
            </a:extLst>
          </p:cNvPr>
          <p:cNvSpPr/>
          <p:nvPr/>
        </p:nvSpPr>
        <p:spPr>
          <a:xfrm>
            <a:off x="16525464" y="12186449"/>
            <a:ext cx="250257" cy="250257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4D0868-32E2-10B4-46AC-36328F0EAD8B}"/>
              </a:ext>
            </a:extLst>
          </p:cNvPr>
          <p:cNvSpPr txBox="1"/>
          <p:nvPr/>
        </p:nvSpPr>
        <p:spPr>
          <a:xfrm>
            <a:off x="16072371" y="11977478"/>
            <a:ext cx="691215" cy="5661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B119E5F-C620-824E-1C28-EB06E44205D1}"/>
                  </a:ext>
                </a:extLst>
              </p:cNvPr>
              <p:cNvSpPr txBox="1"/>
              <p:nvPr/>
            </p:nvSpPr>
            <p:spPr>
              <a:xfrm>
                <a:off x="17928334" y="12139213"/>
                <a:ext cx="17979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=5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B119E5F-C620-824E-1C28-EB06E4420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8334" y="12139213"/>
                <a:ext cx="1797993" cy="369332"/>
              </a:xfrm>
              <a:prstGeom prst="rect">
                <a:avLst/>
              </a:prstGeom>
              <a:blipFill>
                <a:blip r:embed="rId1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8F74893-7BAD-B7BE-0F76-5077A651D654}"/>
                  </a:ext>
                </a:extLst>
              </p:cNvPr>
              <p:cNvSpPr txBox="1"/>
              <p:nvPr/>
            </p:nvSpPr>
            <p:spPr>
              <a:xfrm>
                <a:off x="17878733" y="10739794"/>
                <a:ext cx="17979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=7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8F74893-7BAD-B7BE-0F76-5077A651D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8733" y="10739794"/>
                <a:ext cx="1797993" cy="369332"/>
              </a:xfrm>
              <a:prstGeom prst="rect">
                <a:avLst/>
              </a:prstGeom>
              <a:blipFill>
                <a:blip r:embed="rId1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B9FAB5B-2D97-88DD-7432-E8A9A0504D36}"/>
              </a:ext>
            </a:extLst>
          </p:cNvPr>
          <p:cNvSpPr txBox="1"/>
          <p:nvPr/>
        </p:nvSpPr>
        <p:spPr>
          <a:xfrm>
            <a:off x="17928334" y="13120900"/>
            <a:ext cx="2884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(POLE NOT IMPLEMENTED)</a:t>
            </a:r>
          </a:p>
        </p:txBody>
      </p:sp>
    </p:spTree>
    <p:extLst>
      <p:ext uri="{BB962C8B-B14F-4D97-AF65-F5344CB8AC3E}">
        <p14:creationId xmlns:p14="http://schemas.microsoft.com/office/powerpoint/2010/main" val="1013309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4575</TotalTime>
  <Words>5249</Words>
  <Application>Microsoft Macintosh PowerPoint</Application>
  <PresentationFormat>Custom</PresentationFormat>
  <Paragraphs>1923</Paragraphs>
  <Slides>42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Nobuyuki Matsumoto</dc:creator>
  <cp:lastModifiedBy>Nobuyuki Matsumoto</cp:lastModifiedBy>
  <cp:revision>526</cp:revision>
  <dcterms:created xsi:type="dcterms:W3CDTF">2025-10-14T20:21:11Z</dcterms:created>
  <dcterms:modified xsi:type="dcterms:W3CDTF">2025-12-04T06:13:27Z</dcterms:modified>
</cp:coreProperties>
</file>