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0"/>
  </p:notesMasterIdLst>
  <p:sldIdLst>
    <p:sldId id="262" r:id="rId2"/>
    <p:sldId id="265" r:id="rId3"/>
    <p:sldId id="263" r:id="rId4"/>
    <p:sldId id="264" r:id="rId5"/>
    <p:sldId id="261" r:id="rId6"/>
    <p:sldId id="258" r:id="rId7"/>
    <p:sldId id="259" r:id="rId8"/>
    <p:sldId id="260" r:id="rId9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7419"/>
    <p:restoredTop sz="96512"/>
  </p:normalViewPr>
  <p:slideViewPr>
    <p:cSldViewPr snapToGrid="0" showGuides="1">
      <p:cViewPr>
        <p:scale>
          <a:sx n="56" d="100"/>
          <a:sy n="56" d="100"/>
        </p:scale>
        <p:origin x="-968" y="-3760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B6C14-BCEF-DA3E-383E-E9D610548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F2D67-B445-21DB-9DC0-8CF5780E4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E4680-92E6-B631-894C-231333285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95761-9D92-7399-311C-29790C229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74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2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18" Type="http://schemas.openxmlformats.org/officeDocument/2006/relationships/image" Target="../media/image4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5" Type="http://schemas.openxmlformats.org/officeDocument/2006/relationships/image" Target="../media/image1.png"/><Relationship Id="rId10" Type="http://schemas.openxmlformats.org/officeDocument/2006/relationships/image" Target="../media/image167.png"/><Relationship Id="rId19" Type="http://schemas.openxmlformats.org/officeDocument/2006/relationships/image" Target="../media/image5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10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10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9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10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9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10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10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7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4075C-BB88-D8E4-A1C6-E37213744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425D4C-2993-382B-ACD5-89136B95AD9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E95ED53C-BBBA-9DD5-E264-DD98261FC807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5A608E3B-B4C0-40D8-BEFC-363A150941CB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3ABF3CCF-2D45-FB37-3FCC-7081A28E2E00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3ABCD58-A5E9-2168-4C9A-2AE8BA3F1040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AE8F3B-A7BD-56ED-8E0D-EE717AA1386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FAFA48-309D-29E0-BE73-1106363DB45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D0B4A4-9475-6E8B-82D4-28D975D8D0B9}"/>
              </a:ext>
            </a:extLst>
          </p:cNvPr>
          <p:cNvGrpSpPr/>
          <p:nvPr/>
        </p:nvGrpSpPr>
        <p:grpSpPr>
          <a:xfrm>
            <a:off x="4204215" y="22143440"/>
            <a:ext cx="2093493" cy="2083866"/>
            <a:chOff x="1386039" y="2391881"/>
            <a:chExt cx="2093493" cy="208386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51B5F1-221A-7B7B-9EAB-4AC8933D952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6BA675F-9D66-9968-B11E-B59B406A4C34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5FDF362-81DE-DC3A-B59A-91D9E4523786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8EFA399-C466-2712-DCB6-6AD3EA24C06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DBE62453-69BE-7D24-7A27-10173B954C6D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B6D1D89-AE91-E3FE-A28C-20D38DB18AD5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91E5F0E-F717-3FCB-61FC-65BBD5FA005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06F4A2DE-FDA3-A057-F473-0EF10523ED5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2C8CBFB-9B33-D7F0-3F1E-FDCE18E769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3A1AC7F-03C2-BFD6-A6A2-DD76577FC5A8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413987C-080E-CD17-CA87-B57A433884D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2E7CF7B2-508F-8C18-CD39-5A7C1F76F0E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E5C7F9C-0D91-4E78-16FC-6207572EC20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80E62076-2E15-82A7-783F-519E879AF51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C175200-2D5C-C896-90C3-3411842C04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F75428D-EB2C-DDCA-5506-432478EFF88C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EA67ED6-CCAE-9DDE-3086-4212DAAFA34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2A0E9DF-52EC-804D-707B-D4C20D15280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BEFB693-21D7-1452-ECDC-84012F3DD3E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4C265E0-96F8-3234-4904-AF11DEE5F93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34FD49D-1781-C027-AFAB-115CEAB165D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AEB6BCB-DB08-E111-FA1C-941E9836EC4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9A3D677-17BE-4421-A5B4-16EA6E088673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A4B7D981-E364-1260-A0CC-1775D3D60A6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962DA134-206B-7677-35A8-CC62D0FB107A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0A85F821-0CA4-8643-DBC6-5400A4638F84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93F61CF-A1FD-BFE6-1808-003DA75C5B38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722443C-4883-9856-E1E9-BB0CDC1D0157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8BE65B3A-00B9-E53E-6D44-57F9BFF2D5EE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B6026318-CDD3-4A27-7C1D-38B88ADB5942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F4292293-F541-2E41-D039-BE81AB8169AB}"/>
              </a:ext>
            </a:extLst>
          </p:cNvPr>
          <p:cNvGrpSpPr/>
          <p:nvPr/>
        </p:nvGrpSpPr>
        <p:grpSpPr>
          <a:xfrm>
            <a:off x="7890612" y="18488050"/>
            <a:ext cx="2093493" cy="2083866"/>
            <a:chOff x="1386039" y="2391881"/>
            <a:chExt cx="2093493" cy="2083866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70757AD1-154E-B162-7855-3677EADC04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FE2EC02E-5B95-D0D7-5C2A-195A0BD4754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8DC745B0-15C6-8B12-C500-5F2EBB6CF188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7948215-1D08-8006-4815-A5EEB7877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A47637F-E039-4A85-C796-E3272B40A81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F21CF492-2783-7BAA-BCAC-58314C5040D6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5F464C4-1328-5CE8-F524-D13CBB2C0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5F561404-6F53-E749-1FA2-0EDBFE4426B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350A3630-86EC-6F9E-7200-D7D9EA8B1F7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B45083A2-A5B7-2C5A-AFB4-9C17A26A353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184E78A-90BC-0DD7-49C3-6E09BBC2AA0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C97AE82E-85C0-E6AC-8C07-DA092DD5ADD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EB4AADC-9F4F-4EAE-4CA6-4F2E96CA20D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3C964AB5-0BA3-138C-4BC2-046DBD4CCD5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D202797B-60F4-A7A7-F507-FAE43D7776D8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932D4A84-E39B-FC0D-4925-036B4BAEB7F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D3F0D94-EFAC-108D-8EB7-8F9E164B54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738000EB-D1C7-4BFB-7773-D28937E0EB8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72AC961D-F190-9CFA-076B-ABF2EB67982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AD655F3E-A22C-97F9-C3B1-7985BC154173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BD91A23B-CFC1-A7EE-E240-060E33F61CF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FE7A974A-831C-C71B-0DDF-5BAC559A4B3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08A4674-C0F2-3607-1FCE-B3277F23A65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F1083727-F912-6717-96DD-B6F5EB285F35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7357679A-7F0D-8FF2-E7F4-05F5BDC7B71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3E7E9164-98B5-5024-ECF4-0DF06FC48C62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7D108427-8A4B-5C28-2346-C791062E1DB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54C3E8CF-D988-E2C2-A90D-B542F333B83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1A6D77C-92C7-6251-4A97-65E115CD3FF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E113DAB0-3B46-6DBE-2341-9088EFF61CD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4DF2F75-69D0-B54B-2518-16DDB96A89AD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27E9EE7D-C0A1-2F40-7AB2-F6468EFE62B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1423BE0-14B8-C9BF-2D44-619F984AA20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60769FC-DE51-35AE-394E-80F43827215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ACC311B-B89B-1960-2090-F1FA148DFC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7421CC1-FF97-3FA4-1E4E-21022EED961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3457B98A-6BB1-2EDF-4E8C-2FBCF66956A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D9D92FAA-9056-6FC8-EBA3-52A53B1FFB9E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9DF567FC-59F4-D141-A1C3-345470DA3F7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57867A4-31EF-47D9-C5B3-4A25DEAC6B5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58C1B596-A1D0-6DF3-FCA3-9931BA98A5D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B9E1A824-F311-A512-A78E-CAC1D292207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E9D45C8B-6058-E880-1258-52F1D21A75F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9FC7EAB5-044F-F1B4-E2EC-72DCEF23381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ECFC67F-7F69-B7F5-3917-4F6B8706AE74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5331974-B234-DF16-060C-6CE9E550763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2678007B-4AA9-2F39-26A3-8295F226A40C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93A9AFB8-5A46-88A4-DA2D-556E84C8FFA2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8BC2CF2-7C55-8242-A767-39C5DF4FBD39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1E1AF4F-9E86-00A6-15E9-7EEF71D96EF6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2120B89C-1CF6-C042-68B6-3016902A2C7A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0C30239-3C49-B114-5794-C4C9BA842E0C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02982E6A-C689-0F8D-AF04-D0B5F660034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F22BEE6-2166-383E-F884-F30044F51EB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708E5FD2-65F5-6243-E753-C7D139C3332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1EDB184-29CF-A4B0-3A0B-4D877F1C816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E5AD25E-8389-BB5B-9362-7543BD67208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7BA45BB0-A6F8-4596-5A98-CB02AF95215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C2361FBA-1EEA-E0DA-A818-2D5323AA07F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FEBCF2B8-ABFF-3B52-B7B9-DD9B14C27C6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F081D85-F5C2-71A1-80C1-35A27D2ADC3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FC9A615-4BB4-AA8D-0CC8-4CE60A30852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844B3D6-F106-E8E6-65F3-4436CDC7DBF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7CB3E74C-C98E-21FA-29B1-55E0810DFB3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BBD7D154-82EA-7FB5-455A-FE51F1763D1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B371E92-CF18-A9E4-F3A7-65832AAC700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0D47343A-4A0D-EF56-D585-B6925797407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C91AEC98-0FCD-E4EF-3FE3-CF73DD002E90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1C3523BD-2B6E-16A2-35B1-589DE405FD37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69E74F1C-9B21-189D-52BD-1616E667A51D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EFC9843D-6AD6-2706-4E39-A0AF174EF4A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F2C7CEB-6658-1CF2-6A49-7C8887ADB71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D5B1340-FC9E-0D1A-5E4C-A5B33831AB1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0F9728D-489E-8703-1BCD-7D285B0D901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EE7A8227-DAD5-27BE-29FC-34D543F6381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426C0F17-0DFA-4E2B-2F58-B9FFAB5F9CC3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5B7D02B-1FF8-F5B1-A374-C3FB3AFD990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2609CC0-76E2-B880-8334-DB972B6A24D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D305A755-C6D0-4E31-536F-A62B9221253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99B69B9-77FC-D845-7597-842DC0FA677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1973F15D-97B5-DF97-99E6-DBA9B70D45B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917C9059-E6F0-FC67-A9E0-1BB436FBADA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52F9180-BA56-5077-4308-7B0685F2470F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36932744-5C07-105D-AE64-917688B69FAA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C651FA32-4AF2-AEAE-F3DE-C29155F2A36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B169857-D5F6-085B-9507-5A57BDE7CB6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5E2E685A-2C1E-0ABC-8B28-FA43AA0A8A4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0EBD90BA-4D3B-16C2-E9EE-240840B7407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A70200AA-FC24-C51A-C2F1-FEFAE99C87C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0F199132-96CB-90AD-6B3E-AE879FFC51C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F31D7E06-EAB7-1FCB-6257-294CFB020992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0EEB4614-946A-020D-8CB4-6F108AF30816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21F68530-DEC2-2DE6-8B05-EE5EA25D1586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C9E8C0BF-2524-A7BC-682B-C8772A6BE42F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883C5C6-3D35-AF44-A3CB-6DBAF17062A4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7A0E3A51-486B-ADB9-7A68-0BF16B3EB35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0672DBEF-00CC-5CCB-CB6E-1963E802761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350FEF75-044B-F1C9-CA4E-6F9F3B08C2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6F80A811-2070-FEF4-D12D-ACCE9F124E2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52DD98FD-49E1-0C0C-84B0-D21C0ACA107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984BE667-2F6D-06F9-8558-275F11A91A7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547FE248-3236-ADB8-80B7-81C6E7D1AF4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3EF4A53C-FF53-04C0-1CFA-37B90C802CD6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F704D36-0E64-AABE-4A36-127E3D22716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1EA67F7F-5EAD-6901-3DC3-680FDC576CA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24C2E75F-8C2D-0210-AF2A-8C5A34E289D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3AEF0C83-D3D5-30DB-3736-6C5A0F944B2B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5FCBA97F-0F73-4A94-3A4B-951C2669A36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C5090A2-AE05-FB8F-CE4B-7EF63FD3621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15B5A55-23DD-C4CB-98BE-17561BDEB38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4571FFC2-7258-71E1-2DB2-A2CB8B316159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EB831EE-85A3-D85B-5C5C-67D57B62D238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477ADA63-9EC1-38E3-0632-BE4F50488E2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48147CC7-573F-63F1-C269-71762F32D46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E1F2324-B4DA-9F14-8A59-15DFECD2D8C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5C65A738-FD5C-850E-1EFC-CEBE8AD0BBD2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619AA0B4-C454-F5BD-85AE-0D9206C2676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70FDDBBD-CBBF-8FCE-28B8-4A239B93C84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32BE9435-4D13-1A77-1B70-C20E15F3309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EE069BFF-9B60-C4AB-166F-DDD554E7226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EA37A109-BD4F-24A6-064A-6823EE707CFA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F6F60343-DD0A-3B32-72A0-AFFE117AD32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BA2E85A8-8090-1142-E2A3-E02CB44CAE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0B25916-3F8D-5DCC-4DFB-F109D28CC87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1BD03030-4D5F-77CF-43D2-7AA09303881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E90B36E4-32C3-D58A-05EA-0111AED12E5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D5D5AF85-375C-EA59-F078-31CCCEE513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8364AFE8-0BE1-578E-6128-DBFCC95C2BA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4F435C5A-9239-1E6B-9BB3-7C10A20B680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AAB2EC9A-DCA0-285B-FBBE-F453D2E8EA5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BAA418F5-D5DD-C743-AB70-FD89C72143E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D534242-0A64-C713-68A7-2CB45FFCEC14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E39F3355-34F0-677D-2593-D644EF9E706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260DC8F-B452-0451-6E59-75C5E0F2DA9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CBAA7BB-1098-63FB-7B18-4E09A7CD305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636918E2-74FF-B225-567C-5AE4008F373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0481AD42-C183-AD54-D090-79F64F1FF92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03A30EC1-1AAF-D8CC-CB8A-1362D6E8630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178B50F-3A14-9D52-F7C0-D2666622711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37A4082A-67D3-A7C4-25BD-100D0819811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BEC38C9F-D31C-E1DF-8E5D-A8078D8528A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27368AEE-B1AD-25C6-60E8-8FCB97276EA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C069472F-BB46-3C1F-3B08-A7BDC29177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510E693E-FBDA-B937-4EA4-8FEF4CCB7BD4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4020E789-2365-8158-7202-2849E9C0C49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85FE750F-708B-DDF7-F6B6-6C587D9BD30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D3D866B9-1A63-FF2A-2F60-951DFE1483C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2EEF7A3-0B4F-A588-FC10-24F4590E63B7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2D3CF4DC-0E79-F8A8-2858-D75991F3983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AFA4DCB-A426-B31C-2ED0-7BA3049ED5A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0A47E294-52DE-A5E9-7AB9-405D1CA4B1AD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26A63869-E19F-E4ED-D365-98D6F07D056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7D2F1E3C-42AE-6AF2-5B11-D4F5606799F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F13C2B11-E1F6-AC9E-7300-E3DBA31033B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D143124E-108A-5F55-C7CD-CE833A1E0A9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DDD45EDB-2828-D819-E0B5-B689FAD4DB2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8BE4792B-EE5E-5303-45DE-6A9F80501EB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FF661D8-8405-9930-F46B-7137ACC4C98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C5BB2B54-0841-4F09-3D11-C0C58C9AAD4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2AB04318-41BA-CC4E-7CB5-4E0D2F214882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9FCFE184-60F6-F32D-7051-64CBACC8202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B4CDD492-48DE-A2B2-6974-4D48B35AEEA5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07920C27-BE2F-2D9A-5729-BB57DF19A5B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D4D59FC-F66D-AF51-E34F-ACDA8A99F071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BFE74EB-E655-2834-68AF-A9D961FC8ED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3E40CA03-84F6-6B83-BEFB-DCC1EC536CF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8D1176C9-DCFA-C7CF-109B-5DFE48A52B1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FFDA44EC-616C-F086-7E8B-BE587C37577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C0F27B-9FEC-AA13-2398-A04264DC4A18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26801996-4D93-336E-6B40-B846BAFE553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B5BFAE86-5948-ABAF-5E37-C9D18EDAD91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985B5603-A2B0-89BE-55D2-1A085255C77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2CE31F1A-765C-DE39-A358-BF3D9B15068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A4596189-D712-CF7A-46FE-3FEDA819407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7C89CD3-537B-506A-277C-26675AA772F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4E6A30A-E319-D2B8-BCAC-AC3B7B3517A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4EC1A1D2-C55D-0416-4810-3C898E19486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735FEFC8-DCB6-E736-2666-D34872E3F5C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2756928A-2BAA-7BB3-E595-1B2ABAB274E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AA7DC9A-9ED1-D743-0E54-8DCA16CCF97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917493F2-0570-F4FE-D767-4FFD915C8C1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F935C78-52AE-C718-6F69-D7F291E1AD7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B2902298-5EBC-6ADC-4257-D347077A7754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89E14F52-6510-6726-6C45-AD270A688EC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E035A5C-40BE-A444-8539-CB51B4AE8BF3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25789F-11D6-9695-83CC-EE01F5151450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9A48DD-9ADD-8D89-9E2B-14825C8E8A8D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EBF4F17-7FE2-1BC1-FB1C-FE77D820D5F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886A76-4A5B-1933-B346-06FB1D1516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36D6259-59DE-D1D9-1A7C-17DFBF04B804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98C2001-D2FD-B870-038F-E2C5C8DAB1B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4820856-069F-A4AE-807B-C7E03CE6C35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D909FE3-7A61-257B-124F-B9E162839D9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E8F1216-EA6A-1116-10A5-F6D8048279D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153AF2C-9F5B-936F-611D-3A1373EFCF9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FDA484F-5C16-DEE8-14BA-65FACEAFAEB8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FB0C199-37E9-AB34-8186-9CF3C8107440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4F831F5C-ECC3-8642-A5C7-DF5EA7D1666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B2B95CF-7799-0A82-0FC5-0543DD07882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E9CF940-0951-7BBB-D686-EB9418F1F3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EB44018-F5DD-B99E-AD7D-1C0E04FEB20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4471201-21FE-0B01-7D45-D7E14B307FB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18AE47D-69BE-3000-1BFE-669D2D77982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35AFD243-22B2-FAEA-C719-E236DEC80BC1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7C0146F-6741-0C0F-4CA8-73B8772D8467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DCCEF66A-325D-E955-1F1F-7A1866ED05C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3716915-A06A-C1B2-777B-53A0CF1A89E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5D78029F-EB16-2E0D-99C5-0B21247BDD8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7181319D-ECB1-3984-A1E1-3789D1B8AF8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8297697E-2070-61D4-9FC1-9D827A4A4FD1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72925712-212D-03D0-76C9-DFAF35305EC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1D3613E9-8398-9AFE-AA13-36C6685ECF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3A48F671-6D2A-B211-C0A8-95D1B761992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9DB5D3D2-6A79-C051-F233-E78891160F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280A8C03-C5AC-8005-1F96-2789925E979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CD7EEA83-5A18-8B9D-FCD0-DF4C11FC8E3B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EFE216B6-EEE7-B493-9B73-46FD7E061EAE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18C9C9B8-44C6-72F4-D0BA-10C879DD4EA0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27A264F4-D55A-5958-107D-28C53BD85A1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0706AE71-7278-CB3E-4C1F-7D4CBBD4524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C1D3821F-B9E0-34A6-911E-23D4B03EC2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27E5F6DE-4333-4CD4-A0F6-BE631C7F1564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B631CFF4-3B6F-59F4-4200-ED60DD138FA4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058C9186-1BB5-0296-46DF-A5D8D1B735D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51F16A4F-E53A-42BD-0D96-3F5B199515B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C555AFFC-095F-06C6-E974-557FA8BE15C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D7287A7E-6011-FF99-70EB-D1AC4C029DE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FD060DCB-9BF5-B745-2778-F7006B54194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E3A5E8A6-2C02-3807-7E3E-3206217087F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165155E-A6A0-9A00-9D7F-F538E4B5A7F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A3281D9-1910-4FB9-09DE-B2A0F028DBD9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0A847C25-9BFF-F819-C628-34B378B0FC3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CA4447F-EEC9-2F68-FBD9-67F84ADCDF66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3820D148-227E-0CE9-C247-24D0C03B9EE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7AFB550-C1D4-26B5-BDF1-8F6E5B298DA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D0E58401-B6B5-15ED-6848-C4E45946287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B3FB6B7C-7FCA-EF1B-74F6-76DDCEFA19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2E48EB33-7C0C-61DA-7AD9-134F4AAF0CB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ECA40025-8730-2FF9-148B-4B7A84B0AB0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10FB0B44-CFE9-FB19-2CB2-47032E220602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C26336C0-B35C-B095-706E-7DAA4D9818F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850DC599-AE9F-DDA3-A9CD-8BFC4344721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D6F3E3E-9370-7B26-2D8A-D01AE0B1887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D4CA7F6-4584-5A10-CF4B-21023569313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860FCD5-4846-C173-A131-35AFA35A7CE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9AD3C3CE-3661-C224-3234-AD76C3A0E525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1D1F02CC-4A6E-7D97-6AB8-5C76AE9B006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19F6850F-D59E-3E46-E246-6D02F8289F35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EEC7BAF-0A1E-F5F3-7CFE-DE13B3399AE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F0D46540-8993-6C46-64A2-911FCE9A3B8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325947B2-9329-74C4-9083-0220ED7F05A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C4A3D83D-41E8-95FE-F212-B7639F8AA1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902752DA-50D6-DC93-1032-D6DCF7D9A198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AC2908DF-857F-3BDA-A301-3102265EEE8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1C85BB3B-7ADE-CD45-7F6A-6EE124C4A07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64BB4F94-500B-C80A-1BC7-C2CD89B6E4D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3CF91AD8-47A7-17D0-6D25-0A6DCB0C8D40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2C06E803-7D79-6927-F0C5-B80F4E3704B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54198B5D-48C2-280F-3F16-F0E8384F233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C4394555-609C-E0CC-FFEC-2A83A6C80A2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CBACEB90-11EE-2969-0E93-1A9F46F26F8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19C480AE-9453-A634-6558-343902E902D5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23D45982-BFA2-7826-3980-A61FD288A60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A14728A-B480-26B2-038B-55A81A805CA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82DF87A7-0B84-DD0A-2B3C-EF14AA29ACD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D67EB7EA-DA6C-E168-F4EC-3ED1F816D3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D6D0E848-FFC5-5A39-4979-D933B76077B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8B0BA2E2-0FAE-4013-60D9-D8CAAC6517E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E61EBA61-153F-6CC0-3B05-5566A228A0FF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4A83A614-EE5C-0BF3-703E-13F953999AC4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39244FE6-F109-31E6-53F3-C8885F4AD508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B7661DE0-2D0E-271C-1407-34F3CCE6EEE4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62767EC-73C9-FAEE-AD7A-22E2AC2DD454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5F3EE599-2DE4-2E6B-E284-8C284AD208F3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42BB4E66-7DC8-A27C-4E75-9670478485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4EAC2E07-F3A6-1D5B-37E4-5437162640A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D7B49131-2C1B-32CA-0285-F1CC925106B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F2F9FAF3-B1F1-FD5C-E33A-9B62140DCF7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5A98437B-DFA8-E86D-05AC-A96A85FE1775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A38C12DF-67EF-E1B8-B483-EF6867A3A5E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7331CFF8-9EC3-C8DC-72A4-407CA83699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0AA15F5E-B4B4-EA76-AEFA-655FD79F9DA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A896012C-5A30-515E-1EAB-4A2DD79203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35459DB-191C-00B0-3E6F-D71926D2AF90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1EBC9E2B-EFC2-D206-6035-E90B0C54513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5729ACD2-4F34-E231-C4C0-61BEB6917F3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956F7DAA-7A3F-119F-5452-CCCA5BF5528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7A8EA06B-12AB-CD26-1960-DA8DF78D1896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5618767-5EFA-AA5C-9D71-547D6539D9C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C73A8BBE-A621-DCAF-5559-4E984A1A263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7FAD17FF-7A27-5D87-84CA-FE6E07B7565B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6FAB975B-B4B5-E4DD-6F15-4FD1BA0073C3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BA0FF9C7-183A-D087-A2D6-465D6CD76A9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1D72AFB4-A202-AFE5-8584-0B296B84A7E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F1B42A76-E825-472C-E613-76A968062B6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4CAF2951-5010-D2D4-ACD7-EB87F741C73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E90420CB-AEFB-F39E-DFE6-56B6E91B3EE5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44D954E-1A81-6739-F648-411E8319FD3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215A7FF1-C8FA-49BA-B06F-F2AD40CB53B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C25CACF8-529A-C49A-A4DF-DA3A6997AA1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D44C087C-8A4F-2D69-A86F-C8AED48A02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ED193647-B6E5-9A03-333A-7B7A489C81E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F970CA8D-B936-41A7-E131-07286D23661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02C131B8-95F8-A2CB-A950-4AFFD24B3C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7C35CCA3-7451-06E1-854A-77151FFA70F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6F5295DA-184F-A24E-320B-61DE9D93052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F082D4F3-E9B0-89CE-E82F-4BDF66EE89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A62C32B3-ACD2-C177-AB51-755B3640B83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EBC890FC-E724-C510-D33E-672A13957E5C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2268B68C-0B0E-73E9-5F24-6337B6293133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B72E818D-E4AE-89E2-E85E-B99753A6877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91B21247-01B3-AFF9-53A6-CFADE567A6E5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92322319-E030-7162-A794-55C5956B91C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E438374B-29B0-F48C-B946-A051F597B96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CB3CAEF7-9304-0273-9981-AE81984A407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1271E499-34C8-0020-508C-109D7E46E11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27CBD3-3445-B236-74BB-A3B1E187D19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B46EF829-D190-133A-BB20-0D4392048744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9DB0B45A-057D-D44E-3EF3-C7BED3C32ED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BA2FB506-B0FA-B702-A7D5-C510ADAAF8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E8FF1B64-5FEE-EAF9-1CAE-D29EB8ABCE0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B681C7F8-B2E5-2E45-E560-7E85355DB89D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70984DD6-821A-16A8-75D4-70DD456A7BE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5DF4695-D23C-3AC0-1EF5-6F6C42994B58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5B0E947D-D39F-2938-2B55-3E87EBECC5DD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70D603EC-49A4-50B8-CDDA-0EF46987597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4C1E9CD6-65BB-277E-D3E9-601FB432F5D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F1B5551B-FADF-C7D6-3659-6DBCD0FA654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871CCAF-F389-951A-4C94-114427B4B2B5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5808C33F-47B3-67DA-C74C-832EEBB9CA5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E2AAC44-99EC-7DCE-D14A-19FC93456DC2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78A4ECA6-14DC-7178-FDC5-F9A82855ABC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D7150712-114E-3619-45EC-AB55470AFC50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FB185BFC-D895-2CA8-60CE-CC6295361DD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A39748C0-59B2-F59D-F6EA-91F545DE74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217D4BE0-4C26-545B-9FE6-22BCE6458AD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407746F6-F24E-3D33-AF2C-15B16429C3F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326A8D5B-D2A0-FDD7-F2A0-91C7FF956AB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C8A47392-D770-5CEC-9B82-98DFC7EE693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FE55567-20AD-32F8-698A-23B4EFD716C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A92336D0-AA53-8F6C-A9E2-168853F62CD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E6BB0DD1-3AEF-12CC-3936-852941F1740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ECF5D51A-9F8A-B247-CA57-FFF74AC0606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C929E449-EE58-F1C0-0E18-26CB0D564C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FC82B2FC-BE0E-A499-1714-5CB95E0D32C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A14C692B-2454-FCBC-D0C9-32CCB840FDAF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0B374168-A8A3-4095-881D-28656A69B92B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B3D186FA-1B4F-83DF-43DB-21F71333215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16C9E1E0-814A-628C-0955-9FA6550A234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F578A7CB-0900-5012-D831-6E9E3DC8985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AE65D536-5826-DF28-2043-B10C4DBC1F6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523B6650-A862-6B3F-B25C-E7A5604712F8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22C21F54-A16F-B83C-BB97-F43F04D5F2D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4C8CBB0E-A316-6C8E-4ADA-00F38D95F79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0F9772BD-E06D-E60D-66B1-8C09E607307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DD8491A5-11D2-06CD-2555-6E1694DA8137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F0BDECE2-037A-3ED5-00D3-E85125851E55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72023173-3AD6-A1C9-3101-FEA0C7528398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1D87319-4312-5449-9096-2864D76E2A75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AACFE3F6-9C65-0C73-2AC6-485FB6ACEF2D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AC9797B-59BB-CBEE-21E9-1149F542C5FA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FB186CB4-37E0-F9ED-CF64-71A7FEE627D5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9D6BCD13-1D4D-18BD-B203-410ECDD3EBD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B4E2857D-60B3-10FD-2D3B-3B49A10E9B54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CBA350AF-D854-ED36-4F2E-331A4AA1BFCE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C2DC0094-D1A7-A55C-C4F4-822B57F2F3AC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AE15727-A47B-019A-0152-4757274237C3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2F3F3EC8-DB02-6A82-C485-8E2A28B59EA8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5C1CDBF-C865-B898-DCF2-C84898B15328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B348FC37-A8B8-B96E-98DC-1E8B33E0778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A14B5B6A-1687-0338-E475-9896E494B20F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1EBBA8CF-96F3-27D7-F0D2-3D7863E344C7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FE1FA43B-22BA-1730-4721-4C00D1B804DE}"/>
              </a:ext>
            </a:extLst>
          </p:cNvPr>
          <p:cNvGrpSpPr/>
          <p:nvPr/>
        </p:nvGrpSpPr>
        <p:grpSpPr>
          <a:xfrm>
            <a:off x="11588583" y="14880776"/>
            <a:ext cx="2093493" cy="2083866"/>
            <a:chOff x="1386039" y="2391881"/>
            <a:chExt cx="2093493" cy="2083866"/>
          </a:xfrm>
        </p:grpSpPr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C4036569-BE75-7F2A-E899-8F5AC200465E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524C0C6F-14EE-DBFD-9FCF-5285EF9BA4D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2708208-9D44-7C3D-5210-00111F4DF83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23A2330-BC8C-C3F2-7D97-CD0C202D8D3B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37A45445-86A4-5898-03E3-A799D36102D8}"/>
              </a:ext>
            </a:extLst>
          </p:cNvPr>
          <p:cNvCxnSpPr>
            <a:cxnSpLocks/>
            <a:stCxn id="367" idx="3"/>
          </p:cNvCxnSpPr>
          <p:nvPr/>
        </p:nvCxnSpPr>
        <p:spPr>
          <a:xfrm>
            <a:off x="8361760" y="18339017"/>
            <a:ext cx="8383" cy="1375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3561D4C-09AD-6C26-D631-96BB7465A639}"/>
              </a:ext>
            </a:extLst>
          </p:cNvPr>
          <p:cNvCxnSpPr>
            <a:cxnSpLocks/>
          </p:cNvCxnSpPr>
          <p:nvPr/>
        </p:nvCxnSpPr>
        <p:spPr>
          <a:xfrm flipH="1">
            <a:off x="6856203" y="19716686"/>
            <a:ext cx="1445360" cy="1725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AB851A2-CE12-9C9D-0EBD-4C3A08930C75}"/>
              </a:ext>
            </a:extLst>
          </p:cNvPr>
          <p:cNvCxnSpPr>
            <a:cxnSpLocks/>
          </p:cNvCxnSpPr>
          <p:nvPr/>
        </p:nvCxnSpPr>
        <p:spPr>
          <a:xfrm flipH="1" flipV="1">
            <a:off x="5227906" y="21397257"/>
            <a:ext cx="1608520" cy="48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AB9D013-5F6F-4E49-B1FA-FC3AE32BD0BE}"/>
              </a:ext>
            </a:extLst>
          </p:cNvPr>
          <p:cNvCxnSpPr>
            <a:cxnSpLocks/>
          </p:cNvCxnSpPr>
          <p:nvPr/>
        </p:nvCxnSpPr>
        <p:spPr>
          <a:xfrm flipH="1" flipV="1">
            <a:off x="4683227" y="20996524"/>
            <a:ext cx="522719" cy="407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CC338D47-AAE9-5CF9-CFDC-8269AA1D48A7}"/>
              </a:ext>
            </a:extLst>
          </p:cNvPr>
          <p:cNvCxnSpPr>
            <a:cxnSpLocks/>
          </p:cNvCxnSpPr>
          <p:nvPr/>
        </p:nvCxnSpPr>
        <p:spPr>
          <a:xfrm flipV="1">
            <a:off x="4683227" y="17715354"/>
            <a:ext cx="3179414" cy="32811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3995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560DFDBE-A54E-6D83-E9DF-970A1B786BA2}"/>
              </a:ext>
            </a:extLst>
          </p:cNvPr>
          <p:cNvSpPr/>
          <p:nvPr/>
        </p:nvSpPr>
        <p:spPr>
          <a:xfrm flipH="1">
            <a:off x="11430000" y="22878925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CC6702-0953-F5D4-01BC-BC4DA623841F}"/>
              </a:ext>
            </a:extLst>
          </p:cNvPr>
          <p:cNvSpPr/>
          <p:nvPr/>
        </p:nvSpPr>
        <p:spPr>
          <a:xfrm>
            <a:off x="11278618" y="25645549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FE1D6C-431A-8D95-EA50-9D9794A310B2}"/>
              </a:ext>
            </a:extLst>
          </p:cNvPr>
          <p:cNvSpPr txBox="1"/>
          <p:nvPr/>
        </p:nvSpPr>
        <p:spPr>
          <a:xfrm>
            <a:off x="10208305" y="26317069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CF9C5E-28B3-D4D2-37CC-4FB9649BE1C4}"/>
              </a:ext>
            </a:extLst>
          </p:cNvPr>
          <p:cNvSpPr/>
          <p:nvPr/>
        </p:nvSpPr>
        <p:spPr>
          <a:xfrm>
            <a:off x="14855263" y="25688221"/>
            <a:ext cx="574334" cy="57433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26F939-3593-BA42-B1E6-273486D82ED1}"/>
              </a:ext>
            </a:extLst>
          </p:cNvPr>
          <p:cNvSpPr txBox="1"/>
          <p:nvPr/>
        </p:nvSpPr>
        <p:spPr>
          <a:xfrm>
            <a:off x="13880955" y="26396317"/>
            <a:ext cx="3432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(y=0: fixed)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43ED82-C2C0-9E15-9FAE-85672D17507C}"/>
              </a:ext>
            </a:extLst>
          </p:cNvPr>
          <p:cNvSpPr txBox="1"/>
          <p:nvPr/>
        </p:nvSpPr>
        <p:spPr>
          <a:xfrm>
            <a:off x="10915688" y="22659469"/>
            <a:ext cx="20571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BaseType</a:t>
            </a:r>
            <a:endParaRPr lang="en-US" sz="36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81BC5AD-8846-66C8-0A70-159EB9E47299}"/>
              </a:ext>
            </a:extLst>
          </p:cNvPr>
          <p:cNvSpPr/>
          <p:nvPr/>
        </p:nvSpPr>
        <p:spPr>
          <a:xfrm>
            <a:off x="18462438" y="25766418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E60A7-23B0-2916-8079-421A51AE364A}"/>
              </a:ext>
            </a:extLst>
          </p:cNvPr>
          <p:cNvSpPr txBox="1"/>
          <p:nvPr/>
        </p:nvSpPr>
        <p:spPr>
          <a:xfrm>
            <a:off x="10996526" y="23686120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6EA19E3-38BF-E47E-F008-C09D402B954C}"/>
              </a:ext>
            </a:extLst>
          </p:cNvPr>
          <p:cNvSpPr/>
          <p:nvPr/>
        </p:nvSpPr>
        <p:spPr>
          <a:xfrm>
            <a:off x="18476076" y="23885697"/>
            <a:ext cx="574334" cy="57433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DC1E8A-0E24-99AA-F699-C5DDFADCB4F7}"/>
              </a:ext>
            </a:extLst>
          </p:cNvPr>
          <p:cNvSpPr txBox="1"/>
          <p:nvPr/>
        </p:nvSpPr>
        <p:spPr>
          <a:xfrm>
            <a:off x="19235975" y="23364083"/>
            <a:ext cx="39506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(y=2x-L: fixed)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88CE7F93-B9FC-5151-0AF5-56BB82F42117}"/>
              </a:ext>
            </a:extLst>
          </p:cNvPr>
          <p:cNvSpPr/>
          <p:nvPr/>
        </p:nvSpPr>
        <p:spPr>
          <a:xfrm>
            <a:off x="14936009" y="24043351"/>
            <a:ext cx="574334" cy="5743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9BE22-008E-3010-7B4E-C5E7AA35FA2D}"/>
              </a:ext>
            </a:extLst>
          </p:cNvPr>
          <p:cNvSpPr txBox="1"/>
          <p:nvPr/>
        </p:nvSpPr>
        <p:spPr>
          <a:xfrm>
            <a:off x="13570774" y="23080303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0895E0-17D6-6A40-4207-6B84352690D4}"/>
              </a:ext>
            </a:extLst>
          </p:cNvPr>
          <p:cNvSpPr/>
          <p:nvPr/>
        </p:nvSpPr>
        <p:spPr>
          <a:xfrm>
            <a:off x="16015149" y="24610911"/>
            <a:ext cx="574334" cy="5743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24A6A8-2E87-D29A-9995-D57D664CF5ED}"/>
              </a:ext>
            </a:extLst>
          </p:cNvPr>
          <p:cNvSpPr txBox="1"/>
          <p:nvPr/>
        </p:nvSpPr>
        <p:spPr>
          <a:xfrm>
            <a:off x="15694506" y="25161352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18" name="Right Triangle 117">
            <a:extLst>
              <a:ext uri="{FF2B5EF4-FFF2-40B4-BE49-F238E27FC236}">
                <a16:creationId xmlns:a16="http://schemas.microsoft.com/office/drawing/2014/main" id="{E0D750B3-C292-C3A6-5FF5-84C562218986}"/>
              </a:ext>
            </a:extLst>
          </p:cNvPr>
          <p:cNvSpPr/>
          <p:nvPr/>
        </p:nvSpPr>
        <p:spPr>
          <a:xfrm flipH="1">
            <a:off x="13121562" y="300577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B446E40-04F0-B878-F818-48CC65422FE8}"/>
              </a:ext>
            </a:extLst>
          </p:cNvPr>
          <p:cNvSpPr txBox="1"/>
          <p:nvPr/>
        </p:nvSpPr>
        <p:spPr>
          <a:xfrm>
            <a:off x="14185339" y="33543628"/>
            <a:ext cx="3995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(doesn’t exist)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3A1ADE0-B3DA-571B-1ED4-BE9CF55AB628}"/>
              </a:ext>
            </a:extLst>
          </p:cNvPr>
          <p:cNvSpPr txBox="1"/>
          <p:nvPr/>
        </p:nvSpPr>
        <p:spPr>
          <a:xfrm>
            <a:off x="12688088" y="308649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C5793B22-F811-AA12-547F-617045B57212}"/>
              </a:ext>
            </a:extLst>
          </p:cNvPr>
          <p:cNvSpPr txBox="1"/>
          <p:nvPr/>
        </p:nvSpPr>
        <p:spPr>
          <a:xfrm>
            <a:off x="20927537" y="305429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80F940B-1D90-5282-145F-E9A488728738}"/>
              </a:ext>
            </a:extLst>
          </p:cNvPr>
          <p:cNvSpPr txBox="1"/>
          <p:nvPr/>
        </p:nvSpPr>
        <p:spPr>
          <a:xfrm>
            <a:off x="14617439" y="3085823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CA2C08B-257C-E62C-764C-85E8FF42F304}"/>
              </a:ext>
            </a:extLst>
          </p:cNvPr>
          <p:cNvSpPr txBox="1"/>
          <p:nvPr/>
        </p:nvSpPr>
        <p:spPr>
          <a:xfrm>
            <a:off x="17386068" y="323401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609993A-A588-9E94-F5A3-999DF714B1BF}"/>
              </a:ext>
            </a:extLst>
          </p:cNvPr>
          <p:cNvSpPr txBox="1"/>
          <p:nvPr/>
        </p:nvSpPr>
        <p:spPr>
          <a:xfrm>
            <a:off x="15698545" y="314364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D0239F-A464-5C50-7B6A-B269D8981A99}"/>
              </a:ext>
            </a:extLst>
          </p:cNvPr>
          <p:cNvSpPr txBox="1"/>
          <p:nvPr/>
        </p:nvSpPr>
        <p:spPr>
          <a:xfrm>
            <a:off x="18089646" y="315888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A2DC834-067D-4E79-1527-C5DB5E340727}"/>
              </a:ext>
            </a:extLst>
          </p:cNvPr>
          <p:cNvSpPr txBox="1"/>
          <p:nvPr/>
        </p:nvSpPr>
        <p:spPr>
          <a:xfrm>
            <a:off x="20139161" y="3111587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8D359B7-C1AA-3574-47FD-0A1CE5BC7467}"/>
              </a:ext>
            </a:extLst>
          </p:cNvPr>
          <p:cNvSpPr txBox="1"/>
          <p:nvPr/>
        </p:nvSpPr>
        <p:spPr>
          <a:xfrm>
            <a:off x="20139161" y="2953932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DD25C5E-EE8C-52AA-E84B-257F047BE676}"/>
              </a:ext>
            </a:extLst>
          </p:cNvPr>
          <p:cNvSpPr txBox="1"/>
          <p:nvPr/>
        </p:nvSpPr>
        <p:spPr>
          <a:xfrm>
            <a:off x="20698081" y="296491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</a:t>
            </a:r>
          </a:p>
        </p:txBody>
      </p:sp>
      <p:sp>
        <p:nvSpPr>
          <p:cNvPr id="153" name="Triangle 152">
            <a:extLst>
              <a:ext uri="{FF2B5EF4-FFF2-40B4-BE49-F238E27FC236}">
                <a16:creationId xmlns:a16="http://schemas.microsoft.com/office/drawing/2014/main" id="{FA27F462-B2E5-7A70-E218-7E7EC1DC509B}"/>
              </a:ext>
            </a:extLst>
          </p:cNvPr>
          <p:cNvSpPr/>
          <p:nvPr/>
        </p:nvSpPr>
        <p:spPr>
          <a:xfrm flipV="1">
            <a:off x="5740471" y="3223191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riangle 153">
            <a:extLst>
              <a:ext uri="{FF2B5EF4-FFF2-40B4-BE49-F238E27FC236}">
                <a16:creationId xmlns:a16="http://schemas.microsoft.com/office/drawing/2014/main" id="{01149314-28E4-3982-F9DB-17226221DD77}"/>
              </a:ext>
            </a:extLst>
          </p:cNvPr>
          <p:cNvSpPr/>
          <p:nvPr/>
        </p:nvSpPr>
        <p:spPr>
          <a:xfrm flipV="1">
            <a:off x="4301284" y="3300719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riangle 154">
            <a:extLst>
              <a:ext uri="{FF2B5EF4-FFF2-40B4-BE49-F238E27FC236}">
                <a16:creationId xmlns:a16="http://schemas.microsoft.com/office/drawing/2014/main" id="{04B77D0B-2B5E-C27F-3AB1-992F14D42558}"/>
              </a:ext>
            </a:extLst>
          </p:cNvPr>
          <p:cNvSpPr/>
          <p:nvPr/>
        </p:nvSpPr>
        <p:spPr>
          <a:xfrm flipV="1">
            <a:off x="5221272" y="3306718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riangle 155">
            <a:extLst>
              <a:ext uri="{FF2B5EF4-FFF2-40B4-BE49-F238E27FC236}">
                <a16:creationId xmlns:a16="http://schemas.microsoft.com/office/drawing/2014/main" id="{8F397781-DF5F-C5D7-4B17-1B79D16AF7FC}"/>
              </a:ext>
            </a:extLst>
          </p:cNvPr>
          <p:cNvSpPr/>
          <p:nvPr/>
        </p:nvSpPr>
        <p:spPr>
          <a:xfrm flipV="1">
            <a:off x="5726078" y="3393439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riangle 156">
            <a:extLst>
              <a:ext uri="{FF2B5EF4-FFF2-40B4-BE49-F238E27FC236}">
                <a16:creationId xmlns:a16="http://schemas.microsoft.com/office/drawing/2014/main" id="{8EB2D04D-5E6D-1081-D851-410E60762AEE}"/>
              </a:ext>
            </a:extLst>
          </p:cNvPr>
          <p:cNvSpPr/>
          <p:nvPr/>
        </p:nvSpPr>
        <p:spPr>
          <a:xfrm flipV="1">
            <a:off x="4785462" y="3392679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Triangle 157">
            <a:extLst>
              <a:ext uri="{FF2B5EF4-FFF2-40B4-BE49-F238E27FC236}">
                <a16:creationId xmlns:a16="http://schemas.microsoft.com/office/drawing/2014/main" id="{29B76F43-8F53-0778-5D8A-A6D93035197F}"/>
              </a:ext>
            </a:extLst>
          </p:cNvPr>
          <p:cNvSpPr/>
          <p:nvPr/>
        </p:nvSpPr>
        <p:spPr>
          <a:xfrm flipV="1">
            <a:off x="3785341" y="3394632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riangle 158">
            <a:extLst>
              <a:ext uri="{FF2B5EF4-FFF2-40B4-BE49-F238E27FC236}">
                <a16:creationId xmlns:a16="http://schemas.microsoft.com/office/drawing/2014/main" id="{7B590A4A-175E-EC72-2A52-4B9CC854CCAC}"/>
              </a:ext>
            </a:extLst>
          </p:cNvPr>
          <p:cNvSpPr/>
          <p:nvPr/>
        </p:nvSpPr>
        <p:spPr>
          <a:xfrm flipV="1">
            <a:off x="2746539" y="3396624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riangle 159">
            <a:extLst>
              <a:ext uri="{FF2B5EF4-FFF2-40B4-BE49-F238E27FC236}">
                <a16:creationId xmlns:a16="http://schemas.microsoft.com/office/drawing/2014/main" id="{A6411E9C-0B5E-66A4-5471-6A326A500922}"/>
              </a:ext>
            </a:extLst>
          </p:cNvPr>
          <p:cNvSpPr/>
          <p:nvPr/>
        </p:nvSpPr>
        <p:spPr>
          <a:xfrm>
            <a:off x="3781879" y="3302866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riangle 160">
            <a:extLst>
              <a:ext uri="{FF2B5EF4-FFF2-40B4-BE49-F238E27FC236}">
                <a16:creationId xmlns:a16="http://schemas.microsoft.com/office/drawing/2014/main" id="{9AE0826B-E911-F57B-B91A-C0D0BEF801F1}"/>
              </a:ext>
            </a:extLst>
          </p:cNvPr>
          <p:cNvSpPr/>
          <p:nvPr/>
        </p:nvSpPr>
        <p:spPr>
          <a:xfrm>
            <a:off x="5257787" y="3225428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riangle 161">
            <a:extLst>
              <a:ext uri="{FF2B5EF4-FFF2-40B4-BE49-F238E27FC236}">
                <a16:creationId xmlns:a16="http://schemas.microsoft.com/office/drawing/2014/main" id="{05A28A4B-8EC6-E5CD-8207-64028B4A9DEB}"/>
              </a:ext>
            </a:extLst>
          </p:cNvPr>
          <p:cNvSpPr/>
          <p:nvPr/>
        </p:nvSpPr>
        <p:spPr>
          <a:xfrm>
            <a:off x="5775553" y="3310940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riangle 162">
            <a:extLst>
              <a:ext uri="{FF2B5EF4-FFF2-40B4-BE49-F238E27FC236}">
                <a16:creationId xmlns:a16="http://schemas.microsoft.com/office/drawing/2014/main" id="{6A2BC02A-B2F6-4745-F193-EBCDC572D203}"/>
              </a:ext>
            </a:extLst>
          </p:cNvPr>
          <p:cNvSpPr/>
          <p:nvPr/>
        </p:nvSpPr>
        <p:spPr>
          <a:xfrm>
            <a:off x="4767689" y="331120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Triangle 163">
            <a:extLst>
              <a:ext uri="{FF2B5EF4-FFF2-40B4-BE49-F238E27FC236}">
                <a16:creationId xmlns:a16="http://schemas.microsoft.com/office/drawing/2014/main" id="{674F9A67-9C12-EBB8-4F1F-DCF54B27F32A}"/>
              </a:ext>
            </a:extLst>
          </p:cNvPr>
          <p:cNvSpPr/>
          <p:nvPr/>
        </p:nvSpPr>
        <p:spPr>
          <a:xfrm>
            <a:off x="5247776" y="3396524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riangle 164">
            <a:extLst>
              <a:ext uri="{FF2B5EF4-FFF2-40B4-BE49-F238E27FC236}">
                <a16:creationId xmlns:a16="http://schemas.microsoft.com/office/drawing/2014/main" id="{100AA150-E4DC-127E-5851-B5F7BA0C49A5}"/>
              </a:ext>
            </a:extLst>
          </p:cNvPr>
          <p:cNvSpPr/>
          <p:nvPr/>
        </p:nvSpPr>
        <p:spPr>
          <a:xfrm>
            <a:off x="4353724" y="3395996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riangle 165">
            <a:extLst>
              <a:ext uri="{FF2B5EF4-FFF2-40B4-BE49-F238E27FC236}">
                <a16:creationId xmlns:a16="http://schemas.microsoft.com/office/drawing/2014/main" id="{7FEC9A14-34BD-52C0-8C54-EDAC5BA4399A}"/>
              </a:ext>
            </a:extLst>
          </p:cNvPr>
          <p:cNvSpPr/>
          <p:nvPr/>
        </p:nvSpPr>
        <p:spPr>
          <a:xfrm>
            <a:off x="3324575" y="3398059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riangle 166">
            <a:extLst>
              <a:ext uri="{FF2B5EF4-FFF2-40B4-BE49-F238E27FC236}">
                <a16:creationId xmlns:a16="http://schemas.microsoft.com/office/drawing/2014/main" id="{31CD231C-DA82-B1DD-0F38-8E1178A47DA4}"/>
              </a:ext>
            </a:extLst>
          </p:cNvPr>
          <p:cNvSpPr/>
          <p:nvPr/>
        </p:nvSpPr>
        <p:spPr>
          <a:xfrm>
            <a:off x="2283491" y="3398797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6BC22877-4394-8240-5C10-795CC2F2EB18}"/>
              </a:ext>
            </a:extLst>
          </p:cNvPr>
          <p:cNvCxnSpPr>
            <a:cxnSpLocks/>
          </p:cNvCxnSpPr>
          <p:nvPr/>
        </p:nvCxnSpPr>
        <p:spPr>
          <a:xfrm>
            <a:off x="4180060" y="2954569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E3A6B10A-02AA-69F7-47B4-10BE7C27C2F3}"/>
              </a:ext>
            </a:extLst>
          </p:cNvPr>
          <p:cNvCxnSpPr>
            <a:cxnSpLocks/>
          </p:cNvCxnSpPr>
          <p:nvPr/>
        </p:nvCxnSpPr>
        <p:spPr>
          <a:xfrm>
            <a:off x="1509017" y="3178493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084F9565-9FB5-6969-AA85-5B7377EB9CEB}"/>
              </a:ext>
            </a:extLst>
          </p:cNvPr>
          <p:cNvCxnSpPr>
            <a:cxnSpLocks/>
          </p:cNvCxnSpPr>
          <p:nvPr/>
        </p:nvCxnSpPr>
        <p:spPr>
          <a:xfrm>
            <a:off x="3342094" y="2982711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riangle 171">
            <a:extLst>
              <a:ext uri="{FF2B5EF4-FFF2-40B4-BE49-F238E27FC236}">
                <a16:creationId xmlns:a16="http://schemas.microsoft.com/office/drawing/2014/main" id="{C0B34B5C-D1CE-58C6-3798-BB20E301CDEA}"/>
              </a:ext>
            </a:extLst>
          </p:cNvPr>
          <p:cNvSpPr/>
          <p:nvPr/>
        </p:nvSpPr>
        <p:spPr>
          <a:xfrm>
            <a:off x="2307540" y="2800406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0E7FA88E-ABA1-45A2-9897-852922BA11DF}"/>
              </a:ext>
            </a:extLst>
          </p:cNvPr>
          <p:cNvSpPr/>
          <p:nvPr/>
        </p:nvSpPr>
        <p:spPr>
          <a:xfrm>
            <a:off x="2182411" y="3469428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6CC054BE-C698-F167-8A56-CB28654AFD6E}"/>
              </a:ext>
            </a:extLst>
          </p:cNvPr>
          <p:cNvSpPr/>
          <p:nvPr/>
        </p:nvSpPr>
        <p:spPr>
          <a:xfrm>
            <a:off x="10081282" y="3464767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B825F4C1-559A-DBDC-E584-129530CD1CBF}"/>
              </a:ext>
            </a:extLst>
          </p:cNvPr>
          <p:cNvCxnSpPr>
            <a:cxnSpLocks/>
          </p:cNvCxnSpPr>
          <p:nvPr/>
        </p:nvCxnSpPr>
        <p:spPr>
          <a:xfrm rot="5400000">
            <a:off x="2078862" y="3173617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>
            <a:extLst>
              <a:ext uri="{FF2B5EF4-FFF2-40B4-BE49-F238E27FC236}">
                <a16:creationId xmlns:a16="http://schemas.microsoft.com/office/drawing/2014/main" id="{110343D3-ECD5-C63A-A767-32685990A897}"/>
              </a:ext>
            </a:extLst>
          </p:cNvPr>
          <p:cNvSpPr/>
          <p:nvPr/>
        </p:nvSpPr>
        <p:spPr>
          <a:xfrm>
            <a:off x="6155092" y="2793292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7833CFB-E9AE-128C-5448-AEF1E8AC8FC7}"/>
              </a:ext>
            </a:extLst>
          </p:cNvPr>
          <p:cNvCxnSpPr>
            <a:cxnSpLocks/>
          </p:cNvCxnSpPr>
          <p:nvPr/>
        </p:nvCxnSpPr>
        <p:spPr>
          <a:xfrm rot="1800000">
            <a:off x="2589273" y="3285161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A5D59BB-CCDD-5DBF-93B9-FBC7BED6DEAB}"/>
              </a:ext>
            </a:extLst>
          </p:cNvPr>
          <p:cNvCxnSpPr>
            <a:cxnSpLocks/>
          </p:cNvCxnSpPr>
          <p:nvPr/>
        </p:nvCxnSpPr>
        <p:spPr>
          <a:xfrm rot="19800000" flipH="1">
            <a:off x="1270054" y="33023922"/>
            <a:ext cx="8371724" cy="0"/>
          </a:xfrm>
          <a:prstGeom prst="line">
            <a:avLst/>
          </a:prstGeom>
          <a:ln>
            <a:solidFill>
              <a:schemeClr val="accent3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>
            <a:extLst>
              <a:ext uri="{FF2B5EF4-FFF2-40B4-BE49-F238E27FC236}">
                <a16:creationId xmlns:a16="http://schemas.microsoft.com/office/drawing/2014/main" id="{B6913A45-9FAA-7434-F302-7405BE17FB83}"/>
              </a:ext>
            </a:extLst>
          </p:cNvPr>
          <p:cNvSpPr/>
          <p:nvPr/>
        </p:nvSpPr>
        <p:spPr>
          <a:xfrm>
            <a:off x="4148537" y="312828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B35C69D1-1323-B148-FE19-64B5E84BD4D0}"/>
              </a:ext>
            </a:extLst>
          </p:cNvPr>
          <p:cNvSpPr/>
          <p:nvPr/>
        </p:nvSpPr>
        <p:spPr>
          <a:xfrm>
            <a:off x="6155093" y="3471880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887DAFF4-E7F7-7CE2-43AD-4C04C8EC777D}"/>
              </a:ext>
            </a:extLst>
          </p:cNvPr>
          <p:cNvSpPr/>
          <p:nvPr/>
        </p:nvSpPr>
        <p:spPr>
          <a:xfrm>
            <a:off x="4207972" y="3470166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4127D739-2539-C0AE-7019-E79BB4EF07B3}"/>
              </a:ext>
            </a:extLst>
          </p:cNvPr>
          <p:cNvSpPr/>
          <p:nvPr/>
        </p:nvSpPr>
        <p:spPr>
          <a:xfrm>
            <a:off x="8184121" y="347139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2B2DDAC-3D05-7EDC-625F-F388C1A2C924}"/>
              </a:ext>
            </a:extLst>
          </p:cNvPr>
          <p:cNvSpPr/>
          <p:nvPr/>
        </p:nvSpPr>
        <p:spPr>
          <a:xfrm>
            <a:off x="3123301" y="3470034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F8A4C1D4-8058-8111-2D96-AE955F72165C}"/>
              </a:ext>
            </a:extLst>
          </p:cNvPr>
          <p:cNvSpPr/>
          <p:nvPr/>
        </p:nvSpPr>
        <p:spPr>
          <a:xfrm>
            <a:off x="7099450" y="3471260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317C9BC8-2B0A-9B88-9FB4-D8A07BC2B4F3}"/>
              </a:ext>
            </a:extLst>
          </p:cNvPr>
          <p:cNvSpPr/>
          <p:nvPr/>
        </p:nvSpPr>
        <p:spPr>
          <a:xfrm>
            <a:off x="5163833" y="34698435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57BD62EA-A822-69CF-518F-0E406CAC56B6}"/>
              </a:ext>
            </a:extLst>
          </p:cNvPr>
          <p:cNvSpPr/>
          <p:nvPr/>
        </p:nvSpPr>
        <p:spPr>
          <a:xfrm>
            <a:off x="9139982" y="347106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9497E03C-22F6-BFC6-A292-CD54EF0EB8FE}"/>
              </a:ext>
            </a:extLst>
          </p:cNvPr>
          <p:cNvSpPr/>
          <p:nvPr/>
        </p:nvSpPr>
        <p:spPr>
          <a:xfrm rot="18000000" flipH="1">
            <a:off x="5121423" y="296220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2F3C6B9F-808E-10D5-0BD3-501518B8FC0E}"/>
              </a:ext>
            </a:extLst>
          </p:cNvPr>
          <p:cNvSpPr/>
          <p:nvPr/>
        </p:nvSpPr>
        <p:spPr>
          <a:xfrm rot="18000000" flipH="1">
            <a:off x="3183571" y="329778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6E99FDA8-F82F-30DB-37E0-2E8C948413AC}"/>
              </a:ext>
            </a:extLst>
          </p:cNvPr>
          <p:cNvSpPr/>
          <p:nvPr/>
        </p:nvSpPr>
        <p:spPr>
          <a:xfrm rot="18000000" flipH="1">
            <a:off x="5620600" y="287823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95205F1D-C943-E1AD-7B19-A144705F96D3}"/>
              </a:ext>
            </a:extLst>
          </p:cNvPr>
          <p:cNvSpPr/>
          <p:nvPr/>
        </p:nvSpPr>
        <p:spPr>
          <a:xfrm rot="18000000" flipH="1">
            <a:off x="3685156" y="32131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04F8A229-503A-2389-B595-DE96E73CDC63}"/>
              </a:ext>
            </a:extLst>
          </p:cNvPr>
          <p:cNvSpPr/>
          <p:nvPr/>
        </p:nvSpPr>
        <p:spPr>
          <a:xfrm rot="18000000" flipH="1">
            <a:off x="4640694" y="3044828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68E4B8F6-75B6-BE21-FA90-96BD0F3CA1E9}"/>
              </a:ext>
            </a:extLst>
          </p:cNvPr>
          <p:cNvSpPr/>
          <p:nvPr/>
        </p:nvSpPr>
        <p:spPr>
          <a:xfrm rot="18000000" flipH="1">
            <a:off x="2653060" y="3382909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4D0C9387-A698-92DB-3FD0-CFE915CAD7C8}"/>
              </a:ext>
            </a:extLst>
          </p:cNvPr>
          <p:cNvSpPr/>
          <p:nvPr/>
        </p:nvSpPr>
        <p:spPr>
          <a:xfrm>
            <a:off x="6652335" y="3385832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CB86D3B7-A441-725E-EAD1-13C4AD7A6B15}"/>
              </a:ext>
            </a:extLst>
          </p:cNvPr>
          <p:cNvSpPr/>
          <p:nvPr/>
        </p:nvSpPr>
        <p:spPr>
          <a:xfrm>
            <a:off x="4705214" y="338411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8A6FC19-14A8-5945-6EEB-C898076A1620}"/>
              </a:ext>
            </a:extLst>
          </p:cNvPr>
          <p:cNvSpPr/>
          <p:nvPr/>
        </p:nvSpPr>
        <p:spPr>
          <a:xfrm>
            <a:off x="8681363" y="338534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C49E6F13-287C-74AB-4121-9AED6EAD9552}"/>
              </a:ext>
            </a:extLst>
          </p:cNvPr>
          <p:cNvSpPr/>
          <p:nvPr/>
        </p:nvSpPr>
        <p:spPr>
          <a:xfrm>
            <a:off x="3642845" y="33884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C70A1854-A670-DCD9-BE12-EB3956000434}"/>
              </a:ext>
            </a:extLst>
          </p:cNvPr>
          <p:cNvSpPr/>
          <p:nvPr/>
        </p:nvSpPr>
        <p:spPr>
          <a:xfrm>
            <a:off x="7596692" y="3385212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C5650C86-18D4-3189-D6FE-773FFCA13F76}"/>
              </a:ext>
            </a:extLst>
          </p:cNvPr>
          <p:cNvSpPr/>
          <p:nvPr/>
        </p:nvSpPr>
        <p:spPr>
          <a:xfrm>
            <a:off x="5661075" y="338379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EA502F-1C4C-8923-DBAD-6650ECADC90F}"/>
              </a:ext>
            </a:extLst>
          </p:cNvPr>
          <p:cNvSpPr/>
          <p:nvPr/>
        </p:nvSpPr>
        <p:spPr>
          <a:xfrm>
            <a:off x="9637224" y="3385021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AB15CD3F-06A0-176B-E0AA-42661BD6CF3A}"/>
              </a:ext>
            </a:extLst>
          </p:cNvPr>
          <p:cNvSpPr/>
          <p:nvPr/>
        </p:nvSpPr>
        <p:spPr>
          <a:xfrm>
            <a:off x="7180329" y="330434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D3C50AA0-02A8-D79B-0FC5-F82F7692B394}"/>
              </a:ext>
            </a:extLst>
          </p:cNvPr>
          <p:cNvSpPr/>
          <p:nvPr/>
        </p:nvSpPr>
        <p:spPr>
          <a:xfrm>
            <a:off x="9209357" y="3303858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01191090-CD6E-3132-128C-5277A0D41048}"/>
              </a:ext>
            </a:extLst>
          </p:cNvPr>
          <p:cNvSpPr/>
          <p:nvPr/>
        </p:nvSpPr>
        <p:spPr>
          <a:xfrm>
            <a:off x="4173937" y="328979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88832E3E-59EF-DFBF-C852-A06455CD27FB}"/>
              </a:ext>
            </a:extLst>
          </p:cNvPr>
          <p:cNvSpPr/>
          <p:nvPr/>
        </p:nvSpPr>
        <p:spPr>
          <a:xfrm>
            <a:off x="8124686" y="3303725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A4142A-862A-7298-70FB-716D7050B25D}"/>
              </a:ext>
            </a:extLst>
          </p:cNvPr>
          <p:cNvSpPr/>
          <p:nvPr/>
        </p:nvSpPr>
        <p:spPr>
          <a:xfrm>
            <a:off x="6673266" y="287597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CB869896-D7FA-EED7-35B7-0AE42C144929}"/>
              </a:ext>
            </a:extLst>
          </p:cNvPr>
          <p:cNvSpPr/>
          <p:nvPr/>
        </p:nvSpPr>
        <p:spPr>
          <a:xfrm>
            <a:off x="7626926" y="322166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CB318F7-0F4C-3C1B-9F2F-D13B4F938A79}"/>
              </a:ext>
            </a:extLst>
          </p:cNvPr>
          <p:cNvSpPr/>
          <p:nvPr/>
        </p:nvSpPr>
        <p:spPr>
          <a:xfrm>
            <a:off x="5679805" y="321994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85B44DD-4591-8DC8-4A35-9E4228BA9113}"/>
              </a:ext>
            </a:extLst>
          </p:cNvPr>
          <p:cNvSpPr/>
          <p:nvPr/>
        </p:nvSpPr>
        <p:spPr>
          <a:xfrm>
            <a:off x="4671334" y="32198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451C9190-DB53-49E2-F3BA-06E661020A71}"/>
              </a:ext>
            </a:extLst>
          </p:cNvPr>
          <p:cNvSpPr/>
          <p:nvPr/>
        </p:nvSpPr>
        <p:spPr>
          <a:xfrm>
            <a:off x="8571283" y="322104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9C5187F5-A2B9-1D42-59DC-6BDF44FE866D}"/>
              </a:ext>
            </a:extLst>
          </p:cNvPr>
          <p:cNvSpPr/>
          <p:nvPr/>
        </p:nvSpPr>
        <p:spPr>
          <a:xfrm>
            <a:off x="6635666" y="3219623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7DA1416-A9C3-D3B3-CF2A-A9FC063A5870}"/>
              </a:ext>
            </a:extLst>
          </p:cNvPr>
          <p:cNvSpPr/>
          <p:nvPr/>
        </p:nvSpPr>
        <p:spPr>
          <a:xfrm>
            <a:off x="8120145" y="313171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19615A3-9EE0-A584-781D-FD9887C3293A}"/>
              </a:ext>
            </a:extLst>
          </p:cNvPr>
          <p:cNvSpPr/>
          <p:nvPr/>
        </p:nvSpPr>
        <p:spPr>
          <a:xfrm>
            <a:off x="6173024" y="3129997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ED24260F-C8B8-0BA7-9E21-000B41EB9A97}"/>
              </a:ext>
            </a:extLst>
          </p:cNvPr>
          <p:cNvSpPr/>
          <p:nvPr/>
        </p:nvSpPr>
        <p:spPr>
          <a:xfrm>
            <a:off x="5164553" y="312986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24B3FA0-DBEB-04F9-E544-238EE24FF6B7}"/>
              </a:ext>
            </a:extLst>
          </p:cNvPr>
          <p:cNvSpPr/>
          <p:nvPr/>
        </p:nvSpPr>
        <p:spPr>
          <a:xfrm>
            <a:off x="7128885" y="312967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CCA664E-65C7-DB9C-7F17-FAD463795E00}"/>
              </a:ext>
            </a:extLst>
          </p:cNvPr>
          <p:cNvSpPr/>
          <p:nvPr/>
        </p:nvSpPr>
        <p:spPr>
          <a:xfrm>
            <a:off x="6696911" y="304542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60581EC5-3A6B-E658-D2F6-37BEC4BCCF38}"/>
              </a:ext>
            </a:extLst>
          </p:cNvPr>
          <p:cNvSpPr/>
          <p:nvPr/>
        </p:nvSpPr>
        <p:spPr>
          <a:xfrm>
            <a:off x="5612240" y="304529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0DA34A3C-D3E5-EA15-F76F-0FF6CCD5B147}"/>
              </a:ext>
            </a:extLst>
          </p:cNvPr>
          <p:cNvSpPr/>
          <p:nvPr/>
        </p:nvSpPr>
        <p:spPr>
          <a:xfrm>
            <a:off x="7652772" y="304510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1D047912-64C0-D31B-6B1B-CC94B5E5B38F}"/>
              </a:ext>
            </a:extLst>
          </p:cNvPr>
          <p:cNvSpPr/>
          <p:nvPr/>
        </p:nvSpPr>
        <p:spPr>
          <a:xfrm>
            <a:off x="7187243" y="295819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9ABF76B9-E175-0212-E230-6FE58F682CEB}"/>
              </a:ext>
            </a:extLst>
          </p:cNvPr>
          <p:cNvSpPr/>
          <p:nvPr/>
        </p:nvSpPr>
        <p:spPr>
          <a:xfrm>
            <a:off x="6102572" y="295805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1543263E-6A57-4D58-D5D8-567CC35264DA}"/>
              </a:ext>
            </a:extLst>
          </p:cNvPr>
          <p:cNvCxnSpPr/>
          <p:nvPr/>
        </p:nvCxnSpPr>
        <p:spPr>
          <a:xfrm>
            <a:off x="6701582" y="3603218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E506F507-0B88-61B0-FC51-C40E52C8CF9F}"/>
              </a:ext>
            </a:extLst>
          </p:cNvPr>
          <p:cNvSpPr txBox="1"/>
          <p:nvPr/>
        </p:nvSpPr>
        <p:spPr>
          <a:xfrm>
            <a:off x="9666593" y="30586368"/>
            <a:ext cx="979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y=y’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817CCD99-2D92-1A15-EC31-3D84D8E0ECAC}"/>
              </a:ext>
            </a:extLst>
          </p:cNvPr>
          <p:cNvCxnSpPr>
            <a:cxnSpLocks/>
          </p:cNvCxnSpPr>
          <p:nvPr/>
        </p:nvCxnSpPr>
        <p:spPr>
          <a:xfrm flipH="1" flipV="1">
            <a:off x="9407905" y="3109256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6241E50D-A8C2-AA71-2BE3-AA03E99DDC9E}"/>
              </a:ext>
            </a:extLst>
          </p:cNvPr>
          <p:cNvCxnSpPr>
            <a:cxnSpLocks/>
          </p:cNvCxnSpPr>
          <p:nvPr/>
        </p:nvCxnSpPr>
        <p:spPr>
          <a:xfrm>
            <a:off x="2322621" y="3140796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1B0E0F47-4579-3E47-44E7-4F672E9D5056}"/>
              </a:ext>
            </a:extLst>
          </p:cNvPr>
          <p:cNvCxnSpPr>
            <a:cxnSpLocks/>
          </p:cNvCxnSpPr>
          <p:nvPr/>
        </p:nvCxnSpPr>
        <p:spPr>
          <a:xfrm>
            <a:off x="3200229" y="3111656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>
            <a:extLst>
              <a:ext uri="{FF2B5EF4-FFF2-40B4-BE49-F238E27FC236}">
                <a16:creationId xmlns:a16="http://schemas.microsoft.com/office/drawing/2014/main" id="{F03CA44C-A1DF-E695-195A-5EC646765B27}"/>
              </a:ext>
            </a:extLst>
          </p:cNvPr>
          <p:cNvSpPr txBox="1"/>
          <p:nvPr/>
        </p:nvSpPr>
        <p:spPr>
          <a:xfrm>
            <a:off x="2092528" y="33225207"/>
            <a:ext cx="19976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(2,1)=[2,0]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1A9A0FC3-151A-4EF4-5693-875A7B3FF496}"/>
              </a:ext>
            </a:extLst>
          </p:cNvPr>
          <p:cNvSpPr txBox="1"/>
          <p:nvPr/>
        </p:nvSpPr>
        <p:spPr>
          <a:xfrm>
            <a:off x="8345852" y="2926962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A149329-E573-FF53-75CF-B5C9E9CDA898}"/>
              </a:ext>
            </a:extLst>
          </p:cNvPr>
          <p:cNvSpPr txBox="1"/>
          <p:nvPr/>
        </p:nvSpPr>
        <p:spPr>
          <a:xfrm>
            <a:off x="6334920" y="35081646"/>
            <a:ext cx="3171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(L/2,0)=[L/2,-L/4]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8106E4A1-82E2-AA75-06F7-09583034B085}"/>
              </a:ext>
            </a:extLst>
          </p:cNvPr>
          <p:cNvSpPr txBox="1"/>
          <p:nvPr/>
        </p:nvSpPr>
        <p:spPr>
          <a:xfrm>
            <a:off x="9285593" y="3575836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162A519-DADC-CC85-E1C5-8BFF6C72DD6C}"/>
              </a:ext>
            </a:extLst>
          </p:cNvPr>
          <p:cNvSpPr txBox="1"/>
          <p:nvPr/>
        </p:nvSpPr>
        <p:spPr>
          <a:xfrm>
            <a:off x="3640048" y="343158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5D68C0DF-AE0A-490A-1933-32A79C52B5CC}"/>
              </a:ext>
            </a:extLst>
          </p:cNvPr>
          <p:cNvSpPr txBox="1"/>
          <p:nvPr/>
        </p:nvSpPr>
        <p:spPr>
          <a:xfrm>
            <a:off x="4696431" y="3429587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A982310C-42B5-3E5C-1913-B2476FF3E3E9}"/>
              </a:ext>
            </a:extLst>
          </p:cNvPr>
          <p:cNvSpPr txBox="1"/>
          <p:nvPr/>
        </p:nvSpPr>
        <p:spPr>
          <a:xfrm>
            <a:off x="5599011" y="3427000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6E440FEC-4B32-8DF4-B9E5-3CF31301DA55}"/>
              </a:ext>
            </a:extLst>
          </p:cNvPr>
          <p:cNvSpPr txBox="1"/>
          <p:nvPr/>
        </p:nvSpPr>
        <p:spPr>
          <a:xfrm>
            <a:off x="5143301" y="3399457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E5D55443-7CB8-F793-149A-A168E88C3B5E}"/>
              </a:ext>
            </a:extLst>
          </p:cNvPr>
          <p:cNvSpPr txBox="1"/>
          <p:nvPr/>
        </p:nvSpPr>
        <p:spPr>
          <a:xfrm>
            <a:off x="4168683" y="3395738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90386513-190E-B2C5-C050-4A61D0C2458E}"/>
              </a:ext>
            </a:extLst>
          </p:cNvPr>
          <p:cNvSpPr txBox="1"/>
          <p:nvPr/>
        </p:nvSpPr>
        <p:spPr>
          <a:xfrm>
            <a:off x="5084039" y="3342230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9735999A-769B-B772-B6F9-A27FCA8D4B08}"/>
              </a:ext>
            </a:extLst>
          </p:cNvPr>
          <p:cNvSpPr txBox="1"/>
          <p:nvPr/>
        </p:nvSpPr>
        <p:spPr>
          <a:xfrm>
            <a:off x="5633821" y="331788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22E8B13-0EF3-B533-90D1-29CED345E190}"/>
              </a:ext>
            </a:extLst>
          </p:cNvPr>
          <p:cNvSpPr txBox="1"/>
          <p:nvPr/>
        </p:nvSpPr>
        <p:spPr>
          <a:xfrm>
            <a:off x="3151913" y="3402364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45D7590-9A42-35EC-281D-BF7E87444118}"/>
              </a:ext>
            </a:extLst>
          </p:cNvPr>
          <p:cNvSpPr txBox="1"/>
          <p:nvPr/>
        </p:nvSpPr>
        <p:spPr>
          <a:xfrm>
            <a:off x="2641393" y="3430450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6446E9DD-2F87-C784-E2DC-4F29B4DDB5CE}"/>
              </a:ext>
            </a:extLst>
          </p:cNvPr>
          <p:cNvSpPr txBox="1"/>
          <p:nvPr/>
        </p:nvSpPr>
        <p:spPr>
          <a:xfrm>
            <a:off x="4180060" y="3341864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672721E-9A9D-5910-DC2A-CB03E5207D16}"/>
              </a:ext>
            </a:extLst>
          </p:cNvPr>
          <p:cNvSpPr txBox="1"/>
          <p:nvPr/>
        </p:nvSpPr>
        <p:spPr>
          <a:xfrm>
            <a:off x="4690080" y="331337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700D8DF5-ADA0-2306-6DA4-C4EB9D3437C5}"/>
              </a:ext>
            </a:extLst>
          </p:cNvPr>
          <p:cNvSpPr txBox="1"/>
          <p:nvPr/>
        </p:nvSpPr>
        <p:spPr>
          <a:xfrm>
            <a:off x="5623812" y="3258849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47DD239-3ACA-3CFD-5663-F8D04CCC96D2}"/>
              </a:ext>
            </a:extLst>
          </p:cNvPr>
          <p:cNvSpPr txBox="1"/>
          <p:nvPr/>
        </p:nvSpPr>
        <p:spPr>
          <a:xfrm>
            <a:off x="6118091" y="3230850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DFF98D6F-E1B9-77F4-B384-DC43B48C7134}"/>
              </a:ext>
            </a:extLst>
          </p:cNvPr>
          <p:cNvSpPr txBox="1"/>
          <p:nvPr/>
        </p:nvSpPr>
        <p:spPr>
          <a:xfrm>
            <a:off x="6101640" y="334294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EEF2B53A-D4B7-26EE-FE77-D238630BC046}"/>
              </a:ext>
            </a:extLst>
          </p:cNvPr>
          <p:cNvSpPr txBox="1"/>
          <p:nvPr/>
        </p:nvSpPr>
        <p:spPr>
          <a:xfrm>
            <a:off x="6110087" y="3402989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3" name="Triangle 282">
            <a:extLst>
              <a:ext uri="{FF2B5EF4-FFF2-40B4-BE49-F238E27FC236}">
                <a16:creationId xmlns:a16="http://schemas.microsoft.com/office/drawing/2014/main" id="{D7C84D71-FF8C-D1FF-5A6B-4757053331EE}"/>
              </a:ext>
            </a:extLst>
          </p:cNvPr>
          <p:cNvSpPr/>
          <p:nvPr/>
        </p:nvSpPr>
        <p:spPr>
          <a:xfrm>
            <a:off x="1309397" y="352834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9E45FC0D-113F-C20D-EA59-E29BACAD8ADB}"/>
              </a:ext>
            </a:extLst>
          </p:cNvPr>
          <p:cNvSpPr txBox="1"/>
          <p:nvPr/>
        </p:nvSpPr>
        <p:spPr>
          <a:xfrm>
            <a:off x="1618711" y="3566118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85" name="Triangle 284">
            <a:extLst>
              <a:ext uri="{FF2B5EF4-FFF2-40B4-BE49-F238E27FC236}">
                <a16:creationId xmlns:a16="http://schemas.microsoft.com/office/drawing/2014/main" id="{7F13E39C-DBB3-B4BB-5B73-4608622DF659}"/>
              </a:ext>
            </a:extLst>
          </p:cNvPr>
          <p:cNvSpPr/>
          <p:nvPr/>
        </p:nvSpPr>
        <p:spPr>
          <a:xfrm flipV="1">
            <a:off x="2199413" y="3532091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740A9727-13E4-B40A-1CCA-16291AA5C3C8}"/>
              </a:ext>
            </a:extLst>
          </p:cNvPr>
          <p:cNvSpPr txBox="1"/>
          <p:nvPr/>
        </p:nvSpPr>
        <p:spPr>
          <a:xfrm>
            <a:off x="2488339" y="3545430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3C90DB73-DAB6-E3F8-7C83-94778F1BB279}"/>
              </a:ext>
            </a:extLst>
          </p:cNvPr>
          <p:cNvSpPr/>
          <p:nvPr/>
        </p:nvSpPr>
        <p:spPr>
          <a:xfrm rot="18000000" flipH="1">
            <a:off x="1213234" y="3599963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DB1F7900-4477-67A1-B11E-2A07BC38B9E3}"/>
              </a:ext>
            </a:extLst>
          </p:cNvPr>
          <p:cNvSpPr/>
          <p:nvPr/>
        </p:nvSpPr>
        <p:spPr>
          <a:xfrm rot="18000000" flipH="1">
            <a:off x="2581653" y="359996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E84E0BC-E2BA-8B31-DD6F-9FB1310496E8}"/>
              </a:ext>
            </a:extLst>
          </p:cNvPr>
          <p:cNvSpPr txBox="1"/>
          <p:nvPr/>
        </p:nvSpPr>
        <p:spPr>
          <a:xfrm>
            <a:off x="545910" y="34051165"/>
            <a:ext cx="1774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(0,0)=[0,0]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3E6F6009-6FD1-F4BC-B607-9868F87BF31E}"/>
              </a:ext>
            </a:extLst>
          </p:cNvPr>
          <p:cNvSpPr txBox="1"/>
          <p:nvPr/>
        </p:nvSpPr>
        <p:spPr>
          <a:xfrm>
            <a:off x="630072" y="29672507"/>
            <a:ext cx="17307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); [</a:t>
            </a:r>
            <a:r>
              <a:rPr lang="en-US" sz="2800" dirty="0" err="1"/>
              <a:t>x’,y</a:t>
            </a:r>
            <a:r>
              <a:rPr lang="en-US" sz="2800" dirty="0"/>
              <a:t>’]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79AADD1-4CFF-A395-0765-44C6169811B4}"/>
              </a:ext>
            </a:extLst>
          </p:cNvPr>
          <p:cNvSpPr txBox="1"/>
          <p:nvPr/>
        </p:nvSpPr>
        <p:spPr>
          <a:xfrm>
            <a:off x="1929950" y="34919805"/>
            <a:ext cx="24653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(1,0)=[1,-1/2]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/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blipFill>
                <a:blip r:embed="rId15"/>
                <a:stretch>
                  <a:fillRect t="-9302" r="-13131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/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blipFill>
                <a:blip r:embed="rId16"/>
                <a:stretch>
                  <a:fillRect r="-872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Oval 465">
            <a:extLst>
              <a:ext uri="{FF2B5EF4-FFF2-40B4-BE49-F238E27FC236}">
                <a16:creationId xmlns:a16="http://schemas.microsoft.com/office/drawing/2014/main" id="{0872B07E-E2A7-DEB8-FCDD-5091BEF1EEFB}"/>
              </a:ext>
            </a:extLst>
          </p:cNvPr>
          <p:cNvSpPr/>
          <p:nvPr/>
        </p:nvSpPr>
        <p:spPr>
          <a:xfrm>
            <a:off x="5097422" y="3292952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EE43FB1-644D-072D-0BBE-E04B9415D2DF}"/>
              </a:ext>
            </a:extLst>
          </p:cNvPr>
          <p:cNvSpPr txBox="1"/>
          <p:nvPr/>
        </p:nvSpPr>
        <p:spPr>
          <a:xfrm>
            <a:off x="2669816" y="32332047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(L/2,L/4)=[L/2,0]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/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blipFill>
                <a:blip r:embed="rId17"/>
                <a:stretch>
                  <a:fillRect r="-9868" b="-8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0" name="Oval 469">
            <a:extLst>
              <a:ext uri="{FF2B5EF4-FFF2-40B4-BE49-F238E27FC236}">
                <a16:creationId xmlns:a16="http://schemas.microsoft.com/office/drawing/2014/main" id="{583D23CB-7C95-6906-EBFE-FCDFB7C92122}"/>
              </a:ext>
            </a:extLst>
          </p:cNvPr>
          <p:cNvSpPr/>
          <p:nvPr/>
        </p:nvSpPr>
        <p:spPr>
          <a:xfrm>
            <a:off x="6136002" y="32995123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5060226-90EE-D4CA-CCBC-6F94AE986C76}"/>
              </a:ext>
            </a:extLst>
          </p:cNvPr>
          <p:cNvSpPr txBox="1"/>
          <p:nvPr/>
        </p:nvSpPr>
        <p:spPr>
          <a:xfrm>
            <a:off x="6270644" y="32542669"/>
            <a:ext cx="47676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(L/2+1,2)=[L/2+1,3/2-L/4]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/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blipFill>
                <a:blip r:embed="rId18"/>
                <a:stretch>
                  <a:fillRect r="-6897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/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blipFill>
                <a:blip r:embed="rId19"/>
                <a:stretch>
                  <a:fillRect l="-4587" t="-10638" r="-13761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riangle 21">
            <a:extLst>
              <a:ext uri="{FF2B5EF4-FFF2-40B4-BE49-F238E27FC236}">
                <a16:creationId xmlns:a16="http://schemas.microsoft.com/office/drawing/2014/main" id="{3DEBD663-C019-32EE-F711-BB2CEC98578C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B97CA-71FB-5B32-86FC-1463CACB17DD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B26BA3-79FE-6A2F-D6FD-A347EDC72A5D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15DC093-41E3-C43F-6E6E-B9CE68132F08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440F0B6-0B0A-F486-D5B7-A5228898F135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5369B6F-577A-9B1C-77FD-D97498B7FA09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D173C5A-D348-36BE-051E-5F35900E8C96}"/>
              </a:ext>
            </a:extLst>
          </p:cNvPr>
          <p:cNvSpPr/>
          <p:nvPr/>
        </p:nvSpPr>
        <p:spPr>
          <a:xfrm>
            <a:off x="13471412" y="141603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1270187-5D3F-1654-8846-9906D4CB0240}"/>
              </a:ext>
            </a:extLst>
          </p:cNvPr>
          <p:cNvSpPr/>
          <p:nvPr/>
        </p:nvSpPr>
        <p:spPr>
          <a:xfrm rot="18000000" flipH="1">
            <a:off x="14745999" y="1195874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891FA5-B2AF-B217-22C9-26A0DA1B50DD}"/>
              </a:ext>
            </a:extLst>
          </p:cNvPr>
          <p:cNvSpPr/>
          <p:nvPr/>
        </p:nvSpPr>
        <p:spPr>
          <a:xfrm>
            <a:off x="18718572" y="141583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F26FA1E-4836-6DF7-C18F-228E172295B6}"/>
              </a:ext>
            </a:extLst>
          </p:cNvPr>
          <p:cNvSpPr/>
          <p:nvPr/>
        </p:nvSpPr>
        <p:spPr>
          <a:xfrm>
            <a:off x="17516084" y="189881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AAD33E7-76D9-3167-97CC-34C1416F0FD5}"/>
              </a:ext>
            </a:extLst>
          </p:cNvPr>
          <p:cNvSpPr/>
          <p:nvPr/>
        </p:nvSpPr>
        <p:spPr>
          <a:xfrm>
            <a:off x="17358860" y="164887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A815399-1E6E-B47C-2A2A-6F9D4D98F34D}"/>
              </a:ext>
            </a:extLst>
          </p:cNvPr>
          <p:cNvSpPr/>
          <p:nvPr/>
        </p:nvSpPr>
        <p:spPr>
          <a:xfrm>
            <a:off x="14844244" y="164919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BECC87-D8E4-8025-74FD-8071291E8ED8}"/>
              </a:ext>
            </a:extLst>
          </p:cNvPr>
          <p:cNvSpPr/>
          <p:nvPr/>
        </p:nvSpPr>
        <p:spPr>
          <a:xfrm>
            <a:off x="16107501" y="1420730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7C76EB3-5293-366C-9EB4-267316122425}"/>
              </a:ext>
            </a:extLst>
          </p:cNvPr>
          <p:cNvSpPr/>
          <p:nvPr/>
        </p:nvSpPr>
        <p:spPr>
          <a:xfrm>
            <a:off x="17451986" y="119458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0AA721F-4B1C-8EC0-8064-DC6CCADFB9ED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A26DCE4-7A74-55F5-73C3-590FC4FC9713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AE0970C-6100-5459-BB2D-AF31AFDD2230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9E155CE-0BE2-852C-10F8-994077003856}"/>
              </a:ext>
            </a:extLst>
          </p:cNvPr>
          <p:cNvCxnSpPr>
            <a:cxnSpLocks/>
          </p:cNvCxnSpPr>
          <p:nvPr/>
        </p:nvCxnSpPr>
        <p:spPr>
          <a:xfrm>
            <a:off x="12824126" y="12929197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E4DACDF-0C6C-1DB5-F4C2-C99163F3CF63}"/>
              </a:ext>
            </a:extLst>
          </p:cNvPr>
          <p:cNvSpPr txBox="1"/>
          <p:nvPr/>
        </p:nvSpPr>
        <p:spPr>
          <a:xfrm>
            <a:off x="18332684" y="10488410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CF9F62B-EF20-3744-1B63-56DE804E7A25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97" name="Triangle 96">
            <a:extLst>
              <a:ext uri="{FF2B5EF4-FFF2-40B4-BE49-F238E27FC236}">
                <a16:creationId xmlns:a16="http://schemas.microsoft.com/office/drawing/2014/main" id="{39B8E18B-06D8-0BAB-B6E0-C41C4778456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BA38C9-B24B-6258-18CF-9330CB643189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99" name="Triangle 98">
            <a:extLst>
              <a:ext uri="{FF2B5EF4-FFF2-40B4-BE49-F238E27FC236}">
                <a16:creationId xmlns:a16="http://schemas.microsoft.com/office/drawing/2014/main" id="{10DE9DED-3600-C89B-C381-6D296B5D6279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CBA8E0B-23B6-4712-21B9-A856A2FC843D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AE03BA5-375C-8B50-2D8A-03EFA517C92B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D50E334F-DA9E-0819-D38F-60FAB967C410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7CB5AE10-C98E-3FD8-F48C-C2EF0BF2815A}"/>
              </a:ext>
            </a:extLst>
          </p:cNvPr>
          <p:cNvCxnSpPr>
            <a:cxnSpLocks/>
          </p:cNvCxnSpPr>
          <p:nvPr/>
        </p:nvCxnSpPr>
        <p:spPr>
          <a:xfrm flipH="1">
            <a:off x="16671464" y="13013905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3737B2A-744D-2AC6-0E70-2FE4E60916F6}"/>
              </a:ext>
            </a:extLst>
          </p:cNvPr>
          <p:cNvCxnSpPr>
            <a:cxnSpLocks/>
          </p:cNvCxnSpPr>
          <p:nvPr/>
        </p:nvCxnSpPr>
        <p:spPr>
          <a:xfrm>
            <a:off x="12597110" y="12083874"/>
            <a:ext cx="646429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38D9164-1D27-9E9F-B4CA-AF8F76427C51}"/>
              </a:ext>
            </a:extLst>
          </p:cNvPr>
          <p:cNvCxnSpPr>
            <a:cxnSpLocks/>
          </p:cNvCxnSpPr>
          <p:nvPr/>
        </p:nvCxnSpPr>
        <p:spPr>
          <a:xfrm flipH="1">
            <a:off x="14450376" y="11745377"/>
            <a:ext cx="3315965" cy="570142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D03A669-041E-4CBA-BA8F-996160E03B9C}"/>
              </a:ext>
            </a:extLst>
          </p:cNvPr>
          <p:cNvCxnSpPr>
            <a:cxnSpLocks/>
          </p:cNvCxnSpPr>
          <p:nvPr/>
        </p:nvCxnSpPr>
        <p:spPr>
          <a:xfrm>
            <a:off x="14426495" y="11275262"/>
            <a:ext cx="3526761" cy="606386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086A355-C7BD-A380-68D8-EB8AF0DB187D}"/>
              </a:ext>
            </a:extLst>
          </p:cNvPr>
          <p:cNvCxnSpPr>
            <a:cxnSpLocks/>
          </p:cNvCxnSpPr>
          <p:nvPr/>
        </p:nvCxnSpPr>
        <p:spPr>
          <a:xfrm>
            <a:off x="12332899" y="14304061"/>
            <a:ext cx="711072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D6E7C0F0-4EEA-535B-BC12-8F2B39022D60}"/>
              </a:ext>
            </a:extLst>
          </p:cNvPr>
          <p:cNvSpPr/>
          <p:nvPr/>
        </p:nvSpPr>
        <p:spPr>
          <a:xfrm>
            <a:off x="12229834" y="16477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17C2BDCF-6987-2BD8-3A54-68169992B937}"/>
              </a:ext>
            </a:extLst>
          </p:cNvPr>
          <p:cNvSpPr/>
          <p:nvPr/>
        </p:nvSpPr>
        <p:spPr>
          <a:xfrm flipV="1">
            <a:off x="5907705" y="884112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riangle 113">
            <a:extLst>
              <a:ext uri="{FF2B5EF4-FFF2-40B4-BE49-F238E27FC236}">
                <a16:creationId xmlns:a16="http://schemas.microsoft.com/office/drawing/2014/main" id="{FCBF8A1A-ED45-0C90-09F7-7FDC02071885}"/>
              </a:ext>
            </a:extLst>
          </p:cNvPr>
          <p:cNvSpPr/>
          <p:nvPr/>
        </p:nvSpPr>
        <p:spPr>
          <a:xfrm flipV="1">
            <a:off x="4468518" y="961640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riangle 114">
            <a:extLst>
              <a:ext uri="{FF2B5EF4-FFF2-40B4-BE49-F238E27FC236}">
                <a16:creationId xmlns:a16="http://schemas.microsoft.com/office/drawing/2014/main" id="{A8D33172-0DFA-088A-18EB-FDCA1D1446B4}"/>
              </a:ext>
            </a:extLst>
          </p:cNvPr>
          <p:cNvSpPr/>
          <p:nvPr/>
        </p:nvSpPr>
        <p:spPr>
          <a:xfrm flipV="1">
            <a:off x="5388506" y="967639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riangle 115">
            <a:extLst>
              <a:ext uri="{FF2B5EF4-FFF2-40B4-BE49-F238E27FC236}">
                <a16:creationId xmlns:a16="http://schemas.microsoft.com/office/drawing/2014/main" id="{D7D96EF6-BDA8-45C0-278A-45F6B15E4949}"/>
              </a:ext>
            </a:extLst>
          </p:cNvPr>
          <p:cNvSpPr/>
          <p:nvPr/>
        </p:nvSpPr>
        <p:spPr>
          <a:xfrm flipV="1">
            <a:off x="5893312" y="105436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riangle 116">
            <a:extLst>
              <a:ext uri="{FF2B5EF4-FFF2-40B4-BE49-F238E27FC236}">
                <a16:creationId xmlns:a16="http://schemas.microsoft.com/office/drawing/2014/main" id="{224AECCA-BBD2-1EBD-552C-0013200B6593}"/>
              </a:ext>
            </a:extLst>
          </p:cNvPr>
          <p:cNvSpPr/>
          <p:nvPr/>
        </p:nvSpPr>
        <p:spPr>
          <a:xfrm flipV="1">
            <a:off x="4952696" y="105360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riangle 117">
            <a:extLst>
              <a:ext uri="{FF2B5EF4-FFF2-40B4-BE49-F238E27FC236}">
                <a16:creationId xmlns:a16="http://schemas.microsoft.com/office/drawing/2014/main" id="{9774F2E4-8C9B-E544-EDFD-E9FA4875248E}"/>
              </a:ext>
            </a:extLst>
          </p:cNvPr>
          <p:cNvSpPr/>
          <p:nvPr/>
        </p:nvSpPr>
        <p:spPr>
          <a:xfrm flipV="1">
            <a:off x="3952575" y="1055553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riangle 118">
            <a:extLst>
              <a:ext uri="{FF2B5EF4-FFF2-40B4-BE49-F238E27FC236}">
                <a16:creationId xmlns:a16="http://schemas.microsoft.com/office/drawing/2014/main" id="{6A17CDA3-3532-5A2F-84D0-8659208FC48B}"/>
              </a:ext>
            </a:extLst>
          </p:cNvPr>
          <p:cNvSpPr/>
          <p:nvPr/>
        </p:nvSpPr>
        <p:spPr>
          <a:xfrm flipV="1">
            <a:off x="2913773" y="1057545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riangle 119">
            <a:extLst>
              <a:ext uri="{FF2B5EF4-FFF2-40B4-BE49-F238E27FC236}">
                <a16:creationId xmlns:a16="http://schemas.microsoft.com/office/drawing/2014/main" id="{32C06211-51B1-E35B-3F76-350F2F3C512F}"/>
              </a:ext>
            </a:extLst>
          </p:cNvPr>
          <p:cNvSpPr/>
          <p:nvPr/>
        </p:nvSpPr>
        <p:spPr>
          <a:xfrm>
            <a:off x="3949113" y="963787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riangle 120">
            <a:extLst>
              <a:ext uri="{FF2B5EF4-FFF2-40B4-BE49-F238E27FC236}">
                <a16:creationId xmlns:a16="http://schemas.microsoft.com/office/drawing/2014/main" id="{063E1021-E22E-8105-8BAC-D9D21D137276}"/>
              </a:ext>
            </a:extLst>
          </p:cNvPr>
          <p:cNvSpPr/>
          <p:nvPr/>
        </p:nvSpPr>
        <p:spPr>
          <a:xfrm>
            <a:off x="5425021" y="88634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riangle 121">
            <a:extLst>
              <a:ext uri="{FF2B5EF4-FFF2-40B4-BE49-F238E27FC236}">
                <a16:creationId xmlns:a16="http://schemas.microsoft.com/office/drawing/2014/main" id="{598C8EE7-F866-E51D-F9A2-49586374BCBA}"/>
              </a:ext>
            </a:extLst>
          </p:cNvPr>
          <p:cNvSpPr/>
          <p:nvPr/>
        </p:nvSpPr>
        <p:spPr>
          <a:xfrm>
            <a:off x="5942787" y="97186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riangle 122">
            <a:extLst>
              <a:ext uri="{FF2B5EF4-FFF2-40B4-BE49-F238E27FC236}">
                <a16:creationId xmlns:a16="http://schemas.microsoft.com/office/drawing/2014/main" id="{B46DC7D6-5691-9B4A-C527-7F5E86459144}"/>
              </a:ext>
            </a:extLst>
          </p:cNvPr>
          <p:cNvSpPr/>
          <p:nvPr/>
        </p:nvSpPr>
        <p:spPr>
          <a:xfrm>
            <a:off x="4934923" y="972122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riangle 123">
            <a:extLst>
              <a:ext uri="{FF2B5EF4-FFF2-40B4-BE49-F238E27FC236}">
                <a16:creationId xmlns:a16="http://schemas.microsoft.com/office/drawing/2014/main" id="{6EE1606B-4136-A2FE-92F3-DB8BFA39FD57}"/>
              </a:ext>
            </a:extLst>
          </p:cNvPr>
          <p:cNvSpPr/>
          <p:nvPr/>
        </p:nvSpPr>
        <p:spPr>
          <a:xfrm>
            <a:off x="5415010" y="1057445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riangle 124">
            <a:extLst>
              <a:ext uri="{FF2B5EF4-FFF2-40B4-BE49-F238E27FC236}">
                <a16:creationId xmlns:a16="http://schemas.microsoft.com/office/drawing/2014/main" id="{314E5C45-4C01-FBB2-794E-23B2ACBA6CA4}"/>
              </a:ext>
            </a:extLst>
          </p:cNvPr>
          <p:cNvSpPr/>
          <p:nvPr/>
        </p:nvSpPr>
        <p:spPr>
          <a:xfrm>
            <a:off x="4520958" y="105691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riangle 125">
            <a:extLst>
              <a:ext uri="{FF2B5EF4-FFF2-40B4-BE49-F238E27FC236}">
                <a16:creationId xmlns:a16="http://schemas.microsoft.com/office/drawing/2014/main" id="{6E4CECF9-5966-CF15-5477-A81E7890D236}"/>
              </a:ext>
            </a:extLst>
          </p:cNvPr>
          <p:cNvSpPr/>
          <p:nvPr/>
        </p:nvSpPr>
        <p:spPr>
          <a:xfrm>
            <a:off x="3491809" y="1058980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riangle 126">
            <a:extLst>
              <a:ext uri="{FF2B5EF4-FFF2-40B4-BE49-F238E27FC236}">
                <a16:creationId xmlns:a16="http://schemas.microsoft.com/office/drawing/2014/main" id="{E4C3667A-3034-B5D0-B3B7-FFEC681205F5}"/>
              </a:ext>
            </a:extLst>
          </p:cNvPr>
          <p:cNvSpPr/>
          <p:nvPr/>
        </p:nvSpPr>
        <p:spPr>
          <a:xfrm>
            <a:off x="2450725" y="1059718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1F38F36-FAE3-C8CB-1503-AEBE7865AF52}"/>
              </a:ext>
            </a:extLst>
          </p:cNvPr>
          <p:cNvCxnSpPr>
            <a:cxnSpLocks/>
          </p:cNvCxnSpPr>
          <p:nvPr/>
        </p:nvCxnSpPr>
        <p:spPr>
          <a:xfrm>
            <a:off x="4347294" y="615490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C5EB1DC-958C-7E6B-07D9-56D759DDCA00}"/>
              </a:ext>
            </a:extLst>
          </p:cNvPr>
          <p:cNvCxnSpPr>
            <a:cxnSpLocks/>
          </p:cNvCxnSpPr>
          <p:nvPr/>
        </p:nvCxnSpPr>
        <p:spPr>
          <a:xfrm>
            <a:off x="1676251" y="839414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B722EF90-C7C1-B491-7D48-D94859BCBB67}"/>
              </a:ext>
            </a:extLst>
          </p:cNvPr>
          <p:cNvCxnSpPr>
            <a:cxnSpLocks/>
          </p:cNvCxnSpPr>
          <p:nvPr/>
        </p:nvCxnSpPr>
        <p:spPr>
          <a:xfrm>
            <a:off x="3509328" y="643632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riangle 130">
            <a:extLst>
              <a:ext uri="{FF2B5EF4-FFF2-40B4-BE49-F238E27FC236}">
                <a16:creationId xmlns:a16="http://schemas.microsoft.com/office/drawing/2014/main" id="{E8A8F01A-2627-115C-39BA-B8880BD9B74B}"/>
              </a:ext>
            </a:extLst>
          </p:cNvPr>
          <p:cNvSpPr/>
          <p:nvPr/>
        </p:nvSpPr>
        <p:spPr>
          <a:xfrm>
            <a:off x="2474774" y="461327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9CBE4D64-2B16-AE83-DA07-15DBF1EA3E15}"/>
              </a:ext>
            </a:extLst>
          </p:cNvPr>
          <p:cNvSpPr/>
          <p:nvPr/>
        </p:nvSpPr>
        <p:spPr>
          <a:xfrm>
            <a:off x="2349645" y="1130349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496E61B-3A46-089D-4067-0C9EE6B8C74C}"/>
              </a:ext>
            </a:extLst>
          </p:cNvPr>
          <p:cNvSpPr/>
          <p:nvPr/>
        </p:nvSpPr>
        <p:spPr>
          <a:xfrm>
            <a:off x="10248516" y="11256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A880C9D-80CA-405A-342D-D75D5EA67FC3}"/>
              </a:ext>
            </a:extLst>
          </p:cNvPr>
          <p:cNvCxnSpPr>
            <a:cxnSpLocks/>
          </p:cNvCxnSpPr>
          <p:nvPr/>
        </p:nvCxnSpPr>
        <p:spPr>
          <a:xfrm rot="5400000">
            <a:off x="2246096" y="834538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47639F00-CF5B-0FEF-4D43-AFC4E444023A}"/>
              </a:ext>
            </a:extLst>
          </p:cNvPr>
          <p:cNvSpPr/>
          <p:nvPr/>
        </p:nvSpPr>
        <p:spPr>
          <a:xfrm>
            <a:off x="6322326" y="454213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56F6714-CA19-1250-4972-5FFE0AA8B242}"/>
              </a:ext>
            </a:extLst>
          </p:cNvPr>
          <p:cNvCxnSpPr>
            <a:cxnSpLocks/>
          </p:cNvCxnSpPr>
          <p:nvPr/>
        </p:nvCxnSpPr>
        <p:spPr>
          <a:xfrm rot="1800000">
            <a:off x="2756507" y="946082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FD3D61D-13F0-7D71-BF06-C1042F84871E}"/>
              </a:ext>
            </a:extLst>
          </p:cNvPr>
          <p:cNvCxnSpPr>
            <a:cxnSpLocks/>
          </p:cNvCxnSpPr>
          <p:nvPr/>
        </p:nvCxnSpPr>
        <p:spPr>
          <a:xfrm rot="19800000" flipH="1">
            <a:off x="1437288" y="9633132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662CC88A-E59C-4250-F666-CF040302F7B9}"/>
              </a:ext>
            </a:extLst>
          </p:cNvPr>
          <p:cNvSpPr/>
          <p:nvPr/>
        </p:nvSpPr>
        <p:spPr>
          <a:xfrm>
            <a:off x="4315771" y="78920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B26B418-5E1D-FC20-8340-8F3765484BE6}"/>
              </a:ext>
            </a:extLst>
          </p:cNvPr>
          <p:cNvSpPr/>
          <p:nvPr/>
        </p:nvSpPr>
        <p:spPr>
          <a:xfrm>
            <a:off x="6322327" y="1132801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79855C9E-A9D4-C18C-80A4-539CAC9CF3DA}"/>
              </a:ext>
            </a:extLst>
          </p:cNvPr>
          <p:cNvSpPr/>
          <p:nvPr/>
        </p:nvSpPr>
        <p:spPr>
          <a:xfrm>
            <a:off x="4375206" y="1131087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459F4B98-C91F-185A-8BAF-521B99F2D9D7}"/>
              </a:ext>
            </a:extLst>
          </p:cNvPr>
          <p:cNvSpPr/>
          <p:nvPr/>
        </p:nvSpPr>
        <p:spPr>
          <a:xfrm>
            <a:off x="8351355" y="11323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FC2AA579-37EC-DA7B-A221-729250EECD0C}"/>
              </a:ext>
            </a:extLst>
          </p:cNvPr>
          <p:cNvSpPr/>
          <p:nvPr/>
        </p:nvSpPr>
        <p:spPr>
          <a:xfrm rot="18000000" flipH="1">
            <a:off x="5288657" y="623130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E8FAA8FB-AFEB-4CA1-0FB7-F4F89152B7CA}"/>
              </a:ext>
            </a:extLst>
          </p:cNvPr>
          <p:cNvSpPr/>
          <p:nvPr/>
        </p:nvSpPr>
        <p:spPr>
          <a:xfrm rot="18000000" flipH="1">
            <a:off x="3350805" y="95870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FF6583BD-A708-B2B8-65EE-B3F609B66ABC}"/>
              </a:ext>
            </a:extLst>
          </p:cNvPr>
          <p:cNvSpPr/>
          <p:nvPr/>
        </p:nvSpPr>
        <p:spPr>
          <a:xfrm>
            <a:off x="7347563" y="96526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8914197A-CC71-946E-89F4-38A2D82CA6AB}"/>
              </a:ext>
            </a:extLst>
          </p:cNvPr>
          <p:cNvSpPr/>
          <p:nvPr/>
        </p:nvSpPr>
        <p:spPr>
          <a:xfrm>
            <a:off x="5355838" y="9590926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73268307-C74A-E058-912E-7A39F4CFD22E}"/>
              </a:ext>
            </a:extLst>
          </p:cNvPr>
          <p:cNvSpPr/>
          <p:nvPr/>
        </p:nvSpPr>
        <p:spPr>
          <a:xfrm>
            <a:off x="9376591" y="964779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09AAA931-5A2B-7423-0E22-E4ECA4EF0489}"/>
              </a:ext>
            </a:extLst>
          </p:cNvPr>
          <p:cNvSpPr/>
          <p:nvPr/>
        </p:nvSpPr>
        <p:spPr>
          <a:xfrm>
            <a:off x="8287379" y="79263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1654FD5-7C7A-4871-F53D-B00EF36287D2}"/>
              </a:ext>
            </a:extLst>
          </p:cNvPr>
          <p:cNvSpPr/>
          <p:nvPr/>
        </p:nvSpPr>
        <p:spPr>
          <a:xfrm>
            <a:off x="6340258" y="790918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C7D256C2-A121-B8D4-1DEE-E3595083D52F}"/>
              </a:ext>
            </a:extLst>
          </p:cNvPr>
          <p:cNvSpPr/>
          <p:nvPr/>
        </p:nvSpPr>
        <p:spPr>
          <a:xfrm>
            <a:off x="7354477" y="61911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43F14A93-0C2E-017D-7ED6-973E7581DD1A}"/>
              </a:ext>
            </a:extLst>
          </p:cNvPr>
          <p:cNvCxnSpPr/>
          <p:nvPr/>
        </p:nvCxnSpPr>
        <p:spPr>
          <a:xfrm>
            <a:off x="6868816" y="1264139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43277CC-51C4-8A5C-5985-C70C5DC2A9B5}"/>
              </a:ext>
            </a:extLst>
          </p:cNvPr>
          <p:cNvSpPr txBox="1"/>
          <p:nvPr/>
        </p:nvSpPr>
        <p:spPr>
          <a:xfrm>
            <a:off x="9833827" y="719557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E7381454-A114-CE11-EB85-9E3532416B73}"/>
              </a:ext>
            </a:extLst>
          </p:cNvPr>
          <p:cNvCxnSpPr>
            <a:cxnSpLocks/>
          </p:cNvCxnSpPr>
          <p:nvPr/>
        </p:nvCxnSpPr>
        <p:spPr>
          <a:xfrm flipH="1" flipV="1">
            <a:off x="9575139" y="770177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D4A75DA8-6F23-8DAC-B1BC-9B052E486E7B}"/>
              </a:ext>
            </a:extLst>
          </p:cNvPr>
          <p:cNvCxnSpPr>
            <a:cxnSpLocks/>
          </p:cNvCxnSpPr>
          <p:nvPr/>
        </p:nvCxnSpPr>
        <p:spPr>
          <a:xfrm>
            <a:off x="2489855" y="801717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5F06F09-9F20-9850-2101-415942F8A226}"/>
              </a:ext>
            </a:extLst>
          </p:cNvPr>
          <p:cNvCxnSpPr>
            <a:cxnSpLocks/>
          </p:cNvCxnSpPr>
          <p:nvPr/>
        </p:nvCxnSpPr>
        <p:spPr>
          <a:xfrm>
            <a:off x="3367463" y="772577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F70E6713-3749-4237-46AB-EEBBFE7A4D14}"/>
              </a:ext>
            </a:extLst>
          </p:cNvPr>
          <p:cNvSpPr txBox="1"/>
          <p:nvPr/>
        </p:nvSpPr>
        <p:spPr>
          <a:xfrm>
            <a:off x="4322004" y="8993444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5901AA1F-9173-6987-213D-337CE3CA4BBB}"/>
              </a:ext>
            </a:extLst>
          </p:cNvPr>
          <p:cNvSpPr txBox="1"/>
          <p:nvPr/>
        </p:nvSpPr>
        <p:spPr>
          <a:xfrm>
            <a:off x="8513086" y="587883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L=4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7BA5BD80-4B35-C7B4-B621-758B6DBDDAD3}"/>
              </a:ext>
            </a:extLst>
          </p:cNvPr>
          <p:cNvSpPr txBox="1"/>
          <p:nvPr/>
        </p:nvSpPr>
        <p:spPr>
          <a:xfrm>
            <a:off x="6488585" y="10803752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E9949C3E-A1A0-2D15-0FD0-6D44A1915604}"/>
              </a:ext>
            </a:extLst>
          </p:cNvPr>
          <p:cNvSpPr txBox="1"/>
          <p:nvPr/>
        </p:nvSpPr>
        <p:spPr>
          <a:xfrm>
            <a:off x="9452827" y="1236757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A9AD85E-3BA4-7424-18B3-CE05D9ED1928}"/>
              </a:ext>
            </a:extLst>
          </p:cNvPr>
          <p:cNvSpPr txBox="1"/>
          <p:nvPr/>
        </p:nvSpPr>
        <p:spPr>
          <a:xfrm>
            <a:off x="3807282" y="1092501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552BBA9-BFFF-EA28-167B-76D8FA63B760}"/>
              </a:ext>
            </a:extLst>
          </p:cNvPr>
          <p:cNvSpPr txBox="1"/>
          <p:nvPr/>
        </p:nvSpPr>
        <p:spPr>
          <a:xfrm>
            <a:off x="4863665" y="1090508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7104E33D-9D87-32E4-9A1D-6B6F5BA9037A}"/>
              </a:ext>
            </a:extLst>
          </p:cNvPr>
          <p:cNvSpPr txBox="1"/>
          <p:nvPr/>
        </p:nvSpPr>
        <p:spPr>
          <a:xfrm>
            <a:off x="5766245" y="1087921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225804C-45C2-07EA-7B04-20431199E0C0}"/>
              </a:ext>
            </a:extLst>
          </p:cNvPr>
          <p:cNvSpPr txBox="1"/>
          <p:nvPr/>
        </p:nvSpPr>
        <p:spPr>
          <a:xfrm>
            <a:off x="5310535" y="1060378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3542E97-3177-67BA-BB4C-9A6AE8278502}"/>
              </a:ext>
            </a:extLst>
          </p:cNvPr>
          <p:cNvSpPr txBox="1"/>
          <p:nvPr/>
        </p:nvSpPr>
        <p:spPr>
          <a:xfrm>
            <a:off x="4335917" y="105665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46EBD06B-4F90-DEF2-7CEC-0781B966583B}"/>
              </a:ext>
            </a:extLst>
          </p:cNvPr>
          <p:cNvSpPr txBox="1"/>
          <p:nvPr/>
        </p:nvSpPr>
        <p:spPr>
          <a:xfrm>
            <a:off x="5251273" y="1003151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5A4EFDB5-8A45-FAB0-661E-1BB13623E9B8}"/>
              </a:ext>
            </a:extLst>
          </p:cNvPr>
          <p:cNvSpPr txBox="1"/>
          <p:nvPr/>
        </p:nvSpPr>
        <p:spPr>
          <a:xfrm>
            <a:off x="5801055" y="978802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512C5356-224E-F711-5973-AD9C15E0A0C2}"/>
              </a:ext>
            </a:extLst>
          </p:cNvPr>
          <p:cNvSpPr txBox="1"/>
          <p:nvPr/>
        </p:nvSpPr>
        <p:spPr>
          <a:xfrm>
            <a:off x="3319147" y="106328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B3E4B072-9A21-BBD0-D13E-C57C35D52037}"/>
              </a:ext>
            </a:extLst>
          </p:cNvPr>
          <p:cNvSpPr txBox="1"/>
          <p:nvPr/>
        </p:nvSpPr>
        <p:spPr>
          <a:xfrm>
            <a:off x="2808627" y="109137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64C4F58-EF64-7C2A-4148-C2252A46D2F4}"/>
              </a:ext>
            </a:extLst>
          </p:cNvPr>
          <p:cNvSpPr txBox="1"/>
          <p:nvPr/>
        </p:nvSpPr>
        <p:spPr>
          <a:xfrm>
            <a:off x="4347294" y="1002785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EC3C5D4-95B8-BA1B-47A9-2D0446A4A487}"/>
              </a:ext>
            </a:extLst>
          </p:cNvPr>
          <p:cNvSpPr txBox="1"/>
          <p:nvPr/>
        </p:nvSpPr>
        <p:spPr>
          <a:xfrm>
            <a:off x="4857314" y="974293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4929ED7E-4A5D-0ACE-F178-ACB705AB94F0}"/>
              </a:ext>
            </a:extLst>
          </p:cNvPr>
          <p:cNvSpPr txBox="1"/>
          <p:nvPr/>
        </p:nvSpPr>
        <p:spPr>
          <a:xfrm>
            <a:off x="5791046" y="91977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0CC905B1-94FB-19B0-6413-8F7FD1590850}"/>
              </a:ext>
            </a:extLst>
          </p:cNvPr>
          <p:cNvSpPr txBox="1"/>
          <p:nvPr/>
        </p:nvSpPr>
        <p:spPr>
          <a:xfrm>
            <a:off x="6285325" y="89177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DAD2149-077A-2316-7EE5-833030109C34}"/>
              </a:ext>
            </a:extLst>
          </p:cNvPr>
          <p:cNvSpPr txBox="1"/>
          <p:nvPr/>
        </p:nvSpPr>
        <p:spPr>
          <a:xfrm>
            <a:off x="6268874" y="1003866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0D07454-0247-D22B-1C8F-DBD52F762AE5}"/>
              </a:ext>
            </a:extLst>
          </p:cNvPr>
          <p:cNvSpPr txBox="1"/>
          <p:nvPr/>
        </p:nvSpPr>
        <p:spPr>
          <a:xfrm>
            <a:off x="6277321" y="1063910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6" name="Triangle 205">
            <a:extLst>
              <a:ext uri="{FF2B5EF4-FFF2-40B4-BE49-F238E27FC236}">
                <a16:creationId xmlns:a16="http://schemas.microsoft.com/office/drawing/2014/main" id="{8D69E110-C07C-0835-67CE-F5E34019001C}"/>
              </a:ext>
            </a:extLst>
          </p:cNvPr>
          <p:cNvSpPr/>
          <p:nvPr/>
        </p:nvSpPr>
        <p:spPr>
          <a:xfrm>
            <a:off x="1476631" y="1189266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1AFB5F4-A048-A79D-FEB2-D567A0718815}"/>
              </a:ext>
            </a:extLst>
          </p:cNvPr>
          <p:cNvSpPr txBox="1"/>
          <p:nvPr/>
        </p:nvSpPr>
        <p:spPr>
          <a:xfrm>
            <a:off x="1785945" y="1227039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08" name="Triangle 207">
            <a:extLst>
              <a:ext uri="{FF2B5EF4-FFF2-40B4-BE49-F238E27FC236}">
                <a16:creationId xmlns:a16="http://schemas.microsoft.com/office/drawing/2014/main" id="{B4F48251-B14F-8980-0DBC-70D848ECD13B}"/>
              </a:ext>
            </a:extLst>
          </p:cNvPr>
          <p:cNvSpPr/>
          <p:nvPr/>
        </p:nvSpPr>
        <p:spPr>
          <a:xfrm flipV="1">
            <a:off x="2366647" y="1193012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ADCE9AB-A02D-DFB3-12BD-578B638BC128}"/>
              </a:ext>
            </a:extLst>
          </p:cNvPr>
          <p:cNvSpPr txBox="1"/>
          <p:nvPr/>
        </p:nvSpPr>
        <p:spPr>
          <a:xfrm>
            <a:off x="2655573" y="1206351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AAC336C-E23D-ABBC-9E7C-2A2A961DF6C4}"/>
              </a:ext>
            </a:extLst>
          </p:cNvPr>
          <p:cNvSpPr/>
          <p:nvPr/>
        </p:nvSpPr>
        <p:spPr>
          <a:xfrm rot="18000000" flipH="1">
            <a:off x="1380468" y="126088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5346772D-7C4C-91C5-F228-202EF10F667D}"/>
              </a:ext>
            </a:extLst>
          </p:cNvPr>
          <p:cNvSpPr/>
          <p:nvPr/>
        </p:nvSpPr>
        <p:spPr>
          <a:xfrm rot="18000000" flipH="1">
            <a:off x="2748887" y="126088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1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4261</TotalTime>
  <Words>1747</Words>
  <Application>Microsoft Macintosh PowerPoint</Application>
  <PresentationFormat>Custom</PresentationFormat>
  <Paragraphs>1184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398</cp:revision>
  <dcterms:created xsi:type="dcterms:W3CDTF">2025-10-14T20:21:11Z</dcterms:created>
  <dcterms:modified xsi:type="dcterms:W3CDTF">2025-12-02T05:38:46Z</dcterms:modified>
</cp:coreProperties>
</file>