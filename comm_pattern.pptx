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9"/>
  </p:notesMasterIdLst>
  <p:sldIdLst>
    <p:sldId id="262" r:id="rId2"/>
    <p:sldId id="263" r:id="rId3"/>
    <p:sldId id="264" r:id="rId4"/>
    <p:sldId id="261" r:id="rId5"/>
    <p:sldId id="258" r:id="rId6"/>
    <p:sldId id="259" r:id="rId7"/>
    <p:sldId id="260" r:id="rId8"/>
  </p:sldIdLst>
  <p:sldSz cx="22860000" cy="3657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720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341"/>
    <p:restoredTop sz="96512"/>
  </p:normalViewPr>
  <p:slideViewPr>
    <p:cSldViewPr snapToGrid="0" showGuides="1">
      <p:cViewPr>
        <p:scale>
          <a:sx n="59" d="100"/>
          <a:sy n="59" d="100"/>
        </p:scale>
        <p:origin x="-64" y="-904"/>
      </p:cViewPr>
      <p:guideLst>
        <p:guide orient="horz" pos="11520"/>
        <p:guide pos="720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244CFA-C4D5-3147-AF45-248FAE2AE92E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63800" y="1143000"/>
            <a:ext cx="1930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7519B5-C0B7-544F-957A-EB8C85F229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559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782041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564081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2346122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3128162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3910203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4692244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5474284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6256325" algn="l" defTabSz="1564081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15D94-1632-7F09-1C36-8E1100B7D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DE8C0D-3D3A-A9D8-712C-47214B4C4E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FCB69D-F71A-E5D7-6B34-07B585D199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69965-7631-4F3A-56FB-F1CB06F36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226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3128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44415-3F2F-41C0-94CB-73D73570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11F1C-4D2E-7E4B-1D30-3A7C89FD3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49C56-EA4A-2868-221A-52CC628573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9212F-19A0-C80D-3EBB-BD9A134586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2373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A30AA-F2DA-F1BF-C5A6-05F6B6A66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64023C-F595-9331-2AA2-BCB654037D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D8057B-C385-13B5-D383-984136C673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210F4-2829-B0D9-C449-72CB7FC9B8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277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DA4F6-5E7B-5B9F-C865-BCAFE023E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0DD2F-78EA-A0FD-076D-C4F19DD037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F72218-CC5D-C5F9-2D80-4D43D148AA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47401A-E17C-C72F-2245-5B30EEB35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459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EECAC-8938-EB32-259B-FB4987B59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D7F24A-30DB-5DCE-BBE7-53ED957A6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463800" y="1143000"/>
            <a:ext cx="1930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C978C-A1A4-A85F-A167-8908FC77F5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A38D8-4C67-8C83-DE35-DEDCAA8506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7519B5-C0B7-544F-957A-EB8C85F229F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94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5985936"/>
            <a:ext cx="19431000" cy="12733867"/>
          </a:xfrm>
        </p:spPr>
        <p:txBody>
          <a:bodyPr anchor="b"/>
          <a:lstStyle>
            <a:lvl1pPr algn="ctr"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0" y="19210869"/>
            <a:ext cx="17145000" cy="8830731"/>
          </a:xfrm>
        </p:spPr>
        <p:txBody>
          <a:bodyPr/>
          <a:lstStyle>
            <a:lvl1pPr marL="0" indent="0" algn="ctr">
              <a:buNone/>
              <a:defRPr sz="6000"/>
            </a:lvl1pPr>
            <a:lvl2pPr marL="1143000" indent="0" algn="ctr">
              <a:buNone/>
              <a:defRPr sz="5000"/>
            </a:lvl2pPr>
            <a:lvl3pPr marL="2286000" indent="0" algn="ctr">
              <a:buNone/>
              <a:defRPr sz="4500"/>
            </a:lvl3pPr>
            <a:lvl4pPr marL="3429000" indent="0" algn="ctr">
              <a:buNone/>
              <a:defRPr sz="4000"/>
            </a:lvl4pPr>
            <a:lvl5pPr marL="4572000" indent="0" algn="ctr">
              <a:buNone/>
              <a:defRPr sz="4000"/>
            </a:lvl5pPr>
            <a:lvl6pPr marL="5715000" indent="0" algn="ctr">
              <a:buNone/>
              <a:defRPr sz="4000"/>
            </a:lvl6pPr>
            <a:lvl7pPr marL="6858000" indent="0" algn="ctr">
              <a:buNone/>
              <a:defRPr sz="4000"/>
            </a:lvl7pPr>
            <a:lvl8pPr marL="8001000" indent="0" algn="ctr">
              <a:buNone/>
              <a:defRPr sz="4000"/>
            </a:lvl8pPr>
            <a:lvl9pPr marL="9144000" indent="0" algn="ctr">
              <a:buNone/>
              <a:defRPr sz="4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976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720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720" y="9118611"/>
            <a:ext cx="19716750" cy="15214597"/>
          </a:xfrm>
        </p:spPr>
        <p:txBody>
          <a:bodyPr anchor="b"/>
          <a:lstStyle>
            <a:lvl1pPr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9720" y="24477144"/>
            <a:ext cx="19716750" cy="8000997"/>
          </a:xfrm>
        </p:spPr>
        <p:txBody>
          <a:bodyPr/>
          <a:lstStyle>
            <a:lvl1pPr marL="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1pPr>
            <a:lvl2pPr marL="1143000" indent="0">
              <a:buNone/>
              <a:defRPr sz="5000">
                <a:solidFill>
                  <a:schemeClr val="tx1">
                    <a:tint val="82000"/>
                  </a:schemeClr>
                </a:solidFill>
              </a:defRPr>
            </a:lvl2pPr>
            <a:lvl3pPr marL="2286000" indent="0">
              <a:buNone/>
              <a:defRPr sz="4500">
                <a:solidFill>
                  <a:schemeClr val="tx1">
                    <a:tint val="82000"/>
                  </a:schemeClr>
                </a:solidFill>
              </a:defRPr>
            </a:lvl3pPr>
            <a:lvl4pPr marL="3429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4pPr>
            <a:lvl5pPr marL="4572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5pPr>
            <a:lvl6pPr marL="5715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6pPr>
            <a:lvl7pPr marL="6858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7pPr>
            <a:lvl8pPr marL="8001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8pPr>
            <a:lvl9pPr marL="9144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100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1625" y="9736667"/>
            <a:ext cx="9715500" cy="23207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72875" y="9736667"/>
            <a:ext cx="9715500" cy="23207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905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2" y="1947341"/>
            <a:ext cx="19716750" cy="706966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4605" y="8966203"/>
            <a:ext cx="9670850" cy="4394197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74605" y="13360400"/>
            <a:ext cx="9670850" cy="19651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572876" y="8966203"/>
            <a:ext cx="9718478" cy="4394197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572876" y="13360400"/>
            <a:ext cx="9718478" cy="196511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7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894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43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2438400"/>
            <a:ext cx="7372945" cy="85344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18477" y="5266274"/>
            <a:ext cx="11572875" cy="25992667"/>
          </a:xfrm>
        </p:spPr>
        <p:txBody>
          <a:bodyPr/>
          <a:lstStyle>
            <a:lvl1pPr>
              <a:defRPr sz="8000"/>
            </a:lvl1pPr>
            <a:lvl2pPr>
              <a:defRPr sz="7000"/>
            </a:lvl2pPr>
            <a:lvl3pPr>
              <a:defRPr sz="6000"/>
            </a:lvl3pPr>
            <a:lvl4pPr>
              <a:defRPr sz="5000"/>
            </a:lvl4pPr>
            <a:lvl5pPr>
              <a:defRPr sz="5000"/>
            </a:lvl5pPr>
            <a:lvl6pPr>
              <a:defRPr sz="5000"/>
            </a:lvl6pPr>
            <a:lvl7pPr>
              <a:defRPr sz="5000"/>
            </a:lvl7pPr>
            <a:lvl8pPr>
              <a:defRPr sz="5000"/>
            </a:lvl8pPr>
            <a:lvl9pPr>
              <a:defRPr sz="5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10972800"/>
            <a:ext cx="7372945" cy="20328469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084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2438400"/>
            <a:ext cx="7372945" cy="85344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18477" y="5266274"/>
            <a:ext cx="11572875" cy="25992667"/>
          </a:xfrm>
        </p:spPr>
        <p:txBody>
          <a:bodyPr anchor="t"/>
          <a:lstStyle>
            <a:lvl1pPr marL="0" indent="0">
              <a:buNone/>
              <a:defRPr sz="8000"/>
            </a:lvl1pPr>
            <a:lvl2pPr marL="1143000" indent="0">
              <a:buNone/>
              <a:defRPr sz="7000"/>
            </a:lvl2pPr>
            <a:lvl3pPr marL="2286000" indent="0">
              <a:buNone/>
              <a:defRPr sz="6000"/>
            </a:lvl3pPr>
            <a:lvl4pPr marL="3429000" indent="0">
              <a:buNone/>
              <a:defRPr sz="5000"/>
            </a:lvl4pPr>
            <a:lvl5pPr marL="4572000" indent="0">
              <a:buNone/>
              <a:defRPr sz="5000"/>
            </a:lvl5pPr>
            <a:lvl6pPr marL="5715000" indent="0">
              <a:buNone/>
              <a:defRPr sz="5000"/>
            </a:lvl6pPr>
            <a:lvl7pPr marL="6858000" indent="0">
              <a:buNone/>
              <a:defRPr sz="5000"/>
            </a:lvl7pPr>
            <a:lvl8pPr marL="8001000" indent="0">
              <a:buNone/>
              <a:defRPr sz="5000"/>
            </a:lvl8pPr>
            <a:lvl9pPr marL="9144000" indent="0">
              <a:buNone/>
              <a:defRPr sz="5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10972800"/>
            <a:ext cx="7372945" cy="20328469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682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936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359189" y="1947333"/>
            <a:ext cx="4929188" cy="309964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71626" y="1947333"/>
            <a:ext cx="14501813" cy="309964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181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71625" y="1947341"/>
            <a:ext cx="19716750" cy="7069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1625" y="9736667"/>
            <a:ext cx="19716750" cy="23207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71625" y="33900542"/>
            <a:ext cx="51435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D4006F-FAFB-8D45-A310-52547AB451E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72375" y="33900542"/>
            <a:ext cx="771525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144875" y="33900542"/>
            <a:ext cx="5143500" cy="19473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FCD898-FA85-EB48-889C-5A7CC097B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813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2286000" rtl="0" eaLnBrk="1" latinLnBrk="0" hangingPunct="1">
        <a:lnSpc>
          <a:spcPct val="90000"/>
        </a:lnSpc>
        <a:spcBef>
          <a:spcPct val="0"/>
        </a:spcBef>
        <a:buNone/>
        <a:defRPr sz="11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1500" indent="-571500" algn="l" defTabSz="2286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700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6000" kern="1200">
          <a:solidFill>
            <a:schemeClr val="tx1"/>
          </a:solidFill>
          <a:latin typeface="+mn-lt"/>
          <a:ea typeface="+mn-ea"/>
          <a:cs typeface="+mn-cs"/>
        </a:defRPr>
      </a:lvl2pPr>
      <a:lvl3pPr marL="2857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3pPr>
      <a:lvl4pPr marL="4000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5143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6286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7429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572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715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1pPr>
      <a:lvl2pPr marL="1143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3pPr>
      <a:lvl4pPr marL="3429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4572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5715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6858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001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144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.png"/><Relationship Id="rId42" Type="http://schemas.openxmlformats.org/officeDocument/2006/relationships/image" Target="../media/image19.png"/><Relationship Id="rId63" Type="http://schemas.openxmlformats.org/officeDocument/2006/relationships/image" Target="../media/image41.png"/><Relationship Id="rId84" Type="http://schemas.openxmlformats.org/officeDocument/2006/relationships/image" Target="../media/image62.png"/><Relationship Id="rId138" Type="http://schemas.openxmlformats.org/officeDocument/2006/relationships/image" Target="../media/image116.png"/><Relationship Id="rId159" Type="http://schemas.openxmlformats.org/officeDocument/2006/relationships/image" Target="../media/image146.png"/><Relationship Id="rId170" Type="http://schemas.openxmlformats.org/officeDocument/2006/relationships/image" Target="../media/image157.png"/><Relationship Id="rId107" Type="http://schemas.openxmlformats.org/officeDocument/2006/relationships/image" Target="../media/image85.png"/><Relationship Id="rId32" Type="http://schemas.openxmlformats.org/officeDocument/2006/relationships/image" Target="../media/image9.png"/><Relationship Id="rId53" Type="http://schemas.openxmlformats.org/officeDocument/2006/relationships/image" Target="../media/image31.png"/><Relationship Id="rId74" Type="http://schemas.openxmlformats.org/officeDocument/2006/relationships/image" Target="../media/image52.png"/><Relationship Id="rId128" Type="http://schemas.openxmlformats.org/officeDocument/2006/relationships/image" Target="../media/image106.png"/><Relationship Id="rId149" Type="http://schemas.openxmlformats.org/officeDocument/2006/relationships/image" Target="../media/image127.png"/><Relationship Id="rId5" Type="http://schemas.openxmlformats.org/officeDocument/2006/relationships/image" Target="../media/image134.png"/><Relationship Id="rId95" Type="http://schemas.openxmlformats.org/officeDocument/2006/relationships/image" Target="../media/image73.png"/><Relationship Id="rId160" Type="http://schemas.openxmlformats.org/officeDocument/2006/relationships/image" Target="../media/image147.png"/><Relationship Id="rId43" Type="http://schemas.openxmlformats.org/officeDocument/2006/relationships/image" Target="../media/image20.png"/><Relationship Id="rId48" Type="http://schemas.openxmlformats.org/officeDocument/2006/relationships/image" Target="../media/image26.png"/><Relationship Id="rId64" Type="http://schemas.openxmlformats.org/officeDocument/2006/relationships/image" Target="../media/image42.png"/><Relationship Id="rId69" Type="http://schemas.openxmlformats.org/officeDocument/2006/relationships/image" Target="../media/image47.png"/><Relationship Id="rId113" Type="http://schemas.openxmlformats.org/officeDocument/2006/relationships/image" Target="../media/image91.png"/><Relationship Id="rId118" Type="http://schemas.openxmlformats.org/officeDocument/2006/relationships/image" Target="../media/image96.png"/><Relationship Id="rId134" Type="http://schemas.openxmlformats.org/officeDocument/2006/relationships/image" Target="../media/image112.png"/><Relationship Id="rId139" Type="http://schemas.openxmlformats.org/officeDocument/2006/relationships/image" Target="../media/image117.png"/><Relationship Id="rId80" Type="http://schemas.openxmlformats.org/officeDocument/2006/relationships/image" Target="../media/image58.png"/><Relationship Id="rId85" Type="http://schemas.openxmlformats.org/officeDocument/2006/relationships/image" Target="../media/image63.png"/><Relationship Id="rId150" Type="http://schemas.openxmlformats.org/officeDocument/2006/relationships/image" Target="../media/image128.png"/><Relationship Id="rId155" Type="http://schemas.openxmlformats.org/officeDocument/2006/relationships/image" Target="../media/image142.png"/><Relationship Id="rId171" Type="http://schemas.openxmlformats.org/officeDocument/2006/relationships/image" Target="../media/image158.png"/><Relationship Id="rId33" Type="http://schemas.openxmlformats.org/officeDocument/2006/relationships/image" Target="../media/image10.png"/><Relationship Id="rId38" Type="http://schemas.openxmlformats.org/officeDocument/2006/relationships/image" Target="../media/image15.png"/><Relationship Id="rId59" Type="http://schemas.openxmlformats.org/officeDocument/2006/relationships/image" Target="../media/image37.png"/><Relationship Id="rId103" Type="http://schemas.openxmlformats.org/officeDocument/2006/relationships/image" Target="../media/image81.png"/><Relationship Id="rId108" Type="http://schemas.openxmlformats.org/officeDocument/2006/relationships/image" Target="../media/image86.png"/><Relationship Id="rId124" Type="http://schemas.openxmlformats.org/officeDocument/2006/relationships/image" Target="../media/image102.png"/><Relationship Id="rId129" Type="http://schemas.openxmlformats.org/officeDocument/2006/relationships/image" Target="../media/image107.png"/><Relationship Id="rId54" Type="http://schemas.openxmlformats.org/officeDocument/2006/relationships/image" Target="../media/image32.png"/><Relationship Id="rId70" Type="http://schemas.openxmlformats.org/officeDocument/2006/relationships/image" Target="../media/image48.png"/><Relationship Id="rId75" Type="http://schemas.openxmlformats.org/officeDocument/2006/relationships/image" Target="../media/image53.png"/><Relationship Id="rId91" Type="http://schemas.openxmlformats.org/officeDocument/2006/relationships/image" Target="../media/image69.png"/><Relationship Id="rId96" Type="http://schemas.openxmlformats.org/officeDocument/2006/relationships/image" Target="../media/image74.png"/><Relationship Id="rId140" Type="http://schemas.openxmlformats.org/officeDocument/2006/relationships/image" Target="../media/image118.png"/><Relationship Id="rId145" Type="http://schemas.openxmlformats.org/officeDocument/2006/relationships/image" Target="../media/image123.png"/><Relationship Id="rId161" Type="http://schemas.openxmlformats.org/officeDocument/2006/relationships/image" Target="../media/image148.png"/><Relationship Id="rId166" Type="http://schemas.openxmlformats.org/officeDocument/2006/relationships/image" Target="../media/image1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5.png"/><Relationship Id="rId49" Type="http://schemas.openxmlformats.org/officeDocument/2006/relationships/image" Target="../media/image137.png"/><Relationship Id="rId114" Type="http://schemas.openxmlformats.org/officeDocument/2006/relationships/image" Target="../media/image92.png"/><Relationship Id="rId119" Type="http://schemas.openxmlformats.org/officeDocument/2006/relationships/image" Target="../media/image97.png"/><Relationship Id="rId44" Type="http://schemas.openxmlformats.org/officeDocument/2006/relationships/image" Target="../media/image21.png"/><Relationship Id="rId60" Type="http://schemas.openxmlformats.org/officeDocument/2006/relationships/image" Target="../media/image38.png"/><Relationship Id="rId65" Type="http://schemas.openxmlformats.org/officeDocument/2006/relationships/image" Target="../media/image43.png"/><Relationship Id="rId81" Type="http://schemas.openxmlformats.org/officeDocument/2006/relationships/image" Target="../media/image59.png"/><Relationship Id="rId86" Type="http://schemas.openxmlformats.org/officeDocument/2006/relationships/image" Target="../media/image64.png"/><Relationship Id="rId130" Type="http://schemas.openxmlformats.org/officeDocument/2006/relationships/image" Target="../media/image108.png"/><Relationship Id="rId135" Type="http://schemas.openxmlformats.org/officeDocument/2006/relationships/image" Target="../media/image113.png"/><Relationship Id="rId151" Type="http://schemas.openxmlformats.org/officeDocument/2006/relationships/image" Target="../media/image129.png"/><Relationship Id="rId156" Type="http://schemas.openxmlformats.org/officeDocument/2006/relationships/image" Target="../media/image143.png"/><Relationship Id="rId172" Type="http://schemas.openxmlformats.org/officeDocument/2006/relationships/image" Target="../media/image159.png"/><Relationship Id="rId39" Type="http://schemas.openxmlformats.org/officeDocument/2006/relationships/image" Target="../media/image16.png"/><Relationship Id="rId109" Type="http://schemas.openxmlformats.org/officeDocument/2006/relationships/image" Target="../media/image87.png"/><Relationship Id="rId34" Type="http://schemas.openxmlformats.org/officeDocument/2006/relationships/image" Target="../media/image11.png"/><Relationship Id="rId50" Type="http://schemas.openxmlformats.org/officeDocument/2006/relationships/image" Target="../media/image138.png"/><Relationship Id="rId55" Type="http://schemas.openxmlformats.org/officeDocument/2006/relationships/image" Target="../media/image33.png"/><Relationship Id="rId76" Type="http://schemas.openxmlformats.org/officeDocument/2006/relationships/image" Target="../media/image54.png"/><Relationship Id="rId97" Type="http://schemas.openxmlformats.org/officeDocument/2006/relationships/image" Target="../media/image75.png"/><Relationship Id="rId104" Type="http://schemas.openxmlformats.org/officeDocument/2006/relationships/image" Target="../media/image82.png"/><Relationship Id="rId120" Type="http://schemas.openxmlformats.org/officeDocument/2006/relationships/image" Target="../media/image98.png"/><Relationship Id="rId125" Type="http://schemas.openxmlformats.org/officeDocument/2006/relationships/image" Target="../media/image103.png"/><Relationship Id="rId141" Type="http://schemas.openxmlformats.org/officeDocument/2006/relationships/image" Target="../media/image119.png"/><Relationship Id="rId146" Type="http://schemas.openxmlformats.org/officeDocument/2006/relationships/image" Target="../media/image124.png"/><Relationship Id="rId167" Type="http://schemas.openxmlformats.org/officeDocument/2006/relationships/image" Target="../media/image154.png"/><Relationship Id="rId7" Type="http://schemas.openxmlformats.org/officeDocument/2006/relationships/image" Target="../media/image136.png"/><Relationship Id="rId71" Type="http://schemas.openxmlformats.org/officeDocument/2006/relationships/image" Target="../media/image49.png"/><Relationship Id="rId92" Type="http://schemas.openxmlformats.org/officeDocument/2006/relationships/image" Target="../media/image70.png"/><Relationship Id="rId162" Type="http://schemas.openxmlformats.org/officeDocument/2006/relationships/image" Target="../media/image149.png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610.png"/><Relationship Id="rId40" Type="http://schemas.openxmlformats.org/officeDocument/2006/relationships/image" Target="../media/image17.png"/><Relationship Id="rId45" Type="http://schemas.openxmlformats.org/officeDocument/2006/relationships/image" Target="../media/image23.png"/><Relationship Id="rId66" Type="http://schemas.openxmlformats.org/officeDocument/2006/relationships/image" Target="../media/image44.png"/><Relationship Id="rId87" Type="http://schemas.openxmlformats.org/officeDocument/2006/relationships/image" Target="../media/image65.png"/><Relationship Id="rId110" Type="http://schemas.openxmlformats.org/officeDocument/2006/relationships/image" Target="../media/image88.png"/><Relationship Id="rId115" Type="http://schemas.openxmlformats.org/officeDocument/2006/relationships/image" Target="../media/image93.png"/><Relationship Id="rId131" Type="http://schemas.openxmlformats.org/officeDocument/2006/relationships/image" Target="../media/image109.png"/><Relationship Id="rId136" Type="http://schemas.openxmlformats.org/officeDocument/2006/relationships/image" Target="../media/image114.png"/><Relationship Id="rId157" Type="http://schemas.openxmlformats.org/officeDocument/2006/relationships/image" Target="../media/image144.png"/><Relationship Id="rId61" Type="http://schemas.openxmlformats.org/officeDocument/2006/relationships/image" Target="../media/image39.png"/><Relationship Id="rId82" Type="http://schemas.openxmlformats.org/officeDocument/2006/relationships/image" Target="../media/image60.png"/><Relationship Id="rId152" Type="http://schemas.openxmlformats.org/officeDocument/2006/relationships/image" Target="../media/image139.png"/><Relationship Id="rId30" Type="http://schemas.openxmlformats.org/officeDocument/2006/relationships/image" Target="../media/image7.png"/><Relationship Id="rId35" Type="http://schemas.openxmlformats.org/officeDocument/2006/relationships/image" Target="../media/image12.png"/><Relationship Id="rId56" Type="http://schemas.openxmlformats.org/officeDocument/2006/relationships/image" Target="../media/image34.png"/><Relationship Id="rId77" Type="http://schemas.openxmlformats.org/officeDocument/2006/relationships/image" Target="../media/image55.png"/><Relationship Id="rId100" Type="http://schemas.openxmlformats.org/officeDocument/2006/relationships/image" Target="../media/image78.png"/><Relationship Id="rId105" Type="http://schemas.openxmlformats.org/officeDocument/2006/relationships/image" Target="../media/image83.png"/><Relationship Id="rId126" Type="http://schemas.openxmlformats.org/officeDocument/2006/relationships/image" Target="../media/image104.png"/><Relationship Id="rId147" Type="http://schemas.openxmlformats.org/officeDocument/2006/relationships/image" Target="../media/image125.png"/><Relationship Id="rId168" Type="http://schemas.openxmlformats.org/officeDocument/2006/relationships/image" Target="../media/image155.png"/><Relationship Id="rId72" Type="http://schemas.openxmlformats.org/officeDocument/2006/relationships/image" Target="../media/image50.png"/><Relationship Id="rId93" Type="http://schemas.openxmlformats.org/officeDocument/2006/relationships/image" Target="../media/image71.png"/><Relationship Id="rId98" Type="http://schemas.openxmlformats.org/officeDocument/2006/relationships/image" Target="../media/image76.png"/><Relationship Id="rId121" Type="http://schemas.openxmlformats.org/officeDocument/2006/relationships/image" Target="../media/image99.png"/><Relationship Id="rId142" Type="http://schemas.openxmlformats.org/officeDocument/2006/relationships/image" Target="../media/image120.png"/><Relationship Id="rId163" Type="http://schemas.openxmlformats.org/officeDocument/2006/relationships/image" Target="../media/image150.png"/><Relationship Id="rId3" Type="http://schemas.openxmlformats.org/officeDocument/2006/relationships/image" Target="../media/image22.png"/><Relationship Id="rId46" Type="http://schemas.openxmlformats.org/officeDocument/2006/relationships/image" Target="../media/image24.png"/><Relationship Id="rId67" Type="http://schemas.openxmlformats.org/officeDocument/2006/relationships/image" Target="../media/image45.png"/><Relationship Id="rId116" Type="http://schemas.openxmlformats.org/officeDocument/2006/relationships/image" Target="../media/image94.png"/><Relationship Id="rId137" Type="http://schemas.openxmlformats.org/officeDocument/2006/relationships/image" Target="../media/image115.png"/><Relationship Id="rId158" Type="http://schemas.openxmlformats.org/officeDocument/2006/relationships/image" Target="../media/image145.png"/><Relationship Id="rId41" Type="http://schemas.openxmlformats.org/officeDocument/2006/relationships/image" Target="../media/image18.png"/><Relationship Id="rId62" Type="http://schemas.openxmlformats.org/officeDocument/2006/relationships/image" Target="../media/image40.png"/><Relationship Id="rId83" Type="http://schemas.openxmlformats.org/officeDocument/2006/relationships/image" Target="../media/image61.png"/><Relationship Id="rId88" Type="http://schemas.openxmlformats.org/officeDocument/2006/relationships/image" Target="../media/image66.png"/><Relationship Id="rId111" Type="http://schemas.openxmlformats.org/officeDocument/2006/relationships/image" Target="../media/image89.png"/><Relationship Id="rId132" Type="http://schemas.openxmlformats.org/officeDocument/2006/relationships/image" Target="../media/image110.png"/><Relationship Id="rId153" Type="http://schemas.openxmlformats.org/officeDocument/2006/relationships/image" Target="../media/image140.png"/><Relationship Id="rId36" Type="http://schemas.openxmlformats.org/officeDocument/2006/relationships/image" Target="../media/image13.png"/><Relationship Id="rId57" Type="http://schemas.openxmlformats.org/officeDocument/2006/relationships/image" Target="../media/image35.png"/><Relationship Id="rId106" Type="http://schemas.openxmlformats.org/officeDocument/2006/relationships/image" Target="../media/image84.png"/><Relationship Id="rId127" Type="http://schemas.openxmlformats.org/officeDocument/2006/relationships/image" Target="../media/image105.png"/><Relationship Id="rId31" Type="http://schemas.openxmlformats.org/officeDocument/2006/relationships/image" Target="../media/image8.png"/><Relationship Id="rId52" Type="http://schemas.openxmlformats.org/officeDocument/2006/relationships/image" Target="../media/image30.png"/><Relationship Id="rId73" Type="http://schemas.openxmlformats.org/officeDocument/2006/relationships/image" Target="../media/image51.png"/><Relationship Id="rId78" Type="http://schemas.openxmlformats.org/officeDocument/2006/relationships/image" Target="../media/image56.png"/><Relationship Id="rId94" Type="http://schemas.openxmlformats.org/officeDocument/2006/relationships/image" Target="../media/image72.png"/><Relationship Id="rId99" Type="http://schemas.openxmlformats.org/officeDocument/2006/relationships/image" Target="../media/image77.png"/><Relationship Id="rId101" Type="http://schemas.openxmlformats.org/officeDocument/2006/relationships/image" Target="../media/image79.png"/><Relationship Id="rId122" Type="http://schemas.openxmlformats.org/officeDocument/2006/relationships/image" Target="../media/image100.png"/><Relationship Id="rId143" Type="http://schemas.openxmlformats.org/officeDocument/2006/relationships/image" Target="../media/image121.png"/><Relationship Id="rId148" Type="http://schemas.openxmlformats.org/officeDocument/2006/relationships/image" Target="../media/image126.png"/><Relationship Id="rId164" Type="http://schemas.openxmlformats.org/officeDocument/2006/relationships/image" Target="../media/image151.png"/><Relationship Id="rId169" Type="http://schemas.openxmlformats.org/officeDocument/2006/relationships/image" Target="../media/image156.png"/><Relationship Id="rId4" Type="http://schemas.openxmlformats.org/officeDocument/2006/relationships/image" Target="../media/image133.png"/><Relationship Id="rId47" Type="http://schemas.openxmlformats.org/officeDocument/2006/relationships/image" Target="../media/image25.png"/><Relationship Id="rId68" Type="http://schemas.openxmlformats.org/officeDocument/2006/relationships/image" Target="../media/image46.png"/><Relationship Id="rId89" Type="http://schemas.openxmlformats.org/officeDocument/2006/relationships/image" Target="../media/image67.png"/><Relationship Id="rId112" Type="http://schemas.openxmlformats.org/officeDocument/2006/relationships/image" Target="../media/image90.png"/><Relationship Id="rId133" Type="http://schemas.openxmlformats.org/officeDocument/2006/relationships/image" Target="../media/image111.png"/><Relationship Id="rId154" Type="http://schemas.openxmlformats.org/officeDocument/2006/relationships/image" Target="../media/image141.png"/><Relationship Id="rId37" Type="http://schemas.openxmlformats.org/officeDocument/2006/relationships/image" Target="../media/image14.png"/><Relationship Id="rId58" Type="http://schemas.openxmlformats.org/officeDocument/2006/relationships/image" Target="../media/image36.png"/><Relationship Id="rId79" Type="http://schemas.openxmlformats.org/officeDocument/2006/relationships/image" Target="../media/image57.png"/><Relationship Id="rId102" Type="http://schemas.openxmlformats.org/officeDocument/2006/relationships/image" Target="../media/image80.png"/><Relationship Id="rId123" Type="http://schemas.openxmlformats.org/officeDocument/2006/relationships/image" Target="../media/image101.png"/><Relationship Id="rId144" Type="http://schemas.openxmlformats.org/officeDocument/2006/relationships/image" Target="../media/image122.png"/><Relationship Id="rId90" Type="http://schemas.openxmlformats.org/officeDocument/2006/relationships/image" Target="../media/image68.png"/><Relationship Id="rId165" Type="http://schemas.openxmlformats.org/officeDocument/2006/relationships/image" Target="../media/image15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13" Type="http://schemas.openxmlformats.org/officeDocument/2006/relationships/image" Target="../media/image170.png"/><Relationship Id="rId18" Type="http://schemas.openxmlformats.org/officeDocument/2006/relationships/image" Target="../media/image4.png"/><Relationship Id="rId3" Type="http://schemas.openxmlformats.org/officeDocument/2006/relationships/image" Target="../media/image160.png"/><Relationship Id="rId7" Type="http://schemas.openxmlformats.org/officeDocument/2006/relationships/image" Target="../media/image164.png"/><Relationship Id="rId12" Type="http://schemas.openxmlformats.org/officeDocument/2006/relationships/image" Target="../media/image169.png"/><Relationship Id="rId17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.png"/><Relationship Id="rId11" Type="http://schemas.openxmlformats.org/officeDocument/2006/relationships/image" Target="../media/image168.png"/><Relationship Id="rId5" Type="http://schemas.openxmlformats.org/officeDocument/2006/relationships/image" Target="../media/image162.png"/><Relationship Id="rId15" Type="http://schemas.openxmlformats.org/officeDocument/2006/relationships/image" Target="../media/image1.png"/><Relationship Id="rId10" Type="http://schemas.openxmlformats.org/officeDocument/2006/relationships/image" Target="../media/image167.png"/><Relationship Id="rId19" Type="http://schemas.openxmlformats.org/officeDocument/2006/relationships/image" Target="../media/image5.png"/><Relationship Id="rId4" Type="http://schemas.openxmlformats.org/officeDocument/2006/relationships/image" Target="../media/image161.png"/><Relationship Id="rId9" Type="http://schemas.openxmlformats.org/officeDocument/2006/relationships/image" Target="../media/image166.png"/><Relationship Id="rId14" Type="http://schemas.openxmlformats.org/officeDocument/2006/relationships/image" Target="../media/image17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.png"/><Relationship Id="rId42" Type="http://schemas.openxmlformats.org/officeDocument/2006/relationships/image" Target="../media/image19.png"/><Relationship Id="rId47" Type="http://schemas.openxmlformats.org/officeDocument/2006/relationships/image" Target="../media/image25.png"/><Relationship Id="rId63" Type="http://schemas.openxmlformats.org/officeDocument/2006/relationships/image" Target="../media/image41.png"/><Relationship Id="rId68" Type="http://schemas.openxmlformats.org/officeDocument/2006/relationships/image" Target="../media/image46.png"/><Relationship Id="rId84" Type="http://schemas.openxmlformats.org/officeDocument/2006/relationships/image" Target="../media/image62.png"/><Relationship Id="rId89" Type="http://schemas.openxmlformats.org/officeDocument/2006/relationships/image" Target="../media/image67.png"/><Relationship Id="rId112" Type="http://schemas.openxmlformats.org/officeDocument/2006/relationships/image" Target="../media/image90.png"/><Relationship Id="rId133" Type="http://schemas.openxmlformats.org/officeDocument/2006/relationships/image" Target="../media/image111.png"/><Relationship Id="rId138" Type="http://schemas.openxmlformats.org/officeDocument/2006/relationships/image" Target="../media/image116.png"/><Relationship Id="rId107" Type="http://schemas.openxmlformats.org/officeDocument/2006/relationships/image" Target="../media/image85.png"/><Relationship Id="rId32" Type="http://schemas.openxmlformats.org/officeDocument/2006/relationships/image" Target="../media/image9.png"/><Relationship Id="rId37" Type="http://schemas.openxmlformats.org/officeDocument/2006/relationships/image" Target="../media/image14.png"/><Relationship Id="rId53" Type="http://schemas.openxmlformats.org/officeDocument/2006/relationships/image" Target="../media/image31.png"/><Relationship Id="rId58" Type="http://schemas.openxmlformats.org/officeDocument/2006/relationships/image" Target="../media/image36.png"/><Relationship Id="rId74" Type="http://schemas.openxmlformats.org/officeDocument/2006/relationships/image" Target="../media/image52.png"/><Relationship Id="rId79" Type="http://schemas.openxmlformats.org/officeDocument/2006/relationships/image" Target="../media/image57.png"/><Relationship Id="rId102" Type="http://schemas.openxmlformats.org/officeDocument/2006/relationships/image" Target="../media/image80.png"/><Relationship Id="rId123" Type="http://schemas.openxmlformats.org/officeDocument/2006/relationships/image" Target="../media/image101.png"/><Relationship Id="rId128" Type="http://schemas.openxmlformats.org/officeDocument/2006/relationships/image" Target="../media/image106.png"/><Relationship Id="rId144" Type="http://schemas.openxmlformats.org/officeDocument/2006/relationships/image" Target="../media/image122.png"/><Relationship Id="rId149" Type="http://schemas.openxmlformats.org/officeDocument/2006/relationships/image" Target="../media/image127.png"/><Relationship Id="rId5" Type="http://schemas.openxmlformats.org/officeDocument/2006/relationships/image" Target="../media/image217.png"/><Relationship Id="rId90" Type="http://schemas.openxmlformats.org/officeDocument/2006/relationships/image" Target="../media/image68.png"/><Relationship Id="rId95" Type="http://schemas.openxmlformats.org/officeDocument/2006/relationships/image" Target="../media/image73.png"/><Relationship Id="rId43" Type="http://schemas.openxmlformats.org/officeDocument/2006/relationships/image" Target="../media/image20.png"/><Relationship Id="rId48" Type="http://schemas.openxmlformats.org/officeDocument/2006/relationships/image" Target="../media/image26.png"/><Relationship Id="rId64" Type="http://schemas.openxmlformats.org/officeDocument/2006/relationships/image" Target="../media/image42.png"/><Relationship Id="rId69" Type="http://schemas.openxmlformats.org/officeDocument/2006/relationships/image" Target="../media/image47.png"/><Relationship Id="rId113" Type="http://schemas.openxmlformats.org/officeDocument/2006/relationships/image" Target="../media/image91.png"/><Relationship Id="rId118" Type="http://schemas.openxmlformats.org/officeDocument/2006/relationships/image" Target="../media/image96.png"/><Relationship Id="rId134" Type="http://schemas.openxmlformats.org/officeDocument/2006/relationships/image" Target="../media/image112.png"/><Relationship Id="rId139" Type="http://schemas.openxmlformats.org/officeDocument/2006/relationships/image" Target="../media/image117.png"/><Relationship Id="rId80" Type="http://schemas.openxmlformats.org/officeDocument/2006/relationships/image" Target="../media/image58.png"/><Relationship Id="rId85" Type="http://schemas.openxmlformats.org/officeDocument/2006/relationships/image" Target="../media/image63.png"/><Relationship Id="rId150" Type="http://schemas.openxmlformats.org/officeDocument/2006/relationships/image" Target="../media/image128.png"/><Relationship Id="rId33" Type="http://schemas.openxmlformats.org/officeDocument/2006/relationships/image" Target="../media/image10.png"/><Relationship Id="rId38" Type="http://schemas.openxmlformats.org/officeDocument/2006/relationships/image" Target="../media/image15.png"/><Relationship Id="rId59" Type="http://schemas.openxmlformats.org/officeDocument/2006/relationships/image" Target="../media/image37.png"/><Relationship Id="rId103" Type="http://schemas.openxmlformats.org/officeDocument/2006/relationships/image" Target="../media/image81.png"/><Relationship Id="rId108" Type="http://schemas.openxmlformats.org/officeDocument/2006/relationships/image" Target="../media/image86.png"/><Relationship Id="rId124" Type="http://schemas.openxmlformats.org/officeDocument/2006/relationships/image" Target="../media/image102.png"/><Relationship Id="rId129" Type="http://schemas.openxmlformats.org/officeDocument/2006/relationships/image" Target="../media/image107.png"/><Relationship Id="rId54" Type="http://schemas.openxmlformats.org/officeDocument/2006/relationships/image" Target="../media/image32.png"/><Relationship Id="rId70" Type="http://schemas.openxmlformats.org/officeDocument/2006/relationships/image" Target="../media/image48.png"/><Relationship Id="rId75" Type="http://schemas.openxmlformats.org/officeDocument/2006/relationships/image" Target="../media/image53.png"/><Relationship Id="rId91" Type="http://schemas.openxmlformats.org/officeDocument/2006/relationships/image" Target="../media/image69.png"/><Relationship Id="rId96" Type="http://schemas.openxmlformats.org/officeDocument/2006/relationships/image" Target="../media/image74.png"/><Relationship Id="rId140" Type="http://schemas.openxmlformats.org/officeDocument/2006/relationships/image" Target="../media/image118.png"/><Relationship Id="rId145" Type="http://schemas.openxmlformats.org/officeDocument/2006/relationships/image" Target="../media/image1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0.png"/><Relationship Id="rId114" Type="http://schemas.openxmlformats.org/officeDocument/2006/relationships/image" Target="../media/image92.png"/><Relationship Id="rId119" Type="http://schemas.openxmlformats.org/officeDocument/2006/relationships/image" Target="../media/image97.png"/><Relationship Id="rId44" Type="http://schemas.openxmlformats.org/officeDocument/2006/relationships/image" Target="../media/image21.png"/><Relationship Id="rId60" Type="http://schemas.openxmlformats.org/officeDocument/2006/relationships/image" Target="../media/image38.png"/><Relationship Id="rId65" Type="http://schemas.openxmlformats.org/officeDocument/2006/relationships/image" Target="../media/image43.png"/><Relationship Id="rId81" Type="http://schemas.openxmlformats.org/officeDocument/2006/relationships/image" Target="../media/image59.png"/><Relationship Id="rId86" Type="http://schemas.openxmlformats.org/officeDocument/2006/relationships/image" Target="../media/image64.png"/><Relationship Id="rId130" Type="http://schemas.openxmlformats.org/officeDocument/2006/relationships/image" Target="../media/image108.png"/><Relationship Id="rId135" Type="http://schemas.openxmlformats.org/officeDocument/2006/relationships/image" Target="../media/image113.png"/><Relationship Id="rId151" Type="http://schemas.openxmlformats.org/officeDocument/2006/relationships/image" Target="../media/image129.png"/><Relationship Id="rId39" Type="http://schemas.openxmlformats.org/officeDocument/2006/relationships/image" Target="../media/image16.png"/><Relationship Id="rId109" Type="http://schemas.openxmlformats.org/officeDocument/2006/relationships/image" Target="../media/image87.png"/><Relationship Id="rId34" Type="http://schemas.openxmlformats.org/officeDocument/2006/relationships/image" Target="../media/image11.png"/><Relationship Id="rId50" Type="http://schemas.openxmlformats.org/officeDocument/2006/relationships/image" Target="../media/image27.png"/><Relationship Id="rId55" Type="http://schemas.openxmlformats.org/officeDocument/2006/relationships/image" Target="../media/image33.png"/><Relationship Id="rId76" Type="http://schemas.openxmlformats.org/officeDocument/2006/relationships/image" Target="../media/image54.png"/><Relationship Id="rId97" Type="http://schemas.openxmlformats.org/officeDocument/2006/relationships/image" Target="../media/image75.png"/><Relationship Id="rId104" Type="http://schemas.openxmlformats.org/officeDocument/2006/relationships/image" Target="../media/image82.png"/><Relationship Id="rId120" Type="http://schemas.openxmlformats.org/officeDocument/2006/relationships/image" Target="../media/image98.png"/><Relationship Id="rId125" Type="http://schemas.openxmlformats.org/officeDocument/2006/relationships/image" Target="../media/image103.png"/><Relationship Id="rId141" Type="http://schemas.openxmlformats.org/officeDocument/2006/relationships/image" Target="../media/image119.png"/><Relationship Id="rId146" Type="http://schemas.openxmlformats.org/officeDocument/2006/relationships/image" Target="../media/image124.png"/><Relationship Id="rId7" Type="http://schemas.openxmlformats.org/officeDocument/2006/relationships/image" Target="../media/image410.png"/><Relationship Id="rId71" Type="http://schemas.openxmlformats.org/officeDocument/2006/relationships/image" Target="../media/image49.png"/><Relationship Id="rId92" Type="http://schemas.openxmlformats.org/officeDocument/2006/relationships/image" Target="../media/image70.png"/><Relationship Id="rId2" Type="http://schemas.openxmlformats.org/officeDocument/2006/relationships/notesSlide" Target="../notesSlides/notesSlide3.xml"/><Relationship Id="rId29" Type="http://schemas.openxmlformats.org/officeDocument/2006/relationships/image" Target="../media/image610.png"/><Relationship Id="rId40" Type="http://schemas.openxmlformats.org/officeDocument/2006/relationships/image" Target="../media/image17.png"/><Relationship Id="rId45" Type="http://schemas.openxmlformats.org/officeDocument/2006/relationships/image" Target="../media/image23.png"/><Relationship Id="rId66" Type="http://schemas.openxmlformats.org/officeDocument/2006/relationships/image" Target="../media/image44.png"/><Relationship Id="rId87" Type="http://schemas.openxmlformats.org/officeDocument/2006/relationships/image" Target="../media/image65.png"/><Relationship Id="rId110" Type="http://schemas.openxmlformats.org/officeDocument/2006/relationships/image" Target="../media/image88.png"/><Relationship Id="rId115" Type="http://schemas.openxmlformats.org/officeDocument/2006/relationships/image" Target="../media/image93.png"/><Relationship Id="rId131" Type="http://schemas.openxmlformats.org/officeDocument/2006/relationships/image" Target="../media/image109.png"/><Relationship Id="rId136" Type="http://schemas.openxmlformats.org/officeDocument/2006/relationships/image" Target="../media/image114.png"/><Relationship Id="rId61" Type="http://schemas.openxmlformats.org/officeDocument/2006/relationships/image" Target="../media/image39.png"/><Relationship Id="rId82" Type="http://schemas.openxmlformats.org/officeDocument/2006/relationships/image" Target="../media/image60.png"/><Relationship Id="rId30" Type="http://schemas.openxmlformats.org/officeDocument/2006/relationships/image" Target="../media/image7.png"/><Relationship Id="rId35" Type="http://schemas.openxmlformats.org/officeDocument/2006/relationships/image" Target="../media/image12.png"/><Relationship Id="rId56" Type="http://schemas.openxmlformats.org/officeDocument/2006/relationships/image" Target="../media/image34.png"/><Relationship Id="rId77" Type="http://schemas.openxmlformats.org/officeDocument/2006/relationships/image" Target="../media/image55.png"/><Relationship Id="rId100" Type="http://schemas.openxmlformats.org/officeDocument/2006/relationships/image" Target="../media/image78.png"/><Relationship Id="rId105" Type="http://schemas.openxmlformats.org/officeDocument/2006/relationships/image" Target="../media/image83.png"/><Relationship Id="rId126" Type="http://schemas.openxmlformats.org/officeDocument/2006/relationships/image" Target="../media/image104.png"/><Relationship Id="rId147" Type="http://schemas.openxmlformats.org/officeDocument/2006/relationships/image" Target="../media/image125.png"/><Relationship Id="rId8" Type="http://schemas.openxmlformats.org/officeDocument/2006/relationships/image" Target="../media/image510.png"/><Relationship Id="rId51" Type="http://schemas.openxmlformats.org/officeDocument/2006/relationships/image" Target="../media/image28.png"/><Relationship Id="rId72" Type="http://schemas.openxmlformats.org/officeDocument/2006/relationships/image" Target="../media/image50.png"/><Relationship Id="rId93" Type="http://schemas.openxmlformats.org/officeDocument/2006/relationships/image" Target="../media/image71.png"/><Relationship Id="rId98" Type="http://schemas.openxmlformats.org/officeDocument/2006/relationships/image" Target="../media/image76.png"/><Relationship Id="rId121" Type="http://schemas.openxmlformats.org/officeDocument/2006/relationships/image" Target="../media/image99.png"/><Relationship Id="rId142" Type="http://schemas.openxmlformats.org/officeDocument/2006/relationships/image" Target="../media/image120.png"/><Relationship Id="rId3" Type="http://schemas.openxmlformats.org/officeDocument/2006/relationships/image" Target="../media/image29.png"/><Relationship Id="rId46" Type="http://schemas.openxmlformats.org/officeDocument/2006/relationships/image" Target="../media/image24.png"/><Relationship Id="rId67" Type="http://schemas.openxmlformats.org/officeDocument/2006/relationships/image" Target="../media/image45.png"/><Relationship Id="rId116" Type="http://schemas.openxmlformats.org/officeDocument/2006/relationships/image" Target="../media/image94.png"/><Relationship Id="rId137" Type="http://schemas.openxmlformats.org/officeDocument/2006/relationships/image" Target="../media/image115.png"/><Relationship Id="rId41" Type="http://schemas.openxmlformats.org/officeDocument/2006/relationships/image" Target="../media/image18.png"/><Relationship Id="rId62" Type="http://schemas.openxmlformats.org/officeDocument/2006/relationships/image" Target="../media/image40.png"/><Relationship Id="rId83" Type="http://schemas.openxmlformats.org/officeDocument/2006/relationships/image" Target="../media/image61.png"/><Relationship Id="rId88" Type="http://schemas.openxmlformats.org/officeDocument/2006/relationships/image" Target="../media/image66.png"/><Relationship Id="rId111" Type="http://schemas.openxmlformats.org/officeDocument/2006/relationships/image" Target="../media/image89.png"/><Relationship Id="rId132" Type="http://schemas.openxmlformats.org/officeDocument/2006/relationships/image" Target="../media/image110.png"/><Relationship Id="rId36" Type="http://schemas.openxmlformats.org/officeDocument/2006/relationships/image" Target="../media/image13.png"/><Relationship Id="rId57" Type="http://schemas.openxmlformats.org/officeDocument/2006/relationships/image" Target="../media/image35.png"/><Relationship Id="rId106" Type="http://schemas.openxmlformats.org/officeDocument/2006/relationships/image" Target="../media/image84.png"/><Relationship Id="rId127" Type="http://schemas.openxmlformats.org/officeDocument/2006/relationships/image" Target="../media/image105.png"/><Relationship Id="rId31" Type="http://schemas.openxmlformats.org/officeDocument/2006/relationships/image" Target="../media/image8.png"/><Relationship Id="rId52" Type="http://schemas.openxmlformats.org/officeDocument/2006/relationships/image" Target="../media/image30.png"/><Relationship Id="rId73" Type="http://schemas.openxmlformats.org/officeDocument/2006/relationships/image" Target="../media/image51.png"/><Relationship Id="rId78" Type="http://schemas.openxmlformats.org/officeDocument/2006/relationships/image" Target="../media/image56.png"/><Relationship Id="rId94" Type="http://schemas.openxmlformats.org/officeDocument/2006/relationships/image" Target="../media/image72.png"/><Relationship Id="rId99" Type="http://schemas.openxmlformats.org/officeDocument/2006/relationships/image" Target="../media/image77.png"/><Relationship Id="rId101" Type="http://schemas.openxmlformats.org/officeDocument/2006/relationships/image" Target="../media/image79.png"/><Relationship Id="rId122" Type="http://schemas.openxmlformats.org/officeDocument/2006/relationships/image" Target="../media/image100.png"/><Relationship Id="rId143" Type="http://schemas.openxmlformats.org/officeDocument/2006/relationships/image" Target="../media/image121.png"/><Relationship Id="rId148" Type="http://schemas.openxmlformats.org/officeDocument/2006/relationships/image" Target="../media/image126.png"/><Relationship Id="rId4" Type="http://schemas.openxmlformats.org/officeDocument/2006/relationships/image" Target="../media/image130.png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3.png"/><Relationship Id="rId21" Type="http://schemas.openxmlformats.org/officeDocument/2006/relationships/image" Target="../media/image17.png"/><Relationship Id="rId42" Type="http://schemas.openxmlformats.org/officeDocument/2006/relationships/image" Target="../media/image1420.png"/><Relationship Id="rId47" Type="http://schemas.openxmlformats.org/officeDocument/2006/relationships/image" Target="../media/image1470.png"/><Relationship Id="rId63" Type="http://schemas.openxmlformats.org/officeDocument/2006/relationships/image" Target="../media/image40.png"/><Relationship Id="rId68" Type="http://schemas.openxmlformats.org/officeDocument/2006/relationships/image" Target="../media/image85.png"/><Relationship Id="rId84" Type="http://schemas.openxmlformats.org/officeDocument/2006/relationships/image" Target="../media/image103.png"/><Relationship Id="rId89" Type="http://schemas.openxmlformats.org/officeDocument/2006/relationships/image" Target="../media/image108.png"/><Relationship Id="rId112" Type="http://schemas.openxmlformats.org/officeDocument/2006/relationships/image" Target="../media/image173.png"/><Relationship Id="rId16" Type="http://schemas.openxmlformats.org/officeDocument/2006/relationships/image" Target="../media/image12.png"/><Relationship Id="rId107" Type="http://schemas.openxmlformats.org/officeDocument/2006/relationships/image" Target="../media/image1660.png"/><Relationship Id="rId11" Type="http://schemas.openxmlformats.org/officeDocument/2006/relationships/image" Target="../media/image7.png"/><Relationship Id="rId32" Type="http://schemas.openxmlformats.org/officeDocument/2006/relationships/image" Target="../media/image1340.png"/><Relationship Id="rId37" Type="http://schemas.openxmlformats.org/officeDocument/2006/relationships/image" Target="../media/image1380.png"/><Relationship Id="rId53" Type="http://schemas.openxmlformats.org/officeDocument/2006/relationships/image" Target="../media/image72.png"/><Relationship Id="rId58" Type="http://schemas.openxmlformats.org/officeDocument/2006/relationships/image" Target="../media/image77.png"/><Relationship Id="rId74" Type="http://schemas.openxmlformats.org/officeDocument/2006/relationships/image" Target="../media/image91.png"/><Relationship Id="rId79" Type="http://schemas.openxmlformats.org/officeDocument/2006/relationships/image" Target="../media/image96.png"/><Relationship Id="rId102" Type="http://schemas.openxmlformats.org/officeDocument/2006/relationships/image" Target="../media/image1610.png"/><Relationship Id="rId5" Type="http://schemas.openxmlformats.org/officeDocument/2006/relationships/image" Target="../media/image1341.png"/><Relationship Id="rId90" Type="http://schemas.openxmlformats.org/officeDocument/2006/relationships/image" Target="../media/image109.png"/><Relationship Id="rId95" Type="http://schemas.openxmlformats.org/officeDocument/2006/relationships/image" Target="../media/image1560.png"/><Relationship Id="rId22" Type="http://schemas.openxmlformats.org/officeDocument/2006/relationships/image" Target="../media/image18.png"/><Relationship Id="rId27" Type="http://schemas.openxmlformats.org/officeDocument/2006/relationships/image" Target="../media/image24.png"/><Relationship Id="rId43" Type="http://schemas.openxmlformats.org/officeDocument/2006/relationships/image" Target="../media/image1430.png"/><Relationship Id="rId48" Type="http://schemas.openxmlformats.org/officeDocument/2006/relationships/image" Target="../media/image1480.png"/><Relationship Id="rId64" Type="http://schemas.openxmlformats.org/officeDocument/2006/relationships/image" Target="../media/image41.png"/><Relationship Id="rId69" Type="http://schemas.openxmlformats.org/officeDocument/2006/relationships/image" Target="../media/image86.png"/><Relationship Id="rId113" Type="http://schemas.openxmlformats.org/officeDocument/2006/relationships/image" Target="../media/image174.png"/><Relationship Id="rId80" Type="http://schemas.openxmlformats.org/officeDocument/2006/relationships/image" Target="../media/image97.png"/><Relationship Id="rId85" Type="http://schemas.openxmlformats.org/officeDocument/2006/relationships/image" Target="../media/image104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33" Type="http://schemas.openxmlformats.org/officeDocument/2006/relationships/image" Target="../media/image1350.png"/><Relationship Id="rId38" Type="http://schemas.openxmlformats.org/officeDocument/2006/relationships/image" Target="../media/image1390.png"/><Relationship Id="rId59" Type="http://schemas.openxmlformats.org/officeDocument/2006/relationships/image" Target="../media/image78.png"/><Relationship Id="rId103" Type="http://schemas.openxmlformats.org/officeDocument/2006/relationships/image" Target="../media/image1620.png"/><Relationship Id="rId108" Type="http://schemas.openxmlformats.org/officeDocument/2006/relationships/image" Target="../media/image1670.png"/><Relationship Id="rId54" Type="http://schemas.openxmlformats.org/officeDocument/2006/relationships/image" Target="../media/image73.png"/><Relationship Id="rId70" Type="http://schemas.openxmlformats.org/officeDocument/2006/relationships/image" Target="../media/image87.png"/><Relationship Id="rId75" Type="http://schemas.openxmlformats.org/officeDocument/2006/relationships/image" Target="../media/image92.png"/><Relationship Id="rId91" Type="http://schemas.openxmlformats.org/officeDocument/2006/relationships/image" Target="../media/image1520.png"/><Relationship Id="rId96" Type="http://schemas.openxmlformats.org/officeDocument/2006/relationships/image" Target="../media/image15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0.png"/><Relationship Id="rId15" Type="http://schemas.openxmlformats.org/officeDocument/2006/relationships/image" Target="../media/image11.png"/><Relationship Id="rId23" Type="http://schemas.openxmlformats.org/officeDocument/2006/relationships/image" Target="../media/image19.png"/><Relationship Id="rId28" Type="http://schemas.openxmlformats.org/officeDocument/2006/relationships/image" Target="../media/image25.png"/><Relationship Id="rId36" Type="http://schemas.openxmlformats.org/officeDocument/2006/relationships/image" Target="../media/image1370.png"/><Relationship Id="rId49" Type="http://schemas.openxmlformats.org/officeDocument/2006/relationships/image" Target="../media/image1490.png"/><Relationship Id="rId57" Type="http://schemas.openxmlformats.org/officeDocument/2006/relationships/image" Target="../media/image76.png"/><Relationship Id="rId106" Type="http://schemas.openxmlformats.org/officeDocument/2006/relationships/image" Target="../media/image1650.png"/><Relationship Id="rId114" Type="http://schemas.openxmlformats.org/officeDocument/2006/relationships/image" Target="../media/image175.png"/><Relationship Id="rId10" Type="http://schemas.openxmlformats.org/officeDocument/2006/relationships/image" Target="../media/image610.png"/><Relationship Id="rId31" Type="http://schemas.openxmlformats.org/officeDocument/2006/relationships/image" Target="../media/image1330.png"/><Relationship Id="rId44" Type="http://schemas.openxmlformats.org/officeDocument/2006/relationships/image" Target="../media/image1440.png"/><Relationship Id="rId52" Type="http://schemas.openxmlformats.org/officeDocument/2006/relationships/image" Target="../media/image1510.png"/><Relationship Id="rId60" Type="http://schemas.openxmlformats.org/officeDocument/2006/relationships/image" Target="../media/image79.png"/><Relationship Id="rId65" Type="http://schemas.openxmlformats.org/officeDocument/2006/relationships/image" Target="../media/image82.png"/><Relationship Id="rId73" Type="http://schemas.openxmlformats.org/officeDocument/2006/relationships/image" Target="../media/image90.png"/><Relationship Id="rId78" Type="http://schemas.openxmlformats.org/officeDocument/2006/relationships/image" Target="../media/image95.png"/><Relationship Id="rId81" Type="http://schemas.openxmlformats.org/officeDocument/2006/relationships/image" Target="../media/image99.png"/><Relationship Id="rId86" Type="http://schemas.openxmlformats.org/officeDocument/2006/relationships/image" Target="../media/image105.png"/><Relationship Id="rId94" Type="http://schemas.openxmlformats.org/officeDocument/2006/relationships/image" Target="../media/image1550.png"/><Relationship Id="rId99" Type="http://schemas.openxmlformats.org/officeDocument/2006/relationships/image" Target="../media/image113.png"/><Relationship Id="rId101" Type="http://schemas.openxmlformats.org/officeDocument/2006/relationships/image" Target="../media/image33.png"/><Relationship Id="rId4" Type="http://schemas.openxmlformats.org/officeDocument/2006/relationships/image" Target="../media/image1331.png"/><Relationship Id="rId9" Type="http://schemas.openxmlformats.org/officeDocument/2006/relationships/image" Target="../media/image6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9" Type="http://schemas.openxmlformats.org/officeDocument/2006/relationships/image" Target="../media/image98.png"/><Relationship Id="rId109" Type="http://schemas.openxmlformats.org/officeDocument/2006/relationships/image" Target="../media/image1680.png"/><Relationship Id="rId34" Type="http://schemas.openxmlformats.org/officeDocument/2006/relationships/image" Target="../media/image101.png"/><Relationship Id="rId50" Type="http://schemas.openxmlformats.org/officeDocument/2006/relationships/image" Target="../media/image1500.png"/><Relationship Id="rId55" Type="http://schemas.openxmlformats.org/officeDocument/2006/relationships/image" Target="../media/image74.png"/><Relationship Id="rId76" Type="http://schemas.openxmlformats.org/officeDocument/2006/relationships/image" Target="../media/image93.png"/><Relationship Id="rId97" Type="http://schemas.openxmlformats.org/officeDocument/2006/relationships/image" Target="../media/image1580.png"/><Relationship Id="rId104" Type="http://schemas.openxmlformats.org/officeDocument/2006/relationships/image" Target="../media/image1630.png"/><Relationship Id="rId7" Type="http://schemas.openxmlformats.org/officeDocument/2006/relationships/image" Target="../media/image1351.png"/><Relationship Id="rId71" Type="http://schemas.openxmlformats.org/officeDocument/2006/relationships/image" Target="../media/image88.png"/><Relationship Id="rId92" Type="http://schemas.openxmlformats.org/officeDocument/2006/relationships/image" Target="../media/image1530.png"/><Relationship Id="rId2" Type="http://schemas.openxmlformats.org/officeDocument/2006/relationships/notesSlide" Target="../notesSlides/notesSlide4.xml"/><Relationship Id="rId29" Type="http://schemas.openxmlformats.org/officeDocument/2006/relationships/image" Target="../media/image26.png"/><Relationship Id="rId24" Type="http://schemas.openxmlformats.org/officeDocument/2006/relationships/image" Target="../media/image20.png"/><Relationship Id="rId40" Type="http://schemas.openxmlformats.org/officeDocument/2006/relationships/image" Target="../media/image1400.png"/><Relationship Id="rId45" Type="http://schemas.openxmlformats.org/officeDocument/2006/relationships/image" Target="../media/image1450.png"/><Relationship Id="rId66" Type="http://schemas.openxmlformats.org/officeDocument/2006/relationships/image" Target="../media/image83.png"/><Relationship Id="rId87" Type="http://schemas.openxmlformats.org/officeDocument/2006/relationships/image" Target="../media/image106.png"/><Relationship Id="rId110" Type="http://schemas.openxmlformats.org/officeDocument/2006/relationships/image" Target="../media/image129.png"/><Relationship Id="rId115" Type="http://schemas.openxmlformats.org/officeDocument/2006/relationships/image" Target="../media/image176.png"/><Relationship Id="rId61" Type="http://schemas.openxmlformats.org/officeDocument/2006/relationships/image" Target="../media/image80.png"/><Relationship Id="rId82" Type="http://schemas.openxmlformats.org/officeDocument/2006/relationships/image" Target="../media/image100.png"/><Relationship Id="rId19" Type="http://schemas.openxmlformats.org/officeDocument/2006/relationships/image" Target="../media/image15.png"/><Relationship Id="rId14" Type="http://schemas.openxmlformats.org/officeDocument/2006/relationships/image" Target="../media/image10.png"/><Relationship Id="rId30" Type="http://schemas.openxmlformats.org/officeDocument/2006/relationships/image" Target="../media/image1361.png"/><Relationship Id="rId35" Type="http://schemas.openxmlformats.org/officeDocument/2006/relationships/image" Target="../media/image1360.png"/><Relationship Id="rId56" Type="http://schemas.openxmlformats.org/officeDocument/2006/relationships/image" Target="../media/image75.png"/><Relationship Id="rId77" Type="http://schemas.openxmlformats.org/officeDocument/2006/relationships/image" Target="../media/image94.png"/><Relationship Id="rId100" Type="http://schemas.openxmlformats.org/officeDocument/2006/relationships/image" Target="../media/image1600.png"/><Relationship Id="rId105" Type="http://schemas.openxmlformats.org/officeDocument/2006/relationships/image" Target="../media/image1640.png"/><Relationship Id="rId8" Type="http://schemas.openxmlformats.org/officeDocument/2006/relationships/image" Target="../media/image510.png"/><Relationship Id="rId51" Type="http://schemas.openxmlformats.org/officeDocument/2006/relationships/image" Target="../media/image71.png"/><Relationship Id="rId72" Type="http://schemas.openxmlformats.org/officeDocument/2006/relationships/image" Target="../media/image89.png"/><Relationship Id="rId93" Type="http://schemas.openxmlformats.org/officeDocument/2006/relationships/image" Target="../media/image1540.png"/><Relationship Id="rId98" Type="http://schemas.openxmlformats.org/officeDocument/2006/relationships/image" Target="../media/image1590.png"/><Relationship Id="rId3" Type="http://schemas.openxmlformats.org/officeDocument/2006/relationships/image" Target="../media/image29.png"/><Relationship Id="rId25" Type="http://schemas.openxmlformats.org/officeDocument/2006/relationships/image" Target="../media/image21.png"/><Relationship Id="rId46" Type="http://schemas.openxmlformats.org/officeDocument/2006/relationships/image" Target="../media/image1460.png"/><Relationship Id="rId67" Type="http://schemas.openxmlformats.org/officeDocument/2006/relationships/image" Target="../media/image84.png"/><Relationship Id="rId20" Type="http://schemas.openxmlformats.org/officeDocument/2006/relationships/image" Target="../media/image16.png"/><Relationship Id="rId41" Type="http://schemas.openxmlformats.org/officeDocument/2006/relationships/image" Target="../media/image1410.png"/><Relationship Id="rId62" Type="http://schemas.openxmlformats.org/officeDocument/2006/relationships/image" Target="../media/image81.png"/><Relationship Id="rId83" Type="http://schemas.openxmlformats.org/officeDocument/2006/relationships/image" Target="../media/image102.png"/><Relationship Id="rId88" Type="http://schemas.openxmlformats.org/officeDocument/2006/relationships/image" Target="../media/image107.png"/><Relationship Id="rId111" Type="http://schemas.openxmlformats.org/officeDocument/2006/relationships/image" Target="../media/image172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5.png"/><Relationship Id="rId21" Type="http://schemas.openxmlformats.org/officeDocument/2006/relationships/image" Target="../media/image17.png"/><Relationship Id="rId42" Type="http://schemas.openxmlformats.org/officeDocument/2006/relationships/image" Target="../media/image40.png"/><Relationship Id="rId47" Type="http://schemas.openxmlformats.org/officeDocument/2006/relationships/image" Target="../media/image45.png"/><Relationship Id="rId63" Type="http://schemas.openxmlformats.org/officeDocument/2006/relationships/image" Target="../media/image61.png"/><Relationship Id="rId68" Type="http://schemas.openxmlformats.org/officeDocument/2006/relationships/image" Target="../media/image66.png"/><Relationship Id="rId84" Type="http://schemas.openxmlformats.org/officeDocument/2006/relationships/image" Target="../media/image82.png"/><Relationship Id="rId89" Type="http://schemas.openxmlformats.org/officeDocument/2006/relationships/image" Target="../media/image87.png"/><Relationship Id="rId112" Type="http://schemas.openxmlformats.org/officeDocument/2006/relationships/image" Target="../media/image110.png"/><Relationship Id="rId16" Type="http://schemas.openxmlformats.org/officeDocument/2006/relationships/image" Target="../media/image12.png"/><Relationship Id="rId107" Type="http://schemas.openxmlformats.org/officeDocument/2006/relationships/image" Target="../media/image105.png"/><Relationship Id="rId11" Type="http://schemas.openxmlformats.org/officeDocument/2006/relationships/image" Target="../media/image7.pn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53" Type="http://schemas.openxmlformats.org/officeDocument/2006/relationships/image" Target="../media/image51.png"/><Relationship Id="rId58" Type="http://schemas.openxmlformats.org/officeDocument/2006/relationships/image" Target="../media/image56.png"/><Relationship Id="rId74" Type="http://schemas.openxmlformats.org/officeDocument/2006/relationships/image" Target="../media/image72.png"/><Relationship Id="rId79" Type="http://schemas.openxmlformats.org/officeDocument/2006/relationships/image" Target="../media/image77.png"/><Relationship Id="rId102" Type="http://schemas.openxmlformats.org/officeDocument/2006/relationships/image" Target="../media/image100.png"/><Relationship Id="rId123" Type="http://schemas.openxmlformats.org/officeDocument/2006/relationships/image" Target="../media/image121.png"/><Relationship Id="rId128" Type="http://schemas.openxmlformats.org/officeDocument/2006/relationships/image" Target="../media/image126.png"/><Relationship Id="rId5" Type="http://schemas.openxmlformats.org/officeDocument/2006/relationships/image" Target="../media/image1690.png"/><Relationship Id="rId90" Type="http://schemas.openxmlformats.org/officeDocument/2006/relationships/image" Target="../media/image88.png"/><Relationship Id="rId95" Type="http://schemas.openxmlformats.org/officeDocument/2006/relationships/image" Target="../media/image93.png"/><Relationship Id="rId22" Type="http://schemas.openxmlformats.org/officeDocument/2006/relationships/image" Target="../media/image18.png"/><Relationship Id="rId27" Type="http://schemas.openxmlformats.org/officeDocument/2006/relationships/image" Target="../media/image24.png"/><Relationship Id="rId43" Type="http://schemas.openxmlformats.org/officeDocument/2006/relationships/image" Target="../media/image41.png"/><Relationship Id="rId48" Type="http://schemas.openxmlformats.org/officeDocument/2006/relationships/image" Target="../media/image46.png"/><Relationship Id="rId64" Type="http://schemas.openxmlformats.org/officeDocument/2006/relationships/image" Target="../media/image62.png"/><Relationship Id="rId69" Type="http://schemas.openxmlformats.org/officeDocument/2006/relationships/image" Target="../media/image67.png"/><Relationship Id="rId113" Type="http://schemas.openxmlformats.org/officeDocument/2006/relationships/image" Target="../media/image111.png"/><Relationship Id="rId118" Type="http://schemas.openxmlformats.org/officeDocument/2006/relationships/image" Target="../media/image116.png"/><Relationship Id="rId80" Type="http://schemas.openxmlformats.org/officeDocument/2006/relationships/image" Target="../media/image78.png"/><Relationship Id="rId85" Type="http://schemas.openxmlformats.org/officeDocument/2006/relationships/image" Target="../media/image8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59" Type="http://schemas.openxmlformats.org/officeDocument/2006/relationships/image" Target="../media/image57.png"/><Relationship Id="rId103" Type="http://schemas.openxmlformats.org/officeDocument/2006/relationships/image" Target="../media/image101.png"/><Relationship Id="rId108" Type="http://schemas.openxmlformats.org/officeDocument/2006/relationships/image" Target="../media/image106.png"/><Relationship Id="rId124" Type="http://schemas.openxmlformats.org/officeDocument/2006/relationships/image" Target="../media/image122.png"/><Relationship Id="rId129" Type="http://schemas.openxmlformats.org/officeDocument/2006/relationships/image" Target="../media/image127.png"/><Relationship Id="rId54" Type="http://schemas.openxmlformats.org/officeDocument/2006/relationships/image" Target="../media/image52.png"/><Relationship Id="rId70" Type="http://schemas.openxmlformats.org/officeDocument/2006/relationships/image" Target="../media/image68.png"/><Relationship Id="rId75" Type="http://schemas.openxmlformats.org/officeDocument/2006/relationships/image" Target="../media/image73.png"/><Relationship Id="rId91" Type="http://schemas.openxmlformats.org/officeDocument/2006/relationships/image" Target="../media/image89.png"/><Relationship Id="rId96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0.png"/><Relationship Id="rId23" Type="http://schemas.openxmlformats.org/officeDocument/2006/relationships/image" Target="../media/image19.png"/><Relationship Id="rId28" Type="http://schemas.openxmlformats.org/officeDocument/2006/relationships/image" Target="../media/image25.png"/><Relationship Id="rId49" Type="http://schemas.openxmlformats.org/officeDocument/2006/relationships/image" Target="../media/image47.png"/><Relationship Id="rId114" Type="http://schemas.openxmlformats.org/officeDocument/2006/relationships/image" Target="../media/image112.png"/><Relationship Id="rId119" Type="http://schemas.openxmlformats.org/officeDocument/2006/relationships/image" Target="../media/image117.png"/><Relationship Id="rId44" Type="http://schemas.openxmlformats.org/officeDocument/2006/relationships/image" Target="../media/image42.png"/><Relationship Id="rId60" Type="http://schemas.openxmlformats.org/officeDocument/2006/relationships/image" Target="../media/image58.png"/><Relationship Id="rId65" Type="http://schemas.openxmlformats.org/officeDocument/2006/relationships/image" Target="../media/image63.png"/><Relationship Id="rId81" Type="http://schemas.openxmlformats.org/officeDocument/2006/relationships/image" Target="../media/image79.png"/><Relationship Id="rId86" Type="http://schemas.openxmlformats.org/officeDocument/2006/relationships/image" Target="../media/image84.png"/><Relationship Id="rId130" Type="http://schemas.openxmlformats.org/officeDocument/2006/relationships/image" Target="../media/image128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9" Type="http://schemas.openxmlformats.org/officeDocument/2006/relationships/image" Target="../media/image37.png"/><Relationship Id="rId109" Type="http://schemas.openxmlformats.org/officeDocument/2006/relationships/image" Target="../media/image107.png"/><Relationship Id="rId34" Type="http://schemas.openxmlformats.org/officeDocument/2006/relationships/image" Target="../media/image32.png"/><Relationship Id="rId50" Type="http://schemas.openxmlformats.org/officeDocument/2006/relationships/image" Target="../media/image48.png"/><Relationship Id="rId55" Type="http://schemas.openxmlformats.org/officeDocument/2006/relationships/image" Target="../media/image53.png"/><Relationship Id="rId76" Type="http://schemas.openxmlformats.org/officeDocument/2006/relationships/image" Target="../media/image74.png"/><Relationship Id="rId97" Type="http://schemas.openxmlformats.org/officeDocument/2006/relationships/image" Target="../media/image95.png"/><Relationship Id="rId104" Type="http://schemas.openxmlformats.org/officeDocument/2006/relationships/image" Target="../media/image102.png"/><Relationship Id="rId120" Type="http://schemas.openxmlformats.org/officeDocument/2006/relationships/image" Target="../media/image118.png"/><Relationship Id="rId125" Type="http://schemas.openxmlformats.org/officeDocument/2006/relationships/image" Target="../media/image123.png"/><Relationship Id="rId7" Type="http://schemas.openxmlformats.org/officeDocument/2006/relationships/image" Target="../media/image410.png"/><Relationship Id="rId71" Type="http://schemas.openxmlformats.org/officeDocument/2006/relationships/image" Target="../media/image69.png"/><Relationship Id="rId92" Type="http://schemas.openxmlformats.org/officeDocument/2006/relationships/image" Target="../media/image90.png"/><Relationship Id="rId2" Type="http://schemas.openxmlformats.org/officeDocument/2006/relationships/notesSlide" Target="../notesSlides/notesSlide5.xml"/><Relationship Id="rId29" Type="http://schemas.openxmlformats.org/officeDocument/2006/relationships/image" Target="../media/image26.png"/><Relationship Id="rId24" Type="http://schemas.openxmlformats.org/officeDocument/2006/relationships/image" Target="../media/image20.png"/><Relationship Id="rId40" Type="http://schemas.openxmlformats.org/officeDocument/2006/relationships/image" Target="../media/image38.png"/><Relationship Id="rId45" Type="http://schemas.openxmlformats.org/officeDocument/2006/relationships/image" Target="../media/image43.png"/><Relationship Id="rId66" Type="http://schemas.openxmlformats.org/officeDocument/2006/relationships/image" Target="../media/image64.png"/><Relationship Id="rId87" Type="http://schemas.openxmlformats.org/officeDocument/2006/relationships/image" Target="../media/image85.png"/><Relationship Id="rId110" Type="http://schemas.openxmlformats.org/officeDocument/2006/relationships/image" Target="../media/image108.png"/><Relationship Id="rId115" Type="http://schemas.openxmlformats.org/officeDocument/2006/relationships/image" Target="../media/image113.png"/><Relationship Id="rId131" Type="http://schemas.openxmlformats.org/officeDocument/2006/relationships/image" Target="../media/image129.png"/><Relationship Id="rId61" Type="http://schemas.openxmlformats.org/officeDocument/2006/relationships/image" Target="../media/image59.png"/><Relationship Id="rId82" Type="http://schemas.openxmlformats.org/officeDocument/2006/relationships/image" Target="../media/image80.png"/><Relationship Id="rId19" Type="http://schemas.openxmlformats.org/officeDocument/2006/relationships/image" Target="../media/image15.png"/><Relationship Id="rId14" Type="http://schemas.openxmlformats.org/officeDocument/2006/relationships/image" Target="../media/image10.png"/><Relationship Id="rId30" Type="http://schemas.openxmlformats.org/officeDocument/2006/relationships/image" Target="../media/image1730.png"/><Relationship Id="rId35" Type="http://schemas.openxmlformats.org/officeDocument/2006/relationships/image" Target="../media/image33.png"/><Relationship Id="rId56" Type="http://schemas.openxmlformats.org/officeDocument/2006/relationships/image" Target="../media/image54.png"/><Relationship Id="rId77" Type="http://schemas.openxmlformats.org/officeDocument/2006/relationships/image" Target="../media/image75.png"/><Relationship Id="rId100" Type="http://schemas.openxmlformats.org/officeDocument/2006/relationships/image" Target="../media/image98.png"/><Relationship Id="rId105" Type="http://schemas.openxmlformats.org/officeDocument/2006/relationships/image" Target="../media/image103.png"/><Relationship Id="rId126" Type="http://schemas.openxmlformats.org/officeDocument/2006/relationships/image" Target="../media/image124.png"/><Relationship Id="rId8" Type="http://schemas.openxmlformats.org/officeDocument/2006/relationships/image" Target="../media/image1700.png"/><Relationship Id="rId51" Type="http://schemas.openxmlformats.org/officeDocument/2006/relationships/image" Target="../media/image49.png"/><Relationship Id="rId72" Type="http://schemas.openxmlformats.org/officeDocument/2006/relationships/image" Target="../media/image70.png"/><Relationship Id="rId93" Type="http://schemas.openxmlformats.org/officeDocument/2006/relationships/image" Target="../media/image91.png"/><Relationship Id="rId98" Type="http://schemas.openxmlformats.org/officeDocument/2006/relationships/image" Target="../media/image96.png"/><Relationship Id="rId121" Type="http://schemas.openxmlformats.org/officeDocument/2006/relationships/image" Target="../media/image119.png"/><Relationship Id="rId3" Type="http://schemas.openxmlformats.org/officeDocument/2006/relationships/image" Target="../media/image220.png"/><Relationship Id="rId25" Type="http://schemas.openxmlformats.org/officeDocument/2006/relationships/image" Target="../media/image21.png"/><Relationship Id="rId46" Type="http://schemas.openxmlformats.org/officeDocument/2006/relationships/image" Target="../media/image44.png"/><Relationship Id="rId67" Type="http://schemas.openxmlformats.org/officeDocument/2006/relationships/image" Target="../media/image65.png"/><Relationship Id="rId116" Type="http://schemas.openxmlformats.org/officeDocument/2006/relationships/image" Target="../media/image114.png"/><Relationship Id="rId20" Type="http://schemas.openxmlformats.org/officeDocument/2006/relationships/image" Target="../media/image16.png"/><Relationship Id="rId41" Type="http://schemas.openxmlformats.org/officeDocument/2006/relationships/image" Target="../media/image39.png"/><Relationship Id="rId62" Type="http://schemas.openxmlformats.org/officeDocument/2006/relationships/image" Target="../media/image60.png"/><Relationship Id="rId83" Type="http://schemas.openxmlformats.org/officeDocument/2006/relationships/image" Target="../media/image81.png"/><Relationship Id="rId88" Type="http://schemas.openxmlformats.org/officeDocument/2006/relationships/image" Target="../media/image86.png"/><Relationship Id="rId111" Type="http://schemas.openxmlformats.org/officeDocument/2006/relationships/image" Target="../media/image109.png"/><Relationship Id="rId15" Type="http://schemas.openxmlformats.org/officeDocument/2006/relationships/image" Target="../media/image11.png"/><Relationship Id="rId36" Type="http://schemas.openxmlformats.org/officeDocument/2006/relationships/image" Target="../media/image34.png"/><Relationship Id="rId57" Type="http://schemas.openxmlformats.org/officeDocument/2006/relationships/image" Target="../media/image55.png"/><Relationship Id="rId106" Type="http://schemas.openxmlformats.org/officeDocument/2006/relationships/image" Target="../media/image104.png"/><Relationship Id="rId127" Type="http://schemas.openxmlformats.org/officeDocument/2006/relationships/image" Target="../media/image125.png"/><Relationship Id="rId10" Type="http://schemas.openxmlformats.org/officeDocument/2006/relationships/image" Target="../media/image610.png"/><Relationship Id="rId31" Type="http://schemas.openxmlformats.org/officeDocument/2006/relationships/image" Target="../media/image1740.png"/><Relationship Id="rId52" Type="http://schemas.openxmlformats.org/officeDocument/2006/relationships/image" Target="../media/image50.png"/><Relationship Id="rId73" Type="http://schemas.openxmlformats.org/officeDocument/2006/relationships/image" Target="../media/image71.png"/><Relationship Id="rId78" Type="http://schemas.openxmlformats.org/officeDocument/2006/relationships/image" Target="../media/image76.png"/><Relationship Id="rId94" Type="http://schemas.openxmlformats.org/officeDocument/2006/relationships/image" Target="../media/image92.png"/><Relationship Id="rId99" Type="http://schemas.openxmlformats.org/officeDocument/2006/relationships/image" Target="../media/image97.png"/><Relationship Id="rId101" Type="http://schemas.openxmlformats.org/officeDocument/2006/relationships/image" Target="../media/image99.png"/><Relationship Id="rId122" Type="http://schemas.openxmlformats.org/officeDocument/2006/relationships/image" Target="../media/image120.png"/><Relationship Id="rId4" Type="http://schemas.openxmlformats.org/officeDocument/2006/relationships/image" Target="../media/image130.png"/><Relationship Id="rId9" Type="http://schemas.openxmlformats.org/officeDocument/2006/relationships/image" Target="../media/image1710.png"/><Relationship Id="rId26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4.png"/><Relationship Id="rId117" Type="http://schemas.openxmlformats.org/officeDocument/2006/relationships/image" Target="../media/image221.png"/><Relationship Id="rId21" Type="http://schemas.openxmlformats.org/officeDocument/2006/relationships/image" Target="../media/image18.png"/><Relationship Id="rId42" Type="http://schemas.openxmlformats.org/officeDocument/2006/relationships/image" Target="../media/image50.png"/><Relationship Id="rId47" Type="http://schemas.openxmlformats.org/officeDocument/2006/relationships/image" Target="../media/image191.png"/><Relationship Id="rId63" Type="http://schemas.openxmlformats.org/officeDocument/2006/relationships/image" Target="../media/image41.png"/><Relationship Id="rId68" Type="http://schemas.openxmlformats.org/officeDocument/2006/relationships/image" Target="../media/image66.png"/><Relationship Id="rId84" Type="http://schemas.openxmlformats.org/officeDocument/2006/relationships/image" Target="../media/image40.png"/><Relationship Id="rId89" Type="http://schemas.openxmlformats.org/officeDocument/2006/relationships/image" Target="../media/image86.png"/><Relationship Id="rId112" Type="http://schemas.openxmlformats.org/officeDocument/2006/relationships/image" Target="../media/image214.png"/><Relationship Id="rId16" Type="http://schemas.openxmlformats.org/officeDocument/2006/relationships/image" Target="../media/image13.png"/><Relationship Id="rId107" Type="http://schemas.openxmlformats.org/officeDocument/2006/relationships/image" Target="../media/image209.png"/><Relationship Id="rId11" Type="http://schemas.openxmlformats.org/officeDocument/2006/relationships/image" Target="../media/image8.png"/><Relationship Id="rId32" Type="http://schemas.openxmlformats.org/officeDocument/2006/relationships/image" Target="../media/image178.png"/><Relationship Id="rId37" Type="http://schemas.openxmlformats.org/officeDocument/2006/relationships/image" Target="../media/image183.png"/><Relationship Id="rId53" Type="http://schemas.openxmlformats.org/officeDocument/2006/relationships/image" Target="../media/image52.png"/><Relationship Id="rId58" Type="http://schemas.openxmlformats.org/officeDocument/2006/relationships/image" Target="../media/image57.png"/><Relationship Id="rId74" Type="http://schemas.openxmlformats.org/officeDocument/2006/relationships/image" Target="../media/image33.png"/><Relationship Id="rId79" Type="http://schemas.openxmlformats.org/officeDocument/2006/relationships/image" Target="../media/image77.png"/><Relationship Id="rId102" Type="http://schemas.openxmlformats.org/officeDocument/2006/relationships/image" Target="../media/image1420.png"/><Relationship Id="rId5" Type="http://schemas.openxmlformats.org/officeDocument/2006/relationships/image" Target="../media/image310.png"/><Relationship Id="rId90" Type="http://schemas.openxmlformats.org/officeDocument/2006/relationships/image" Target="../media/image87.png"/><Relationship Id="rId95" Type="http://schemas.openxmlformats.org/officeDocument/2006/relationships/image" Target="../media/image198.png"/><Relationship Id="rId22" Type="http://schemas.openxmlformats.org/officeDocument/2006/relationships/image" Target="../media/image19.png"/><Relationship Id="rId27" Type="http://schemas.openxmlformats.org/officeDocument/2006/relationships/image" Target="../media/image25.png"/><Relationship Id="rId43" Type="http://schemas.openxmlformats.org/officeDocument/2006/relationships/image" Target="../media/image187.png"/><Relationship Id="rId48" Type="http://schemas.openxmlformats.org/officeDocument/2006/relationships/image" Target="../media/image192.png"/><Relationship Id="rId64" Type="http://schemas.openxmlformats.org/officeDocument/2006/relationships/image" Target="../media/image62.png"/><Relationship Id="rId69" Type="http://schemas.openxmlformats.org/officeDocument/2006/relationships/image" Target="../media/image67.png"/><Relationship Id="rId113" Type="http://schemas.openxmlformats.org/officeDocument/2006/relationships/image" Target="../media/image215.png"/><Relationship Id="rId118" Type="http://schemas.openxmlformats.org/officeDocument/2006/relationships/image" Target="../media/image222.png"/><Relationship Id="rId80" Type="http://schemas.openxmlformats.org/officeDocument/2006/relationships/image" Target="../media/image78.png"/><Relationship Id="rId85" Type="http://schemas.openxmlformats.org/officeDocument/2006/relationships/image" Target="../media/image82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33" Type="http://schemas.openxmlformats.org/officeDocument/2006/relationships/image" Target="../media/image179.png"/><Relationship Id="rId38" Type="http://schemas.openxmlformats.org/officeDocument/2006/relationships/image" Target="../media/image184.png"/><Relationship Id="rId59" Type="http://schemas.openxmlformats.org/officeDocument/2006/relationships/image" Target="../media/image58.png"/><Relationship Id="rId103" Type="http://schemas.openxmlformats.org/officeDocument/2006/relationships/image" Target="../media/image205.png"/><Relationship Id="rId108" Type="http://schemas.openxmlformats.org/officeDocument/2006/relationships/image" Target="../media/image210.png"/><Relationship Id="rId54" Type="http://schemas.openxmlformats.org/officeDocument/2006/relationships/image" Target="../media/image53.png"/><Relationship Id="rId70" Type="http://schemas.openxmlformats.org/officeDocument/2006/relationships/image" Target="../media/image68.png"/><Relationship Id="rId75" Type="http://schemas.openxmlformats.org/officeDocument/2006/relationships/image" Target="../media/image72.png"/><Relationship Id="rId91" Type="http://schemas.openxmlformats.org/officeDocument/2006/relationships/image" Target="../media/image88.png"/><Relationship Id="rId96" Type="http://schemas.openxmlformats.org/officeDocument/2006/relationships/image" Target="../media/image19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0.png"/><Relationship Id="rId23" Type="http://schemas.openxmlformats.org/officeDocument/2006/relationships/image" Target="../media/image20.png"/><Relationship Id="rId28" Type="http://schemas.openxmlformats.org/officeDocument/2006/relationships/image" Target="../media/image26.png"/><Relationship Id="rId49" Type="http://schemas.openxmlformats.org/officeDocument/2006/relationships/image" Target="../media/image193.png"/><Relationship Id="rId114" Type="http://schemas.openxmlformats.org/officeDocument/2006/relationships/image" Target="../media/image216.png"/><Relationship Id="rId119" Type="http://schemas.openxmlformats.org/officeDocument/2006/relationships/image" Target="../media/image223.png"/><Relationship Id="rId10" Type="http://schemas.openxmlformats.org/officeDocument/2006/relationships/image" Target="../media/image7.png"/><Relationship Id="rId31" Type="http://schemas.openxmlformats.org/officeDocument/2006/relationships/image" Target="../media/image1770.png"/><Relationship Id="rId44" Type="http://schemas.openxmlformats.org/officeDocument/2006/relationships/image" Target="../media/image188.png"/><Relationship Id="rId52" Type="http://schemas.openxmlformats.org/officeDocument/2006/relationships/image" Target="../media/image196.png"/><Relationship Id="rId60" Type="http://schemas.openxmlformats.org/officeDocument/2006/relationships/image" Target="../media/image59.png"/><Relationship Id="rId65" Type="http://schemas.openxmlformats.org/officeDocument/2006/relationships/image" Target="../media/image63.png"/><Relationship Id="rId73" Type="http://schemas.openxmlformats.org/officeDocument/2006/relationships/image" Target="../media/image71.png"/><Relationship Id="rId78" Type="http://schemas.openxmlformats.org/officeDocument/2006/relationships/image" Target="../media/image76.png"/><Relationship Id="rId81" Type="http://schemas.openxmlformats.org/officeDocument/2006/relationships/image" Target="../media/image79.png"/><Relationship Id="rId86" Type="http://schemas.openxmlformats.org/officeDocument/2006/relationships/image" Target="../media/image83.png"/><Relationship Id="rId94" Type="http://schemas.openxmlformats.org/officeDocument/2006/relationships/image" Target="../media/image197.png"/><Relationship Id="rId99" Type="http://schemas.openxmlformats.org/officeDocument/2006/relationships/image" Target="../media/image202.png"/><Relationship Id="rId101" Type="http://schemas.openxmlformats.org/officeDocument/2006/relationships/image" Target="../media/image204.png"/><Relationship Id="rId4" Type="http://schemas.openxmlformats.org/officeDocument/2006/relationships/image" Target="../media/image130.png"/><Relationship Id="rId9" Type="http://schemas.openxmlformats.org/officeDocument/2006/relationships/image" Target="../media/image610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39" Type="http://schemas.openxmlformats.org/officeDocument/2006/relationships/image" Target="../media/image185.png"/><Relationship Id="rId109" Type="http://schemas.openxmlformats.org/officeDocument/2006/relationships/image" Target="../media/image211.png"/><Relationship Id="rId34" Type="http://schemas.openxmlformats.org/officeDocument/2006/relationships/image" Target="../media/image180.png"/><Relationship Id="rId50" Type="http://schemas.openxmlformats.org/officeDocument/2006/relationships/image" Target="../media/image194.png"/><Relationship Id="rId55" Type="http://schemas.openxmlformats.org/officeDocument/2006/relationships/image" Target="../media/image54.png"/><Relationship Id="rId76" Type="http://schemas.openxmlformats.org/officeDocument/2006/relationships/image" Target="../media/image73.png"/><Relationship Id="rId97" Type="http://schemas.openxmlformats.org/officeDocument/2006/relationships/image" Target="../media/image200.png"/><Relationship Id="rId104" Type="http://schemas.openxmlformats.org/officeDocument/2006/relationships/image" Target="../media/image206.png"/><Relationship Id="rId7" Type="http://schemas.openxmlformats.org/officeDocument/2006/relationships/image" Target="../media/image177.png"/><Relationship Id="rId71" Type="http://schemas.openxmlformats.org/officeDocument/2006/relationships/image" Target="../media/image69.png"/><Relationship Id="rId92" Type="http://schemas.openxmlformats.org/officeDocument/2006/relationships/image" Target="../media/image89.png"/><Relationship Id="rId2" Type="http://schemas.openxmlformats.org/officeDocument/2006/relationships/notesSlide" Target="../notesSlides/notesSlide6.xml"/><Relationship Id="rId29" Type="http://schemas.openxmlformats.org/officeDocument/2006/relationships/image" Target="../media/image1730.png"/><Relationship Id="rId24" Type="http://schemas.openxmlformats.org/officeDocument/2006/relationships/image" Target="../media/image21.png"/><Relationship Id="rId40" Type="http://schemas.openxmlformats.org/officeDocument/2006/relationships/image" Target="../media/image186.png"/><Relationship Id="rId45" Type="http://schemas.openxmlformats.org/officeDocument/2006/relationships/image" Target="../media/image189.png"/><Relationship Id="rId66" Type="http://schemas.openxmlformats.org/officeDocument/2006/relationships/image" Target="../media/image64.png"/><Relationship Id="rId87" Type="http://schemas.openxmlformats.org/officeDocument/2006/relationships/image" Target="../media/image84.png"/><Relationship Id="rId110" Type="http://schemas.openxmlformats.org/officeDocument/2006/relationships/image" Target="../media/image212.png"/><Relationship Id="rId115" Type="http://schemas.openxmlformats.org/officeDocument/2006/relationships/image" Target="../media/image218.png"/><Relationship Id="rId61" Type="http://schemas.openxmlformats.org/officeDocument/2006/relationships/image" Target="../media/image60.png"/><Relationship Id="rId82" Type="http://schemas.openxmlformats.org/officeDocument/2006/relationships/image" Target="../media/image80.png"/><Relationship Id="rId19" Type="http://schemas.openxmlformats.org/officeDocument/2006/relationships/image" Target="../media/image16.png"/><Relationship Id="rId14" Type="http://schemas.openxmlformats.org/officeDocument/2006/relationships/image" Target="../media/image11.png"/><Relationship Id="rId30" Type="http://schemas.openxmlformats.org/officeDocument/2006/relationships/image" Target="../media/image1760.png"/><Relationship Id="rId35" Type="http://schemas.openxmlformats.org/officeDocument/2006/relationships/image" Target="../media/image181.png"/><Relationship Id="rId56" Type="http://schemas.openxmlformats.org/officeDocument/2006/relationships/image" Target="../media/image55.png"/><Relationship Id="rId77" Type="http://schemas.openxmlformats.org/officeDocument/2006/relationships/image" Target="../media/image74.png"/><Relationship Id="rId100" Type="http://schemas.openxmlformats.org/officeDocument/2006/relationships/image" Target="../media/image203.png"/><Relationship Id="rId105" Type="http://schemas.openxmlformats.org/officeDocument/2006/relationships/image" Target="../media/image207.png"/><Relationship Id="rId8" Type="http://schemas.openxmlformats.org/officeDocument/2006/relationships/image" Target="../media/image1710.png"/><Relationship Id="rId51" Type="http://schemas.openxmlformats.org/officeDocument/2006/relationships/image" Target="../media/image195.png"/><Relationship Id="rId72" Type="http://schemas.openxmlformats.org/officeDocument/2006/relationships/image" Target="../media/image70.png"/><Relationship Id="rId93" Type="http://schemas.openxmlformats.org/officeDocument/2006/relationships/image" Target="../media/image90.png"/><Relationship Id="rId98" Type="http://schemas.openxmlformats.org/officeDocument/2006/relationships/image" Target="../media/image201.png"/><Relationship Id="rId3" Type="http://schemas.openxmlformats.org/officeDocument/2006/relationships/image" Target="../media/image220.png"/><Relationship Id="rId25" Type="http://schemas.openxmlformats.org/officeDocument/2006/relationships/image" Target="../media/image23.png"/><Relationship Id="rId46" Type="http://schemas.openxmlformats.org/officeDocument/2006/relationships/image" Target="../media/image190.png"/><Relationship Id="rId67" Type="http://schemas.openxmlformats.org/officeDocument/2006/relationships/image" Target="../media/image65.png"/><Relationship Id="rId116" Type="http://schemas.openxmlformats.org/officeDocument/2006/relationships/image" Target="../media/image219.png"/><Relationship Id="rId20" Type="http://schemas.openxmlformats.org/officeDocument/2006/relationships/image" Target="../media/image17.png"/><Relationship Id="rId41" Type="http://schemas.openxmlformats.org/officeDocument/2006/relationships/image" Target="../media/image75.png"/><Relationship Id="rId62" Type="http://schemas.openxmlformats.org/officeDocument/2006/relationships/image" Target="../media/image61.png"/><Relationship Id="rId83" Type="http://schemas.openxmlformats.org/officeDocument/2006/relationships/image" Target="../media/image81.png"/><Relationship Id="rId88" Type="http://schemas.openxmlformats.org/officeDocument/2006/relationships/image" Target="../media/image85.png"/><Relationship Id="rId111" Type="http://schemas.openxmlformats.org/officeDocument/2006/relationships/image" Target="../media/image213.png"/><Relationship Id="rId15" Type="http://schemas.openxmlformats.org/officeDocument/2006/relationships/image" Target="../media/image12.png"/><Relationship Id="rId36" Type="http://schemas.openxmlformats.org/officeDocument/2006/relationships/image" Target="../media/image182.png"/><Relationship Id="rId57" Type="http://schemas.openxmlformats.org/officeDocument/2006/relationships/image" Target="../media/image56.png"/><Relationship Id="rId106" Type="http://schemas.openxmlformats.org/officeDocument/2006/relationships/image" Target="../media/image20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A8586-2C99-B2B4-C9A8-41BE73643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66C3DA-FB33-2567-26C1-59ECED3A0533}"/>
              </a:ext>
            </a:extLst>
          </p:cNvPr>
          <p:cNvSpPr/>
          <p:nvPr/>
        </p:nvSpPr>
        <p:spPr>
          <a:xfrm>
            <a:off x="14873143" y="9902368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F9EACCB-E04B-B178-C364-EEA8F211F57D}"/>
                  </a:ext>
                </a:extLst>
              </p:cNvPr>
              <p:cNvSpPr txBox="1"/>
              <p:nvPr/>
            </p:nvSpPr>
            <p:spPr>
              <a:xfrm>
                <a:off x="16105896" y="114658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F9EACCB-E04B-B178-C364-EEA8F211F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05896" y="11465899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3" name="Rectangle 292">
            <a:extLst>
              <a:ext uri="{FF2B5EF4-FFF2-40B4-BE49-F238E27FC236}">
                <a16:creationId xmlns:a16="http://schemas.microsoft.com/office/drawing/2014/main" id="{E6E55F95-C46B-D143-54E6-D06C62B53A81}"/>
              </a:ext>
            </a:extLst>
          </p:cNvPr>
          <p:cNvSpPr/>
          <p:nvPr/>
        </p:nvSpPr>
        <p:spPr>
          <a:xfrm>
            <a:off x="7540894" y="172319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40DDCDFE-D12B-4C80-C238-0E638B98F2DB}"/>
                  </a:ext>
                </a:extLst>
              </p:cNvPr>
              <p:cNvSpPr txBox="1"/>
              <p:nvPr/>
            </p:nvSpPr>
            <p:spPr>
              <a:xfrm>
                <a:off x="8773647" y="187954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40DDCDFE-D12B-4C80-C238-0E638B98F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3647" y="18795486"/>
                <a:ext cx="1945341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A078ED4A-17C3-B6FE-CFE5-1BB77EEBDFA9}"/>
              </a:ext>
            </a:extLst>
          </p:cNvPr>
          <p:cNvSpPr/>
          <p:nvPr/>
        </p:nvSpPr>
        <p:spPr>
          <a:xfrm>
            <a:off x="3850733" y="245622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B3539C-9EEE-9E36-58B5-780AB14949D7}"/>
              </a:ext>
            </a:extLst>
          </p:cNvPr>
          <p:cNvSpPr/>
          <p:nvPr/>
        </p:nvSpPr>
        <p:spPr>
          <a:xfrm>
            <a:off x="3854497" y="208873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D5D698-3E76-3F53-D3F9-1908389B8FAC}"/>
              </a:ext>
            </a:extLst>
          </p:cNvPr>
          <p:cNvSpPr/>
          <p:nvPr/>
        </p:nvSpPr>
        <p:spPr>
          <a:xfrm>
            <a:off x="3854496" y="208873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A6F6F3B-7050-8CC6-ACC0-6CA97C6FA625}"/>
              </a:ext>
            </a:extLst>
          </p:cNvPr>
          <p:cNvGrpSpPr/>
          <p:nvPr/>
        </p:nvGrpSpPr>
        <p:grpSpPr>
          <a:xfrm>
            <a:off x="4204215" y="212314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BF7A2D-6C83-4C51-2F30-68191FBF123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9677C33-2CB7-DF3D-3C5D-65A2105EB2C7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8B1A06A-101F-6CE9-A972-FCB161DD3C8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F671468-E996-EB87-4871-E0C56280E64D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90D16757-58C1-5152-809D-D4B1A99FAD8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31F44C1-9E43-2F53-D6E1-80B6B328112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D1C7502-DF1B-5A80-B0BF-FBB7DAE9EE03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9FD791F7-89FF-E7C7-4376-0A094B90EEF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26BB790-B170-110F-AD8A-711771FECC7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439F536-0F4E-3FBE-B334-661A6092EF3A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927F33DF-8EE0-62FE-F1DD-44E3A495BE65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E399C0D-4548-2F72-E6C7-4D28ACBCC35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DB7347D-7DC0-0ED9-0C0E-610D6832A6E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F375022-EAF0-B443-283D-30C8F197557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58029ACA-D7BB-34F7-97E2-1840C55E498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F0FB53B-0BC5-3BBD-EAA2-108411B1CA0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4F1D6125-8C12-D08F-861D-BD76FB3FC182}"/>
              </a:ext>
            </a:extLst>
          </p:cNvPr>
          <p:cNvSpPr/>
          <p:nvPr/>
        </p:nvSpPr>
        <p:spPr>
          <a:xfrm>
            <a:off x="3853235" y="245427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B05C73C-FE75-2885-CA8C-178C796ADD2B}"/>
              </a:ext>
            </a:extLst>
          </p:cNvPr>
          <p:cNvGrpSpPr/>
          <p:nvPr/>
        </p:nvGrpSpPr>
        <p:grpSpPr>
          <a:xfrm>
            <a:off x="4202954" y="248868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53C1ECC5-340B-747C-B257-B07ED4EB8D64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51FF3A9B-9D99-E035-3D64-F02A051EA5E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CA647F1C-A48D-21D4-2585-74A1B6E759D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5140E76E-BD4A-6604-F6AD-7E1E49628913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9C755D2-08B3-6827-3FA5-9F4A9CE21AA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AAE05522-2371-4E1F-BD1D-05710683D22B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E43EED-D30E-A556-1BDF-8F974FD9D75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AB3CF95-960A-898C-4D2F-6E55336AC08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4864CE07-5DE3-CC84-8ECE-6D11F7244751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682AE231-92A4-902A-2F1B-675415338955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C2E2751-5BCE-9792-C996-7286B51813F1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06C8D0CA-9457-48B1-E31C-B1DB0428F8C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410CB1B6-4670-60E3-C0CF-9911FDED51AC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C1040E2D-0BC5-720B-A422-49F60F4B85C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557239B-C4BB-D619-338D-37A616A46F2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A62EA6BD-B35E-17AD-C0EC-87A47184F581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4A18154B-F9C8-63F3-DED4-E1893A779612}"/>
                  </a:ext>
                </a:extLst>
              </p:cNvPr>
              <p:cNvSpPr txBox="1"/>
              <p:nvPr/>
            </p:nvSpPr>
            <p:spPr>
              <a:xfrm>
                <a:off x="5037265" y="260658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4A18154B-F9C8-63F3-DED4-E1893A779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7265" y="260658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9456D259-1412-BEC3-41E6-34818664522E}"/>
              </a:ext>
            </a:extLst>
          </p:cNvPr>
          <p:cNvSpPr/>
          <p:nvPr/>
        </p:nvSpPr>
        <p:spPr>
          <a:xfrm>
            <a:off x="15130496" y="23442482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BD7870EF-0C89-8A72-0A70-6A7481D9ADF2}"/>
              </a:ext>
            </a:extLst>
          </p:cNvPr>
          <p:cNvSpPr txBox="1"/>
          <p:nvPr/>
        </p:nvSpPr>
        <p:spPr>
          <a:xfrm>
            <a:off x="15367113" y="23620545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60671496-1526-A47E-8393-4A545310BA73}"/>
              </a:ext>
            </a:extLst>
          </p:cNvPr>
          <p:cNvSpPr/>
          <p:nvPr/>
        </p:nvSpPr>
        <p:spPr>
          <a:xfrm>
            <a:off x="6934808" y="13067851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6D4B17E5-2B1F-199D-10DD-1DCE7981C9EE}"/>
              </a:ext>
            </a:extLst>
          </p:cNvPr>
          <p:cNvSpPr txBox="1"/>
          <p:nvPr/>
        </p:nvSpPr>
        <p:spPr>
          <a:xfrm>
            <a:off x="7171426" y="13245914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5D256C3D-972B-4B97-E4CE-A4644CD20649}"/>
                  </a:ext>
                </a:extLst>
              </p:cNvPr>
              <p:cNvSpPr txBox="1"/>
              <p:nvPr/>
            </p:nvSpPr>
            <p:spPr>
              <a:xfrm>
                <a:off x="5087250" y="224508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5D256C3D-972B-4B97-E4CE-A4644CD20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7250" y="22450876"/>
                <a:ext cx="1945341" cy="56618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0FC08385-6613-E404-C603-87234F646D3B}"/>
              </a:ext>
            </a:extLst>
          </p:cNvPr>
          <p:cNvSpPr/>
          <p:nvPr/>
        </p:nvSpPr>
        <p:spPr>
          <a:xfrm>
            <a:off x="7537130" y="209068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67DA4AC7-EE56-CF56-C6B3-2FCAE7FAE865}"/>
              </a:ext>
            </a:extLst>
          </p:cNvPr>
          <p:cNvSpPr/>
          <p:nvPr/>
        </p:nvSpPr>
        <p:spPr>
          <a:xfrm>
            <a:off x="7540893" y="172319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3452FE33-40CB-334C-7D6C-4856C86F632B}"/>
              </a:ext>
            </a:extLst>
          </p:cNvPr>
          <p:cNvGrpSpPr/>
          <p:nvPr/>
        </p:nvGrpSpPr>
        <p:grpSpPr>
          <a:xfrm>
            <a:off x="7890612" y="175760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8A7A77DF-F657-F3A5-4569-7F633F75057F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CC186301-9B06-151F-F161-7B198017E87D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2106D967-ED80-F9D4-8946-B97ECAAD1457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95B18A9B-281E-C5E5-03C7-6CF2FCA72DD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04AFD06D-74EA-83C7-AB02-E66C6BF35590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CA32E965-DB48-4B47-BC68-55E9301950A4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33D3512E-25D8-502C-617D-B4683363380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61695F4E-66B8-82F4-E422-1A2518C3F693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AA433F48-D76B-420E-4B4B-ED9071D9DF7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6A575DE9-0A49-3480-6773-5707C5811282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CB1CCA50-9216-0A84-47CC-521F88BE3A1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2E26E09C-621A-5F37-9618-BA8BBF78AD47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6AD34A14-8C14-F1AD-2225-F6015EFB3637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B039EDA0-C9AB-43AF-1A0D-077206E1772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C0E75D02-498F-A4AC-7AE8-76B1F1DC30CA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5E7D8375-F880-206D-1D4C-3524DB68841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155D0182-5ECC-3DA3-E2E9-80076C8D97C0}"/>
              </a:ext>
            </a:extLst>
          </p:cNvPr>
          <p:cNvSpPr/>
          <p:nvPr/>
        </p:nvSpPr>
        <p:spPr>
          <a:xfrm>
            <a:off x="7539632" y="208873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C54233ED-D445-A84B-CF4A-B7ADC56CA1C5}"/>
              </a:ext>
            </a:extLst>
          </p:cNvPr>
          <p:cNvGrpSpPr/>
          <p:nvPr/>
        </p:nvGrpSpPr>
        <p:grpSpPr>
          <a:xfrm>
            <a:off x="7889351" y="212314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7D662256-F0A5-353F-F356-D3B390F47F4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BF3933B1-A172-3D3E-7DE4-10A9789FF849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69173A62-0609-23D2-69E5-3D54045A4C56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ABF10E3A-50B4-4FC6-299B-1A12E1B06044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44B42BE2-271D-FBA1-5053-299A4FCA9E8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2A46F175-751A-69EA-EF47-75B180D0E561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FCFBF5CD-5AA6-18EA-7ABD-624C886457E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0C2EFC04-FA40-02C9-E6FC-715581D6062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5490527E-812D-32E2-D3C3-F936C5EC89CB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C128F0E8-0713-1C47-2132-808EF2AB34A3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95E45552-2FDB-6531-E772-B6B927EAE237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FFC03F05-9B87-3B48-6E0B-91B6A458FEAA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5534B068-0D70-46E3-532C-E9A5CE9CFC8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178BF9C7-9C1E-4DE7-A9FB-699A6377EF70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246352D3-9F82-FD59-FF6C-728008824A7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01B3B10B-1DC3-1560-12F2-4E6CCC22B988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1A6AC2A3-531C-6E6F-5944-C3864A203BAD}"/>
                  </a:ext>
                </a:extLst>
              </p:cNvPr>
              <p:cNvSpPr txBox="1"/>
              <p:nvPr/>
            </p:nvSpPr>
            <p:spPr>
              <a:xfrm>
                <a:off x="9019084" y="224293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1A6AC2A3-531C-6E6F-5944-C3864A203B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084" y="22429393"/>
                <a:ext cx="1256819" cy="56618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8F322630-628C-58B2-611E-D91885BBD0C9}"/>
              </a:ext>
            </a:extLst>
          </p:cNvPr>
          <p:cNvGrpSpPr/>
          <p:nvPr/>
        </p:nvGrpSpPr>
        <p:grpSpPr>
          <a:xfrm>
            <a:off x="7565324" y="172396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5BEB2609-F6C7-7B2E-1409-BB5FDD29217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AE8E2BA4-03EB-6FBC-C33E-12C4C6634C9F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03D2DCC4-4EF2-BEC2-9661-21724BDD87AD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FFEEC9B4-568E-D186-2BAC-B2F8494702C9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0A34B75C-4C95-1C87-8CB8-72ABC9B7C9C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08B46CBC-0CE2-4B67-1854-902FC6B5CB8E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9098C144-9BA9-4BD6-FA19-0D9679B86372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3F71013D-40DB-35A6-E03C-BF8B77B730B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1E67A101-EBBC-E077-218C-711622C212C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D1ACFEEF-A349-F2AC-4FF2-E926ECA724E1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C23D0E8C-A321-6B1E-0EBD-D6DE181C855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6F22323-8778-ED07-F468-297808D0EE0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B4CF11B1-F974-F8DC-0217-9375800908D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458EAF1D-F199-BEE7-DA7B-2006604D745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016DE45C-5976-70F4-3637-9A2A1A629E9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C7C60446-1240-4148-2F0C-E98CAD040183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2A0F37A6-EEB9-A5B0-F020-D8CFAEB414A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1ABFFDB2-03F1-6A37-59E7-A33AF57FC41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2E315A20-DAFF-C409-A08E-AB99106F723D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2A1331BD-83C6-A257-ED6C-BA15B8C07CB0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91248CC5-C22B-C47A-EB63-975DDCF765C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645287F4-D194-A39E-5000-9ECA6559A19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431298F0-53E2-7FFD-424E-5D0A80FAA404}"/>
              </a:ext>
            </a:extLst>
          </p:cNvPr>
          <p:cNvSpPr/>
          <p:nvPr/>
        </p:nvSpPr>
        <p:spPr>
          <a:xfrm>
            <a:off x="11223527" y="172547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AF3D674C-ED71-DE78-07F5-D110E9A65100}"/>
              </a:ext>
            </a:extLst>
          </p:cNvPr>
          <p:cNvSpPr/>
          <p:nvPr/>
        </p:nvSpPr>
        <p:spPr>
          <a:xfrm>
            <a:off x="11227291" y="135798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E19770DC-D38F-3A05-6589-B3013FD92BD3}"/>
              </a:ext>
            </a:extLst>
          </p:cNvPr>
          <p:cNvSpPr/>
          <p:nvPr/>
        </p:nvSpPr>
        <p:spPr>
          <a:xfrm>
            <a:off x="11227290" y="135798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1FB42A7B-69B8-8937-8F96-757DC169C20B}"/>
              </a:ext>
            </a:extLst>
          </p:cNvPr>
          <p:cNvGrpSpPr/>
          <p:nvPr/>
        </p:nvGrpSpPr>
        <p:grpSpPr>
          <a:xfrm>
            <a:off x="11577009" y="13923983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3FE5DCD4-BDAF-8452-983D-7429C2B6BA80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FDD2383D-7604-48D0-2267-8231E25692A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44B22CF1-4BE0-27E2-080C-939525F9D61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624A9187-E29A-4B46-9E31-A73AEBAF60F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19FFDA1C-FB0C-14B5-9EC6-AED1D4F094BF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08A0278D-F2B3-5E4C-E604-0910D0896E12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3062BF68-6CDF-6794-D1F1-1912BED72D1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97642ADE-179C-38F9-2E1A-AC01FF21114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3B74A24F-CC8F-749B-DF39-2F1D06139E1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E154BCD4-7629-6057-0086-C93836EE77E9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E59220B2-F9E7-9971-8DCC-81B880EE5392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5664CF21-3258-E8E2-82FB-843B01EBE50A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919238E1-93B4-8A5A-2ED4-96A6A73D9B6E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24F4D3AE-D162-3F04-1AAA-8B0ABE8B407C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39A13065-2B53-D649-7608-11F74DA0BC4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46548847-4E62-A162-8DDD-3EE51FA02CAC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7AFBE5F1-2818-751F-D514-0B660AFFBE68}"/>
              </a:ext>
            </a:extLst>
          </p:cNvPr>
          <p:cNvSpPr/>
          <p:nvPr/>
        </p:nvSpPr>
        <p:spPr>
          <a:xfrm>
            <a:off x="11226029" y="172352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57D8A245-09E5-0904-6BC3-A9E597C9B3E3}"/>
              </a:ext>
            </a:extLst>
          </p:cNvPr>
          <p:cNvGrpSpPr/>
          <p:nvPr/>
        </p:nvGrpSpPr>
        <p:grpSpPr>
          <a:xfrm>
            <a:off x="11575748" y="175793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6E41C7C3-3F2C-C43F-7AFA-88F36A99C06D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4C84B7FE-3061-31CD-59B0-1E6227C4C0A6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6108EAB3-B62B-FE31-AE06-69A14BE71441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13B2B8A6-2AB7-181C-4257-099B8AAF63F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592A198F-D337-D1F6-E260-2FDE13CA87D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7FC81A91-FC8F-5B2C-8A07-6CD3DD8C86B6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164423FE-6ABE-15E9-0A11-DC8FC580181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8AEF61B8-C1EF-CD1D-550C-26B7506B9B3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168C076B-D6EF-669E-4A38-740791F207BB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29CA2ABE-A76F-F625-4B26-7BB3910C0F1F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D43E5F26-2CB1-8E19-BBB4-06C7ECC87E93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D2831F2C-48E8-6C0A-D541-B6D990BD4D3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A10AF93E-2A26-8D3A-C93F-E3D7A51EB7E1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D5C240FB-E3E0-BD66-E042-0CAF48006835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9D3F8958-4AC7-8364-19CE-C17A22D68D52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1E19E52B-CBC5-C001-81B0-77AFF07D579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9AB5AC9E-5107-E6B4-61B4-BC44746D1D37}"/>
                  </a:ext>
                </a:extLst>
              </p:cNvPr>
              <p:cNvSpPr txBox="1"/>
              <p:nvPr/>
            </p:nvSpPr>
            <p:spPr>
              <a:xfrm>
                <a:off x="12410059" y="187583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9AB5AC9E-5107-E6B4-61B4-BC44746D1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0059" y="18758399"/>
                <a:ext cx="1945341" cy="566181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C6C4AADC-34FB-1567-B1F4-C5F746D74D0F}"/>
                  </a:ext>
                </a:extLst>
              </p:cNvPr>
              <p:cNvSpPr txBox="1"/>
              <p:nvPr/>
            </p:nvSpPr>
            <p:spPr>
              <a:xfrm>
                <a:off x="12460044" y="151434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C6C4AADC-34FB-1567-B1F4-C5F746D74D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0044" y="15143413"/>
                <a:ext cx="1945341" cy="566181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7323BA99-B9D7-78B9-D52B-EA1627456D95}"/>
              </a:ext>
            </a:extLst>
          </p:cNvPr>
          <p:cNvGrpSpPr/>
          <p:nvPr/>
        </p:nvGrpSpPr>
        <p:grpSpPr>
          <a:xfrm>
            <a:off x="11192886" y="135876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68452F85-9F3B-2C0C-E2D3-F9608FF92FBE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3ACCF180-4784-7A39-2F7B-571234C95E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369550A0-74E3-CC53-C216-12453030A31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78308B60-CC52-EFE9-5809-022DA411A8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2F9D1A72-DB5A-EABE-4A94-0CAD5C9BEEA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4367E4A-2629-B5CB-9E23-E008BF21F3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380CF241-7514-0551-C816-13C8E782A37D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BE98AAAD-7C8B-90C0-D703-DB148C645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5EE7A3D4-BE86-577E-11B9-16A1A076802E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DA1B9B99-1CD0-E66A-3D6D-E1863CE75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842038D1-4549-2984-5E0F-EB188828B01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3BCA218C-0812-2F22-6F34-1E7FB1729D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D06DFEAF-AB99-51FE-2327-6B85114D9E46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9B5EF13-4298-20B8-A4DF-A829F3654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E7184D38-3651-0675-B594-36FCCBCEB9D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5390B9C6-73E9-D29B-843E-9A8580BBB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B6453217-98F8-5045-698C-ABBF38DAFD18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A12EDFEB-46DE-C6FD-2AAB-61F6AEEE45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16D71624-AB4E-BFAA-A576-8A6E1DC18A7C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D86535D-893B-E21D-8BCB-BCEB50A11D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9F6A7AE1-6D62-B495-3DA3-70E87B800FA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8800BFAA-B43E-05BB-D907-6A3E999A92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01961C70-817B-EA69-DBDC-371DBCA2E95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EC960B6-EE52-F492-1F48-8DF396D76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A4955584-878D-F6A1-A365-368DCF53D7A1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FFA42CBA-ACE3-13DF-2BC1-52F3D65DF7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87FA42FA-E7C7-3BC0-2CDA-A9E3E611A753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7A3F1E40-7BFA-F07C-CC7C-10732B3DCB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24D4E2ED-B092-2251-3305-3D1BC61848F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3916D9DF-7E3F-868F-57D2-8251EA016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5A8E498D-ABCD-CFF6-8483-A437F4F4A9CE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5C014C9-DE14-217F-24C7-6A33B6E5B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CDC65076-727D-5D26-CBA5-0F5426DF99A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A294FC08-59E0-4A18-FA93-4F550211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DAF5DE40-117F-9925-6BEC-E082D84173F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804D29D-CC83-DB66-94FB-A8C2A77379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3565A9A-ADFC-3DFB-1F98-F5DAADBD899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9CE24F0-EF90-D7F5-CC7B-117F6AD73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F58567C6-CEFC-1701-1B05-75DC8EC0CA2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2B5DB69F-0FAF-6B00-F1D2-363322C3C5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A65D424F-81F6-AEEC-9262-5A337BDF82C3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889928E8-E1A5-9478-5FA9-18BD6EE2C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FFFAC092-F576-F3CD-F847-970E42D7649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1C6A062-5701-E5F3-1F6D-F983AB3A8E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D791F424-7858-E88F-516B-01EE2258B20B}"/>
              </a:ext>
            </a:extLst>
          </p:cNvPr>
          <p:cNvGrpSpPr/>
          <p:nvPr/>
        </p:nvGrpSpPr>
        <p:grpSpPr>
          <a:xfrm>
            <a:off x="11217967" y="172475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2411C481-49EE-1EAB-1554-958E1B15D880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4B6AC79F-5F14-EA80-E9AB-992EE4F66A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EB3EA230-514F-008E-9BC1-C8DB00FE036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064EEE4F-A8AD-B2A2-7B3E-540D1E580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59A3E9AE-A9E6-AD1D-CA87-60853831A066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90C0C75B-E177-17F9-328D-443E0CCE2C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C9B0A423-4157-4B74-9483-A5E65039C4A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2F38B5D-CFC1-3CFB-7520-CDFE1CE10B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AB3BB942-12B8-C844-DEA4-49912C85AD66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0E2FFAFE-90D4-38B6-B398-D2337DA971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FA856587-E082-EB44-477F-EE2AC65F587A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425DB72-8BB4-DC04-7FF4-FA7B12A26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CD3C5723-4717-FE22-5DEA-43D206CA0E15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3E36A5F5-E80F-9770-BF3D-3A5777FCF1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3F8764E6-9A9C-537B-B30D-BD0E5E8717C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0C428B92-DC02-D741-849D-AD37DF1C9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B67285C4-A972-D287-6447-DD5C402E9FE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081DCBE7-2F13-A5FD-A10A-1EC12E2701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A8178A12-3926-8DA9-80CD-31F37CF685C0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08ECD251-210D-F236-412C-3A27398A6D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BA7A79FB-895D-14E8-76E6-9CDA2D2FA0CB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1C0ED99A-D747-6D4D-CF6D-9D6D564691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A8DA820F-459B-E0CC-6C60-AEC6882CDA2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5F5C26D2-6C50-0DDA-2F5E-9EFE2401E2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3C824F0F-8D24-DA94-0DCC-3FC2C0FF497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D73541EC-E073-6BB3-A083-FBB83C91B4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ACDBBDB-CD56-7CED-A049-6578543642F1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0E465A6-F07A-90FB-DCFB-B17DF2A2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BF607709-A48D-137E-F317-B88CB18E1D14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7044F71-901E-0583-E259-B174A9CBBD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D8BCC197-E200-D0D4-E13A-8E910FFE48C7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403D159A-1CCF-443D-6472-4CE9EA4BB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695D5AA3-11E2-2947-6853-4366A8C2298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C31B0C06-0AB5-C0A6-9E16-8149490359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756673B7-DE68-852B-EF9A-BDE540736AE4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5329EB51-068E-7F87-93B8-CBFC744D7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99B17021-E184-9037-5FED-932CCD8CD52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DDC6AF7-9C65-B6CE-59A1-717288F5B4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D0CBF311-78A9-3445-3E24-51523E4C3B85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E05BF1F0-7036-9FCC-AFF0-05684A0C9C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DB5EBD31-ADDB-8FD0-5AC4-B181F7F2FDB6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46C7013-28C9-F90C-94A9-21C422FF63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1DCC893C-3BB2-5CF1-858D-2402BADF069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DBE163F5-8F6D-AE10-AA87-355096EF63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47AE6C67-594E-D306-178D-47D88158F696}"/>
              </a:ext>
            </a:extLst>
          </p:cNvPr>
          <p:cNvGrpSpPr/>
          <p:nvPr/>
        </p:nvGrpSpPr>
        <p:grpSpPr>
          <a:xfrm>
            <a:off x="7562909" y="208870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1399722B-FF43-CDAE-BF08-0D19DC13128D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328C5E9F-B9E6-A27E-3C8D-C960F574F09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EB187EB4-8349-2C97-419C-D294C420D80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81818821-4162-C2AD-CD2C-197A7187F96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FCD6814-2C2F-CD7B-1590-5579849283C9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8ACBBBC9-3CCB-646E-B359-5A91AFF1A0F1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13B8AB32-2F2D-C1E6-BDB0-CA966DFA73D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45A8EA2-2598-9622-8E75-FC7D40F88720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7B95085E-DEDA-03AF-49AF-D9A577AD37FD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B529A8D-4B4E-B828-775C-62A8D6E4CD15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407158D9-63EF-2E89-AAC1-CE5F8C8DEE1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981C19F9-1DEC-075E-F2C7-038EDF804367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2C44DD36-880E-100D-3A53-368832DB67D6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F522A683-F70D-CDF6-D3EE-553E2234D956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820D82E2-95BD-51F5-B889-ED33E105E20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BB90BAA7-E21E-B26E-37AC-5EFD53EEE46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CBFC743C-E828-BD90-F347-D369CD0707E9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6DD826D4-86D1-411C-02E5-9C912F8EEE5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88F9E5A3-B380-8146-C336-290817B003C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63F0CB2-1A33-E077-B6B2-23B631D1D857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110DF731-6219-A582-F070-295FABAB762A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51DAD77-E076-448E-7DA6-D77D534E67A0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8BEEC363-6405-F6DF-2CD8-2A51A6507DC8}"/>
              </a:ext>
            </a:extLst>
          </p:cNvPr>
          <p:cNvGrpSpPr/>
          <p:nvPr/>
        </p:nvGrpSpPr>
        <p:grpSpPr>
          <a:xfrm>
            <a:off x="3834127" y="208949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5A8BBEF7-8552-322F-AE5C-8D0765A93B7D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0D9E1E0B-B51C-48E2-C72F-A16039A7D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65EA9D74-65CE-421D-C606-728C7734DE96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A34C586D-DBCB-105E-04F7-7B00AB78F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79A91F08-5295-29D7-1F9C-49F4B9AC3B81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63B4C528-17EE-E6D4-69A5-7DC0AEF4F4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DBE3650-6AF4-9BD8-F32C-7BEDE3653982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7184A6A4-EAB9-97F2-77AB-0E74DEA278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B07283E4-98A7-2D13-B907-43919FFF1C1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2032C2F5-7C1C-B3BA-7535-AA6D98A0C8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F2562D7B-85C7-9CB7-CE8C-439C695F11C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6F4B74DB-294F-B690-5FEF-80606B515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7B1BAAB8-49AB-D775-2A99-6584384351A5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7EA9D03-2BCD-6984-2AE2-9211EE85D5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139435-B7D4-45C1-8FCA-C852128C222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FF123A-EAF1-2FF4-E5C4-F46D9402DC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5C8DF24-A4EE-9FC3-EACC-436C76A7E5D8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8C7B3422-FD7E-268C-95D2-FF91CF45BE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BC864F70-A23F-A4C1-1A70-047C48BB478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3FB9AD7-4978-21E6-72BA-B816026FC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7066D32-B20C-1BD9-FA89-26B3D9AAA9A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4762D25-C4AF-09B9-1A37-D84229C0D4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3873B138-A6E7-DFDE-88B2-F903BDEA3C9B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25A4E2CA-205A-6568-D6FE-F1F8C941B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8BEAE21-7A21-2DEC-2E27-F5171B17F9F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6B68A0B-CEBE-223F-7CD7-BD4A37A18F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C8DB6BA4-9AAC-8A40-9EE5-8DFC45D602D6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1037DD44-6CF5-26C9-4E54-6B2898BCBC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C3F95299-97D4-AAA9-E387-7E49A0958316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7573F6E5-6E49-28E7-FB4A-AD00D7532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3DBDC2A-CFCE-A283-86BB-1692D3BFCC41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A936AAA-C397-4130-7B22-CCC869B14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88D9BF19-B637-C095-FB35-730C8D5FC31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399A42A-710D-639E-2E8B-EBE606DD7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CA457B11-5A34-4B1C-9F72-DCB6A5FEFA5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EDA82A5-DC9B-C659-27E2-CBFF0A21B0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F8FDE6D1-B7A0-1748-FD9C-D06A0DA2405A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8C065B8-F175-E207-1126-5CB952C974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8B19C18E-D9B2-5AF1-B96B-E28D37B5180E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378E6804-9A6D-3370-D82F-BB559221D7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87261B06-C844-D9FF-A3D9-2F3A017E293F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C0100580-1390-4638-14E6-D91F4C96E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B6C478AD-59A2-0BD3-941F-A5C5AC1C5344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4B88CE47-E39F-D877-2733-1C67D3C15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2988EF49-D397-9084-B39B-9A279019ADDB}"/>
              </a:ext>
            </a:extLst>
          </p:cNvPr>
          <p:cNvGrpSpPr/>
          <p:nvPr/>
        </p:nvGrpSpPr>
        <p:grpSpPr>
          <a:xfrm>
            <a:off x="3850734" y="245353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5B37C04C-21AA-F874-69EF-F3E018803889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4AB4F9C6-2F5F-B0AC-E1A2-4F2B6E4AFC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3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95C1707B-136E-C756-E397-1ABF601FDD26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C4C3AF77-BA6E-564A-CDCD-87A5C31BE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3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031F9FAA-AB11-DAF8-2AF3-D8F78931C923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BD40D369-CF99-AE08-BA28-DA6141CD57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3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499F091C-D916-01DA-DCE2-E6C69A4363B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BF26BF49-2155-2EBB-25F4-5D8968EA45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17043751-27E4-3EB6-0553-7AF625FFAE1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2CF0F1E0-5340-AA09-02D7-D2CF860A36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C2C3DF5A-078A-CF37-F33E-E0BB122D6ED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4B12CDD3-6562-A307-7D2E-2854AE758E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E024E5EE-3E9D-5B94-CABD-06A1B0F315E3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F284C84A-9B79-C0F1-5A14-D14EC200FF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183D889F-DCF5-01E4-8D86-D4922587E63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F7E2DB7C-8DBC-72FC-7DEB-7626FEBA3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BFF1374-7BDC-74C6-A399-0911D9C028AF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45AE5BE-5E0C-AB24-A638-E3DCA12109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52F18734-06C8-C470-64A5-EFF6DE2E3EED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CA71F40E-53A5-C34C-9DC4-E71839CB1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4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8A3B94DB-125F-1E78-EACC-298B9C12643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D39808BC-3A2D-3441-6A25-9A00D77229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4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9EFFB187-2EF4-9BC6-16C4-305AF3618C65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272AEE05-0F7C-E9BC-B300-34A37AF035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4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8516FFEB-299F-BA46-3AA5-8383579C0F2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D2018DBA-B9A8-C33D-769D-6272212DBE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80033CD9-17AE-391F-B244-83359F6C1789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B4C98270-981F-5CFA-F178-64725F72D5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4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56700A4F-585F-8C09-A0E6-6E81AB2826F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11CC0B74-C30F-36B5-4C39-94CA3D9AF3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A7DB4CBB-34B7-33C0-A0B9-3F2B6D4D155C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4C440466-1386-8370-FC7F-F8ADED590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4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FD3E5694-A97F-18E6-9A5A-DDE7CF572F2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CDE0ADBB-AC4D-20BD-379A-4B8CE3A4E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4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E9FE9755-F6DB-540F-D11F-D89D5786825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6A29FAE2-6621-8A87-F2F5-60FF9BAA3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4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20A17310-4200-EE70-B39B-E9DAE9A7344F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3513CAEF-1B42-3124-9947-5606E3706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4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C846A7CC-2C49-36E3-2366-C1EBA12A850D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BBC2A947-5F7F-A516-AC83-568F5DE6F1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386132E7-BE2E-53ED-D0BB-546EE44B89D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079F74-5BF7-ACFD-8888-953E7E9564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5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9E233C9C-4CF2-0DD8-459F-30F0318994DB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20E4713E-1DE9-F6DB-EF97-81539B2FD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976136F7-ECE1-217B-BDAC-EAC29EC187B8}"/>
              </a:ext>
            </a:extLst>
          </p:cNvPr>
          <p:cNvSpPr/>
          <p:nvPr/>
        </p:nvSpPr>
        <p:spPr>
          <a:xfrm>
            <a:off x="14869379" y="13577237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449454-2EA6-AC3B-9A28-8C71DEC7FAA3}"/>
              </a:ext>
            </a:extLst>
          </p:cNvPr>
          <p:cNvSpPr/>
          <p:nvPr/>
        </p:nvSpPr>
        <p:spPr>
          <a:xfrm>
            <a:off x="14873142" y="9902368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1277C85-6C5E-77F8-8FFD-3FF3C9DB04B7}"/>
              </a:ext>
            </a:extLst>
          </p:cNvPr>
          <p:cNvGrpSpPr/>
          <p:nvPr/>
        </p:nvGrpSpPr>
        <p:grpSpPr>
          <a:xfrm>
            <a:off x="15222861" y="10246469"/>
            <a:ext cx="3027141" cy="2995860"/>
            <a:chOff x="1386039" y="1479887"/>
            <a:chExt cx="3027141" cy="299586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0D37782-9CD8-CCA0-1A0E-FB90DAE120EB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DAB762E-C31D-C087-CA82-6BC8680661A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6B6886E-A157-A080-53AE-5177EF6FD42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4DD033C-B31E-7087-E3E8-D6127EAFC920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E7E51487-9275-9AE1-D888-43543105E73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669142E-3769-1D6A-F59A-4859EA029A28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2BBBD63-D647-30B3-DC4B-F98F72E0F63F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80234FC5-ED4C-4AD5-49EE-9502240FD873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86A2B2AC-1E49-8C75-B780-B525E50D90DD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4200B8D-05FF-4DE3-B15F-F0C29CA3FE52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3DD2C4AE-50B4-DE5C-525B-F7AE32B3E7D2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1ADEAFB6-7202-35C8-F6B7-91842431F798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DC7E5F8F-3422-B2B2-B672-AA32834D9DA7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CF287F57-D459-8082-4DE9-41EBA09294B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D32A8F55-5F31-DA47-A92F-47F5C36F7771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8FA2900-2698-0ED5-83D5-3559A439F612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" name="Rectangle 59">
            <a:extLst>
              <a:ext uri="{FF2B5EF4-FFF2-40B4-BE49-F238E27FC236}">
                <a16:creationId xmlns:a16="http://schemas.microsoft.com/office/drawing/2014/main" id="{C81B3810-8583-00CF-F3FE-1BB8E977980B}"/>
              </a:ext>
            </a:extLst>
          </p:cNvPr>
          <p:cNvSpPr/>
          <p:nvPr/>
        </p:nvSpPr>
        <p:spPr>
          <a:xfrm>
            <a:off x="14871881" y="13557758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99E351F-B645-9DE3-F9ED-D5FCFB050694}"/>
              </a:ext>
            </a:extLst>
          </p:cNvPr>
          <p:cNvGrpSpPr/>
          <p:nvPr/>
        </p:nvGrpSpPr>
        <p:grpSpPr>
          <a:xfrm>
            <a:off x="15221600" y="13901859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4D54640-5AA7-6154-7E25-E30A5B94B43F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F3A3583C-1006-3A22-EB34-C70309ACD88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9983047C-0842-2A31-0AC1-02649FCFEABC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Oval 448">
              <a:extLst>
                <a:ext uri="{FF2B5EF4-FFF2-40B4-BE49-F238E27FC236}">
                  <a16:creationId xmlns:a16="http://schemas.microsoft.com/office/drawing/2014/main" id="{3A6A772E-F8D9-6CCE-75E0-172B1CC1F99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" name="Oval 449">
              <a:extLst>
                <a:ext uri="{FF2B5EF4-FFF2-40B4-BE49-F238E27FC236}">
                  <a16:creationId xmlns:a16="http://schemas.microsoft.com/office/drawing/2014/main" id="{F0072819-E99C-B234-854B-8FC79301ADE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" name="Oval 450">
              <a:extLst>
                <a:ext uri="{FF2B5EF4-FFF2-40B4-BE49-F238E27FC236}">
                  <a16:creationId xmlns:a16="http://schemas.microsoft.com/office/drawing/2014/main" id="{EED61FF2-A31C-BF97-CA1A-332C489C9BBE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Oval 451">
              <a:extLst>
                <a:ext uri="{FF2B5EF4-FFF2-40B4-BE49-F238E27FC236}">
                  <a16:creationId xmlns:a16="http://schemas.microsoft.com/office/drawing/2014/main" id="{D5B58C56-37DE-CACD-6E14-79FA2C00AB1C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" name="Oval 452">
              <a:extLst>
                <a:ext uri="{FF2B5EF4-FFF2-40B4-BE49-F238E27FC236}">
                  <a16:creationId xmlns:a16="http://schemas.microsoft.com/office/drawing/2014/main" id="{0412C8ED-C105-A3E6-AE61-E8C7DDAD8D2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Oval 453">
              <a:extLst>
                <a:ext uri="{FF2B5EF4-FFF2-40B4-BE49-F238E27FC236}">
                  <a16:creationId xmlns:a16="http://schemas.microsoft.com/office/drawing/2014/main" id="{2D6FFD1B-45C5-5E5E-E48B-D184B1003862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Oval 454">
              <a:extLst>
                <a:ext uri="{FF2B5EF4-FFF2-40B4-BE49-F238E27FC236}">
                  <a16:creationId xmlns:a16="http://schemas.microsoft.com/office/drawing/2014/main" id="{CE9F1BC7-8830-2116-6F5D-AB9070A2F8FB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6" name="Oval 455">
              <a:extLst>
                <a:ext uri="{FF2B5EF4-FFF2-40B4-BE49-F238E27FC236}">
                  <a16:creationId xmlns:a16="http://schemas.microsoft.com/office/drawing/2014/main" id="{EC34D541-4CB4-D9AE-604E-34BDCF94AEC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7" name="Oval 456">
              <a:extLst>
                <a:ext uri="{FF2B5EF4-FFF2-40B4-BE49-F238E27FC236}">
                  <a16:creationId xmlns:a16="http://schemas.microsoft.com/office/drawing/2014/main" id="{788A23B6-DECD-AB53-0289-8F4A7EDD5703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8" name="Oval 457">
              <a:extLst>
                <a:ext uri="{FF2B5EF4-FFF2-40B4-BE49-F238E27FC236}">
                  <a16:creationId xmlns:a16="http://schemas.microsoft.com/office/drawing/2014/main" id="{F58502B6-65BC-88A0-7BC4-83854F5BC262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8421D196-512A-93C9-694D-A60DAF4A8AE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0" name="Oval 459">
              <a:extLst>
                <a:ext uri="{FF2B5EF4-FFF2-40B4-BE49-F238E27FC236}">
                  <a16:creationId xmlns:a16="http://schemas.microsoft.com/office/drawing/2014/main" id="{F8A4A884-73F9-9F65-026D-73069C6042E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1" name="Oval 460">
              <a:extLst>
                <a:ext uri="{FF2B5EF4-FFF2-40B4-BE49-F238E27FC236}">
                  <a16:creationId xmlns:a16="http://schemas.microsoft.com/office/drawing/2014/main" id="{6DAC0BCE-49AE-A2BA-6AFE-09DA43812852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6B631D77-A8CC-CF96-DA34-09924ED071E3}"/>
                  </a:ext>
                </a:extLst>
              </p:cNvPr>
              <p:cNvSpPr txBox="1"/>
              <p:nvPr/>
            </p:nvSpPr>
            <p:spPr>
              <a:xfrm>
                <a:off x="16351333" y="1509980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6B631D77-A8CC-CF96-DA34-09924ED07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1333" y="15099806"/>
                <a:ext cx="1256819" cy="566181"/>
              </a:xfrm>
              <a:prstGeom prst="rect">
                <a:avLst/>
              </a:prstGeom>
              <a:blipFill>
                <a:blip r:embed="rId1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2EF07CBE-5BB8-DA37-9E94-9109C0EFE00A}"/>
              </a:ext>
            </a:extLst>
          </p:cNvPr>
          <p:cNvGrpSpPr/>
          <p:nvPr/>
        </p:nvGrpSpPr>
        <p:grpSpPr>
          <a:xfrm>
            <a:off x="14897573" y="9910068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00842DD-8FAF-6AFA-E6BB-416B09F2567B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D8AF2A76-CF47-9507-ADF9-17047FE0211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0D7AA4D-F41E-CA65-35A4-3FCE05E06C40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CB959844-9698-6735-AFB6-812E4DEC9A92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9D38F3FC-0E4F-4903-EB71-C5A4305C798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4507818A-083B-6B8C-87EC-0BD5FC006818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B2F93849-7445-784A-F23B-234996B417A9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41E458D9-198C-8385-DEBE-C262AD667073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8AE0B876-A119-8375-4492-6C2D00E2CF5E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AB9B0B6E-C01F-8EFB-E681-B48B588B1071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6B84AC25-E782-FE6E-C4EC-EB388FEE0E67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3C6912BF-2661-17D6-252E-9EFC1243344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5124E87B-01D7-6E1E-A247-5D4A01C2260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C34FD639-5B69-3A8F-1371-6D19E0F2EFF5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49043A80-D8D3-AF7A-17F6-C20C203B3D2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4407D539-D79A-501F-9CA4-E1A74E1548DD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3812F08A-0206-F08D-A843-C57A0A4C64E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DE838E7-588F-AA28-EDEE-F3D2447FB9F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B770C2D2-5C08-9077-EF64-0610EDB1D00C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D2474407-ED49-016E-1D5F-AC58866FF3A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C8D64779-264C-D6E7-F979-438FED26DDD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D6E82851-4602-3694-BE89-95489AD2054B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7D45EE58-95C8-F207-C200-F79CB836E7CF}"/>
              </a:ext>
            </a:extLst>
          </p:cNvPr>
          <p:cNvGrpSpPr/>
          <p:nvPr/>
        </p:nvGrpSpPr>
        <p:grpSpPr>
          <a:xfrm>
            <a:off x="14895158" y="13557474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7" name="TextBox 176">
                  <a:extLst>
                    <a:ext uri="{FF2B5EF4-FFF2-40B4-BE49-F238E27FC236}">
                      <a16:creationId xmlns:a16="http://schemas.microsoft.com/office/drawing/2014/main" id="{D318A16E-F456-CDA4-C7BB-2F118BEFB26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8" name="TextBox 177">
                  <a:extLst>
                    <a:ext uri="{FF2B5EF4-FFF2-40B4-BE49-F238E27FC236}">
                      <a16:creationId xmlns:a16="http://schemas.microsoft.com/office/drawing/2014/main" id="{AC81008A-78AD-5A33-E031-F441C9DC9D2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9" name="TextBox 178">
                  <a:extLst>
                    <a:ext uri="{FF2B5EF4-FFF2-40B4-BE49-F238E27FC236}">
                      <a16:creationId xmlns:a16="http://schemas.microsoft.com/office/drawing/2014/main" id="{D0C48827-7DAC-5F74-E4E4-C62DB1E7212B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Box 179">
                  <a:extLst>
                    <a:ext uri="{FF2B5EF4-FFF2-40B4-BE49-F238E27FC236}">
                      <a16:creationId xmlns:a16="http://schemas.microsoft.com/office/drawing/2014/main" id="{D3CBAE04-398A-E574-FB33-D8D724FAB42F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D8DB5A4C-DAE6-6880-CFCF-3D1BE0C6017B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86BA3589-342A-ECA4-4CB8-A7E233BDC41A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3" name="TextBox 182">
                  <a:extLst>
                    <a:ext uri="{FF2B5EF4-FFF2-40B4-BE49-F238E27FC236}">
                      <a16:creationId xmlns:a16="http://schemas.microsoft.com/office/drawing/2014/main" id="{7C79F986-3522-2C3B-7B02-E2A3B3C76C8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TextBox 183">
                  <a:extLst>
                    <a:ext uri="{FF2B5EF4-FFF2-40B4-BE49-F238E27FC236}">
                      <a16:creationId xmlns:a16="http://schemas.microsoft.com/office/drawing/2014/main" id="{046EDC3C-1AFA-6090-3EF3-ACFFD935D00D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5" name="TextBox 184">
                  <a:extLst>
                    <a:ext uri="{FF2B5EF4-FFF2-40B4-BE49-F238E27FC236}">
                      <a16:creationId xmlns:a16="http://schemas.microsoft.com/office/drawing/2014/main" id="{6230BD8C-0E41-35A7-16AF-C98750A0C3FF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6" name="TextBox 185">
                  <a:extLst>
                    <a:ext uri="{FF2B5EF4-FFF2-40B4-BE49-F238E27FC236}">
                      <a16:creationId xmlns:a16="http://schemas.microsoft.com/office/drawing/2014/main" id="{D434EF27-7A31-71A1-BA69-56FFECAAB99D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C9D2738A-C99E-83AE-2E61-56048FA7BE7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69A67B78-8D39-E000-79E4-08E835E6FB06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8A708668-A532-91EB-37AD-AEA7B06625D8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0" name="TextBox 579">
                  <a:extLst>
                    <a:ext uri="{FF2B5EF4-FFF2-40B4-BE49-F238E27FC236}">
                      <a16:creationId xmlns:a16="http://schemas.microsoft.com/office/drawing/2014/main" id="{9DBB43BD-21BE-A071-6055-4D04B441EB4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1" name="TextBox 580">
                  <a:extLst>
                    <a:ext uri="{FF2B5EF4-FFF2-40B4-BE49-F238E27FC236}">
                      <a16:creationId xmlns:a16="http://schemas.microsoft.com/office/drawing/2014/main" id="{7D1AA14D-9A79-54C6-F436-399B88558E36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2" name="TextBox 581">
                  <a:extLst>
                    <a:ext uri="{FF2B5EF4-FFF2-40B4-BE49-F238E27FC236}">
                      <a16:creationId xmlns:a16="http://schemas.microsoft.com/office/drawing/2014/main" id="{CB5813D4-6768-1056-ECB7-9A208DEB08D0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3" name="TextBox 582">
                  <a:extLst>
                    <a:ext uri="{FF2B5EF4-FFF2-40B4-BE49-F238E27FC236}">
                      <a16:creationId xmlns:a16="http://schemas.microsoft.com/office/drawing/2014/main" id="{DEE247A4-BA26-516C-BB98-1B8BC16B010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4" name="TextBox 583">
                  <a:extLst>
                    <a:ext uri="{FF2B5EF4-FFF2-40B4-BE49-F238E27FC236}">
                      <a16:creationId xmlns:a16="http://schemas.microsoft.com/office/drawing/2014/main" id="{3CD9C9AC-61B1-A98C-02C4-28FF86E23B6A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5" name="TextBox 584">
                  <a:extLst>
                    <a:ext uri="{FF2B5EF4-FFF2-40B4-BE49-F238E27FC236}">
                      <a16:creationId xmlns:a16="http://schemas.microsoft.com/office/drawing/2014/main" id="{B3911B8F-299C-5EAC-C336-9DE6CFF1229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6" name="TextBox 585">
                  <a:extLst>
                    <a:ext uri="{FF2B5EF4-FFF2-40B4-BE49-F238E27FC236}">
                      <a16:creationId xmlns:a16="http://schemas.microsoft.com/office/drawing/2014/main" id="{761B3631-BCA8-6992-DEA2-9DD19B2A09AB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7" name="TextBox 586">
                  <a:extLst>
                    <a:ext uri="{FF2B5EF4-FFF2-40B4-BE49-F238E27FC236}">
                      <a16:creationId xmlns:a16="http://schemas.microsoft.com/office/drawing/2014/main" id="{7BDC671E-680F-740A-FC0D-18EC4DE9168E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8" name="TextBox 587">
                  <a:extLst>
                    <a:ext uri="{FF2B5EF4-FFF2-40B4-BE49-F238E27FC236}">
                      <a16:creationId xmlns:a16="http://schemas.microsoft.com/office/drawing/2014/main" id="{47F22641-B354-3A17-263A-13C09274D8D0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89" name="TextBox 588">
                <a:extLst>
                  <a:ext uri="{FF2B5EF4-FFF2-40B4-BE49-F238E27FC236}">
                    <a16:creationId xmlns:a16="http://schemas.microsoft.com/office/drawing/2014/main" id="{DCA86E15-2F8F-65D1-15A3-28A00CF2DE23}"/>
                  </a:ext>
                </a:extLst>
              </p:cNvPr>
              <p:cNvSpPr txBox="1"/>
              <p:nvPr/>
            </p:nvSpPr>
            <p:spPr>
              <a:xfrm>
                <a:off x="14713338" y="24073655"/>
                <a:ext cx="278223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3200" i="1" dirty="0" smtClean="0">
                          <a:latin typeface="Cambria Math" panose="02040503050406030204" pitchFamily="18" charset="0"/>
                        </a:rPr>
                        <m:t>(0,0,−1)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89" name="TextBox 588">
                <a:extLst>
                  <a:ext uri="{FF2B5EF4-FFF2-40B4-BE49-F238E27FC236}">
                    <a16:creationId xmlns:a16="http://schemas.microsoft.com/office/drawing/2014/main" id="{DCA86E15-2F8F-65D1-15A3-28A00CF2DE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3338" y="24073655"/>
                <a:ext cx="2782236" cy="584775"/>
              </a:xfrm>
              <a:prstGeom prst="rect">
                <a:avLst/>
              </a:prstGeom>
              <a:blipFill>
                <a:blip r:embed="rId153"/>
                <a:stretch>
                  <a:fillRect t="-12766" r="-6364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0" name="Rectangle 589">
            <a:extLst>
              <a:ext uri="{FF2B5EF4-FFF2-40B4-BE49-F238E27FC236}">
                <a16:creationId xmlns:a16="http://schemas.microsoft.com/office/drawing/2014/main" id="{E0E161CA-7C6D-0694-3E55-BC049E6EC490}"/>
              </a:ext>
            </a:extLst>
          </p:cNvPr>
          <p:cNvSpPr/>
          <p:nvPr/>
        </p:nvSpPr>
        <p:spPr>
          <a:xfrm>
            <a:off x="18582002" y="6253463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1" name="TextBox 590">
                <a:extLst>
                  <a:ext uri="{FF2B5EF4-FFF2-40B4-BE49-F238E27FC236}">
                    <a16:creationId xmlns:a16="http://schemas.microsoft.com/office/drawing/2014/main" id="{8CE4F483-E890-A825-0DB7-CE15B326437F}"/>
                  </a:ext>
                </a:extLst>
              </p:cNvPr>
              <p:cNvSpPr txBox="1"/>
              <p:nvPr/>
            </p:nvSpPr>
            <p:spPr>
              <a:xfrm>
                <a:off x="19814755" y="7816994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1" name="TextBox 590">
                <a:extLst>
                  <a:ext uri="{FF2B5EF4-FFF2-40B4-BE49-F238E27FC236}">
                    <a16:creationId xmlns:a16="http://schemas.microsoft.com/office/drawing/2014/main" id="{8CE4F483-E890-A825-0DB7-CE15B3264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4755" y="7816994"/>
                <a:ext cx="1945341" cy="566181"/>
              </a:xfrm>
              <a:prstGeom prst="rect">
                <a:avLst/>
              </a:prstGeom>
              <a:blipFill>
                <a:blip r:embed="rId1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2" name="Rectangle 591">
            <a:extLst>
              <a:ext uri="{FF2B5EF4-FFF2-40B4-BE49-F238E27FC236}">
                <a16:creationId xmlns:a16="http://schemas.microsoft.com/office/drawing/2014/main" id="{3AFDB7A4-E122-8E17-ED74-451323C11AB0}"/>
              </a:ext>
            </a:extLst>
          </p:cNvPr>
          <p:cNvSpPr/>
          <p:nvPr/>
        </p:nvSpPr>
        <p:spPr>
          <a:xfrm>
            <a:off x="18578238" y="9928332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73A278C8-666E-844A-130B-83403DDDEDC8}"/>
              </a:ext>
            </a:extLst>
          </p:cNvPr>
          <p:cNvSpPr/>
          <p:nvPr/>
        </p:nvSpPr>
        <p:spPr>
          <a:xfrm>
            <a:off x="18582001" y="6253463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594" name="Group 593">
            <a:extLst>
              <a:ext uri="{FF2B5EF4-FFF2-40B4-BE49-F238E27FC236}">
                <a16:creationId xmlns:a16="http://schemas.microsoft.com/office/drawing/2014/main" id="{86986DD9-0AAC-A3E4-1F78-87784A1C05C0}"/>
              </a:ext>
            </a:extLst>
          </p:cNvPr>
          <p:cNvGrpSpPr/>
          <p:nvPr/>
        </p:nvGrpSpPr>
        <p:grpSpPr>
          <a:xfrm>
            <a:off x="18931720" y="6597564"/>
            <a:ext cx="3027141" cy="2995860"/>
            <a:chOff x="1386039" y="1479887"/>
            <a:chExt cx="3027141" cy="2995860"/>
          </a:xfrm>
        </p:grpSpPr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19403831-0068-150E-EDC7-391E31761CF1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0B83C0BF-8114-4DD5-B94D-40499474DCA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71766C93-1952-8CAB-0EAB-9E15D8470A5E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B7C7C8E0-0E6B-40E2-4AC7-BCC950D2EEF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A4C9C73A-CE50-33FC-A99F-1028A661D18B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DBC3E020-9899-9AE7-A3B0-0ADD4152357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6E7B1122-0AC7-B8E4-4B24-047415ADD0D1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AD0D80D1-EA55-0F5B-525C-109CB29403F1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184020E2-93D1-55DE-B361-FC3FFA4B8047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CF87A522-EBDE-B75D-4117-854177F4704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46ABBBBE-0346-EFA9-1C69-C08281FCA98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D975917A-BF92-41F3-3571-BEEAF5B56EA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7" name="Oval 606">
              <a:extLst>
                <a:ext uri="{FF2B5EF4-FFF2-40B4-BE49-F238E27FC236}">
                  <a16:creationId xmlns:a16="http://schemas.microsoft.com/office/drawing/2014/main" id="{0792E2BC-BBC6-A8FE-F269-F2C6EE87540A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8" name="Oval 607">
              <a:extLst>
                <a:ext uri="{FF2B5EF4-FFF2-40B4-BE49-F238E27FC236}">
                  <a16:creationId xmlns:a16="http://schemas.microsoft.com/office/drawing/2014/main" id="{F2A55E77-1346-3230-2259-09E30CA10FD4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9" name="Oval 608">
              <a:extLst>
                <a:ext uri="{FF2B5EF4-FFF2-40B4-BE49-F238E27FC236}">
                  <a16:creationId xmlns:a16="http://schemas.microsoft.com/office/drawing/2014/main" id="{3D0354D0-DD6F-724E-FCE7-447C7D1F09B0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AE43AFA7-243C-0582-EA5A-08FE886050C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11" name="Rectangle 610">
            <a:extLst>
              <a:ext uri="{FF2B5EF4-FFF2-40B4-BE49-F238E27FC236}">
                <a16:creationId xmlns:a16="http://schemas.microsoft.com/office/drawing/2014/main" id="{52D72170-2F0E-7094-D404-11CA22B84D4F}"/>
              </a:ext>
            </a:extLst>
          </p:cNvPr>
          <p:cNvSpPr/>
          <p:nvPr/>
        </p:nvSpPr>
        <p:spPr>
          <a:xfrm>
            <a:off x="18580740" y="9908853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612" name="Group 611">
            <a:extLst>
              <a:ext uri="{FF2B5EF4-FFF2-40B4-BE49-F238E27FC236}">
                <a16:creationId xmlns:a16="http://schemas.microsoft.com/office/drawing/2014/main" id="{5565E305-ED42-79C2-692E-0FDE4848C61F}"/>
              </a:ext>
            </a:extLst>
          </p:cNvPr>
          <p:cNvGrpSpPr/>
          <p:nvPr/>
        </p:nvGrpSpPr>
        <p:grpSpPr>
          <a:xfrm>
            <a:off x="18930459" y="10252954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613" name="Oval 612">
              <a:extLst>
                <a:ext uri="{FF2B5EF4-FFF2-40B4-BE49-F238E27FC236}">
                  <a16:creationId xmlns:a16="http://schemas.microsoft.com/office/drawing/2014/main" id="{82F2E8E0-5136-1234-9DF8-29278E9AF5F4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14" name="Oval 613">
              <a:extLst>
                <a:ext uri="{FF2B5EF4-FFF2-40B4-BE49-F238E27FC236}">
                  <a16:creationId xmlns:a16="http://schemas.microsoft.com/office/drawing/2014/main" id="{C99D8335-2709-E181-3E91-52AB7240B3FA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5" name="Oval 614">
              <a:extLst>
                <a:ext uri="{FF2B5EF4-FFF2-40B4-BE49-F238E27FC236}">
                  <a16:creationId xmlns:a16="http://schemas.microsoft.com/office/drawing/2014/main" id="{5400D44D-5219-8002-2E8E-A501359C219E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6" name="Oval 615">
              <a:extLst>
                <a:ext uri="{FF2B5EF4-FFF2-40B4-BE49-F238E27FC236}">
                  <a16:creationId xmlns:a16="http://schemas.microsoft.com/office/drawing/2014/main" id="{16C97B91-ADA2-029E-C2B1-367D58C919C5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9C541490-D1E4-926E-45F6-900E4293D86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8" name="Oval 617">
              <a:extLst>
                <a:ext uri="{FF2B5EF4-FFF2-40B4-BE49-F238E27FC236}">
                  <a16:creationId xmlns:a16="http://schemas.microsoft.com/office/drawing/2014/main" id="{B6C242AF-D325-8B0D-A8AA-110D93ECCB72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9" name="Oval 618">
              <a:extLst>
                <a:ext uri="{FF2B5EF4-FFF2-40B4-BE49-F238E27FC236}">
                  <a16:creationId xmlns:a16="http://schemas.microsoft.com/office/drawing/2014/main" id="{95B240AD-78AB-E511-ADF4-4616B4368183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0" name="Oval 619">
              <a:extLst>
                <a:ext uri="{FF2B5EF4-FFF2-40B4-BE49-F238E27FC236}">
                  <a16:creationId xmlns:a16="http://schemas.microsoft.com/office/drawing/2014/main" id="{DDD2DB22-7A67-9773-5758-E5A3B08D83E3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1" name="Oval 620">
              <a:extLst>
                <a:ext uri="{FF2B5EF4-FFF2-40B4-BE49-F238E27FC236}">
                  <a16:creationId xmlns:a16="http://schemas.microsoft.com/office/drawing/2014/main" id="{9440F6E2-43AF-FA54-8E6C-DACB04CECA99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2" name="Oval 621">
              <a:extLst>
                <a:ext uri="{FF2B5EF4-FFF2-40B4-BE49-F238E27FC236}">
                  <a16:creationId xmlns:a16="http://schemas.microsoft.com/office/drawing/2014/main" id="{518C8978-EF87-1760-18E1-0E66523DA66E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3" name="Oval 622">
              <a:extLst>
                <a:ext uri="{FF2B5EF4-FFF2-40B4-BE49-F238E27FC236}">
                  <a16:creationId xmlns:a16="http://schemas.microsoft.com/office/drawing/2014/main" id="{C94E9DAF-2722-453F-FAB6-8A9977F48157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4" name="Oval 623">
              <a:extLst>
                <a:ext uri="{FF2B5EF4-FFF2-40B4-BE49-F238E27FC236}">
                  <a16:creationId xmlns:a16="http://schemas.microsoft.com/office/drawing/2014/main" id="{EABEC499-6762-8CF8-EC58-3539BF05CA14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E9AC0D79-2D26-3B7E-CC6E-D47BED05B69B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6" name="Oval 625">
              <a:extLst>
                <a:ext uri="{FF2B5EF4-FFF2-40B4-BE49-F238E27FC236}">
                  <a16:creationId xmlns:a16="http://schemas.microsoft.com/office/drawing/2014/main" id="{333BD124-94E3-E304-2307-9903AA31A71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7" name="Oval 626">
              <a:extLst>
                <a:ext uri="{FF2B5EF4-FFF2-40B4-BE49-F238E27FC236}">
                  <a16:creationId xmlns:a16="http://schemas.microsoft.com/office/drawing/2014/main" id="{1106A42A-B78A-D9AB-2BFD-F2CA0BE67F6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8" name="Oval 627">
              <a:extLst>
                <a:ext uri="{FF2B5EF4-FFF2-40B4-BE49-F238E27FC236}">
                  <a16:creationId xmlns:a16="http://schemas.microsoft.com/office/drawing/2014/main" id="{B0A9EF54-497A-622A-1D7D-5A9CC366676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514058FD-1C46-B045-1E9F-6ADC8A25BA95}"/>
                  </a:ext>
                </a:extLst>
              </p:cNvPr>
              <p:cNvSpPr txBox="1"/>
              <p:nvPr/>
            </p:nvSpPr>
            <p:spPr>
              <a:xfrm>
                <a:off x="20060192" y="11450901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29" name="TextBox 628">
                <a:extLst>
                  <a:ext uri="{FF2B5EF4-FFF2-40B4-BE49-F238E27FC236}">
                    <a16:creationId xmlns:a16="http://schemas.microsoft.com/office/drawing/2014/main" id="{514058FD-1C46-B045-1E9F-6ADC8A25B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0192" y="11450901"/>
                <a:ext cx="1256819" cy="566181"/>
              </a:xfrm>
              <a:prstGeom prst="rect">
                <a:avLst/>
              </a:prstGeom>
              <a:blipFill>
                <a:blip r:embed="rId1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0" name="Group 629">
            <a:extLst>
              <a:ext uri="{FF2B5EF4-FFF2-40B4-BE49-F238E27FC236}">
                <a16:creationId xmlns:a16="http://schemas.microsoft.com/office/drawing/2014/main" id="{6848A570-B150-3B57-4AD0-0D308F0CE778}"/>
              </a:ext>
            </a:extLst>
          </p:cNvPr>
          <p:cNvGrpSpPr/>
          <p:nvPr/>
        </p:nvGrpSpPr>
        <p:grpSpPr>
          <a:xfrm>
            <a:off x="18606432" y="62611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1" name="TextBox 630">
                  <a:extLst>
                    <a:ext uri="{FF2B5EF4-FFF2-40B4-BE49-F238E27FC236}">
                      <a16:creationId xmlns:a16="http://schemas.microsoft.com/office/drawing/2014/main" id="{90A4F7E7-714F-10F7-EE0A-D094AD4663DE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2" name="TextBox 631">
                  <a:extLst>
                    <a:ext uri="{FF2B5EF4-FFF2-40B4-BE49-F238E27FC236}">
                      <a16:creationId xmlns:a16="http://schemas.microsoft.com/office/drawing/2014/main" id="{6E40A006-FE28-6E18-8902-82B7FC721CFE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3" name="TextBox 632">
                  <a:extLst>
                    <a:ext uri="{FF2B5EF4-FFF2-40B4-BE49-F238E27FC236}">
                      <a16:creationId xmlns:a16="http://schemas.microsoft.com/office/drawing/2014/main" id="{7F89B85E-D95D-FACC-1D5C-3F602B97F11C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4" name="TextBox 633">
                  <a:extLst>
                    <a:ext uri="{FF2B5EF4-FFF2-40B4-BE49-F238E27FC236}">
                      <a16:creationId xmlns:a16="http://schemas.microsoft.com/office/drawing/2014/main" id="{535FBF02-892F-ACCD-F164-16C793E1423B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5" name="TextBox 634">
                  <a:extLst>
                    <a:ext uri="{FF2B5EF4-FFF2-40B4-BE49-F238E27FC236}">
                      <a16:creationId xmlns:a16="http://schemas.microsoft.com/office/drawing/2014/main" id="{07218432-7E25-F365-5167-6FEBC266B481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6" name="TextBox 635">
                  <a:extLst>
                    <a:ext uri="{FF2B5EF4-FFF2-40B4-BE49-F238E27FC236}">
                      <a16:creationId xmlns:a16="http://schemas.microsoft.com/office/drawing/2014/main" id="{780EDC8C-86E8-66C7-24B2-7E3485BAAC2C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7" name="TextBox 636">
                  <a:extLst>
                    <a:ext uri="{FF2B5EF4-FFF2-40B4-BE49-F238E27FC236}">
                      <a16:creationId xmlns:a16="http://schemas.microsoft.com/office/drawing/2014/main" id="{2388E7CF-FD14-C9A1-C444-98F9A18A00B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8" name="TextBox 637">
                  <a:extLst>
                    <a:ext uri="{FF2B5EF4-FFF2-40B4-BE49-F238E27FC236}">
                      <a16:creationId xmlns:a16="http://schemas.microsoft.com/office/drawing/2014/main" id="{2D30BFD2-CF1A-71F8-953C-6E4A4E23079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9" name="TextBox 638">
                  <a:extLst>
                    <a:ext uri="{FF2B5EF4-FFF2-40B4-BE49-F238E27FC236}">
                      <a16:creationId xmlns:a16="http://schemas.microsoft.com/office/drawing/2014/main" id="{D00B5DC9-ABC7-3895-D12B-08A80A4489EB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6" name="TextBox 255">
                  <a:extLst>
                    <a:ext uri="{FF2B5EF4-FFF2-40B4-BE49-F238E27FC236}">
                      <a16:creationId xmlns:a16="http://schemas.microsoft.com/office/drawing/2014/main" id="{61476D86-6E2B-220B-2BCE-1EF1DE6601AA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9" name="TextBox 258">
                  <a:extLst>
                    <a:ext uri="{FF2B5EF4-FFF2-40B4-BE49-F238E27FC236}">
                      <a16:creationId xmlns:a16="http://schemas.microsoft.com/office/drawing/2014/main" id="{6FF12DE0-7293-AE7D-8A39-AB4EA1548A6B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2" name="TextBox 261">
                  <a:extLst>
                    <a:ext uri="{FF2B5EF4-FFF2-40B4-BE49-F238E27FC236}">
                      <a16:creationId xmlns:a16="http://schemas.microsoft.com/office/drawing/2014/main" id="{45FF3F2B-923F-8C14-022C-82675FD3BA5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3" name="TextBox 262">
                  <a:extLst>
                    <a:ext uri="{FF2B5EF4-FFF2-40B4-BE49-F238E27FC236}">
                      <a16:creationId xmlns:a16="http://schemas.microsoft.com/office/drawing/2014/main" id="{1896CF58-7A69-C849-6309-21CE8B81B6A0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0AB52F13-3064-8ED1-5310-766BDAA36777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3DEA317-1068-1339-F92B-D269DD91A74F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6" name="TextBox 265">
                  <a:extLst>
                    <a:ext uri="{FF2B5EF4-FFF2-40B4-BE49-F238E27FC236}">
                      <a16:creationId xmlns:a16="http://schemas.microsoft.com/office/drawing/2014/main" id="{D8F028A1-21B6-4288-18A9-0213A8E694E7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7" name="TextBox 266">
                  <a:extLst>
                    <a:ext uri="{FF2B5EF4-FFF2-40B4-BE49-F238E27FC236}">
                      <a16:creationId xmlns:a16="http://schemas.microsoft.com/office/drawing/2014/main" id="{C293DE3C-C328-591B-2298-0E9569C8134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8" name="TextBox 267">
                  <a:extLst>
                    <a:ext uri="{FF2B5EF4-FFF2-40B4-BE49-F238E27FC236}">
                      <a16:creationId xmlns:a16="http://schemas.microsoft.com/office/drawing/2014/main" id="{9E53236C-8137-727C-4E6C-1FE84A218B7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2A0E62DA-64C9-4687-FBDE-756F34525EE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E6C89D56-2009-DCEF-90B5-DBC63AD1836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9ACCB60A-DB57-85F4-BFAB-995B153AAAE9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1E01B64B-C7FB-568F-BD03-5D53C6D3A9B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2D0EE655-9876-90DA-21D1-5E671A4E907A}"/>
              </a:ext>
            </a:extLst>
          </p:cNvPr>
          <p:cNvGrpSpPr/>
          <p:nvPr/>
        </p:nvGrpSpPr>
        <p:grpSpPr>
          <a:xfrm>
            <a:off x="18604017" y="990856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4D4B816E-5F02-A606-1AEC-46A8394F1FE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5" name="TextBox 274">
                  <a:extLst>
                    <a:ext uri="{FF2B5EF4-FFF2-40B4-BE49-F238E27FC236}">
                      <a16:creationId xmlns:a16="http://schemas.microsoft.com/office/drawing/2014/main" id="{E82C188B-AEC8-D327-BF7A-2A6CC2D53B4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6" name="TextBox 275">
                  <a:extLst>
                    <a:ext uri="{FF2B5EF4-FFF2-40B4-BE49-F238E27FC236}">
                      <a16:creationId xmlns:a16="http://schemas.microsoft.com/office/drawing/2014/main" id="{E548F45E-D58A-3DE4-D82A-64195844F1E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8CFED91A-65C6-8926-0E7B-D706D668C2B5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8" name="TextBox 277">
                  <a:extLst>
                    <a:ext uri="{FF2B5EF4-FFF2-40B4-BE49-F238E27FC236}">
                      <a16:creationId xmlns:a16="http://schemas.microsoft.com/office/drawing/2014/main" id="{5780910E-9C76-C03B-EF30-077D136117D7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9" name="TextBox 278">
                  <a:extLst>
                    <a:ext uri="{FF2B5EF4-FFF2-40B4-BE49-F238E27FC236}">
                      <a16:creationId xmlns:a16="http://schemas.microsoft.com/office/drawing/2014/main" id="{EE952BB6-8736-9B43-E197-3B5C144BDCFD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0" name="TextBox 279">
                  <a:extLst>
                    <a:ext uri="{FF2B5EF4-FFF2-40B4-BE49-F238E27FC236}">
                      <a16:creationId xmlns:a16="http://schemas.microsoft.com/office/drawing/2014/main" id="{95ABCCE6-28D1-2FCA-FFDB-1309FD167E4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78DAC515-A13D-135E-6FA1-67CF16F2B0FB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2" name="TextBox 281">
                  <a:extLst>
                    <a:ext uri="{FF2B5EF4-FFF2-40B4-BE49-F238E27FC236}">
                      <a16:creationId xmlns:a16="http://schemas.microsoft.com/office/drawing/2014/main" id="{21582065-11AE-DE79-2B69-8042A573FA61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D6601D1B-26DA-71AB-A161-0092D65877D0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4" name="TextBox 283">
                  <a:extLst>
                    <a:ext uri="{FF2B5EF4-FFF2-40B4-BE49-F238E27FC236}">
                      <a16:creationId xmlns:a16="http://schemas.microsoft.com/office/drawing/2014/main" id="{5553870F-5631-F95A-9B75-A2EAC7AD8F36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5" name="TextBox 284">
                  <a:extLst>
                    <a:ext uri="{FF2B5EF4-FFF2-40B4-BE49-F238E27FC236}">
                      <a16:creationId xmlns:a16="http://schemas.microsoft.com/office/drawing/2014/main" id="{3294DD42-DD8A-502E-F96C-A554683074B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E920B5B4-C55A-05BC-367E-0378106AC375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7" name="TextBox 286">
                  <a:extLst>
                    <a:ext uri="{FF2B5EF4-FFF2-40B4-BE49-F238E27FC236}">
                      <a16:creationId xmlns:a16="http://schemas.microsoft.com/office/drawing/2014/main" id="{982F073A-0974-BDF3-E590-46C9AA2FB24F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4AAF33EF-4C52-14E0-2F6A-6DE0A9A0F55E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9" name="TextBox 288">
                  <a:extLst>
                    <a:ext uri="{FF2B5EF4-FFF2-40B4-BE49-F238E27FC236}">
                      <a16:creationId xmlns:a16="http://schemas.microsoft.com/office/drawing/2014/main" id="{BE9674C3-1729-973F-0C2A-54FA417F858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288A36E6-D0EB-AE93-0564-33A45378BE97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1" name="TextBox 330">
                  <a:extLst>
                    <a:ext uri="{FF2B5EF4-FFF2-40B4-BE49-F238E27FC236}">
                      <a16:creationId xmlns:a16="http://schemas.microsoft.com/office/drawing/2014/main" id="{0E3A22A0-4E56-9516-EC4C-E49433A400C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2" name="TextBox 331">
                  <a:extLst>
                    <a:ext uri="{FF2B5EF4-FFF2-40B4-BE49-F238E27FC236}">
                      <a16:creationId xmlns:a16="http://schemas.microsoft.com/office/drawing/2014/main" id="{BA6AC181-96A1-DA44-8CE7-1A418BE10170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3" name="TextBox 332">
                  <a:extLst>
                    <a:ext uri="{FF2B5EF4-FFF2-40B4-BE49-F238E27FC236}">
                      <a16:creationId xmlns:a16="http://schemas.microsoft.com/office/drawing/2014/main" id="{E56A4BED-BEAC-EBAC-D992-1C2C95D81ED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4" name="TextBox 333">
                  <a:extLst>
                    <a:ext uri="{FF2B5EF4-FFF2-40B4-BE49-F238E27FC236}">
                      <a16:creationId xmlns:a16="http://schemas.microsoft.com/office/drawing/2014/main" id="{D9647D4C-1530-BDF9-22F0-CD3330B9676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74AE44D0-0B11-0998-906C-78859D188C58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041C940A-1EB5-D5FD-BE80-A09AAF561330}"/>
                  </a:ext>
                </a:extLst>
              </p:cNvPr>
              <p:cNvSpPr txBox="1"/>
              <p:nvPr/>
            </p:nvSpPr>
            <p:spPr>
              <a:xfrm>
                <a:off x="6459532" y="13607094"/>
                <a:ext cx="197053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(0,0,1)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041C940A-1EB5-D5FD-BE80-A09AAF5613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9532" y="13607094"/>
                <a:ext cx="1970539" cy="461665"/>
              </a:xfrm>
              <a:prstGeom prst="rect">
                <a:avLst/>
              </a:prstGeom>
              <a:blipFill>
                <a:blip r:embed="rId156"/>
                <a:stretch>
                  <a:fillRect t="-10811" r="-576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049BA0E1-8DB6-DF6E-E30A-30E9860831B8}"/>
                  </a:ext>
                </a:extLst>
              </p:cNvPr>
              <p:cNvSpPr txBox="1"/>
              <p:nvPr/>
            </p:nvSpPr>
            <p:spPr>
              <a:xfrm>
                <a:off x="3850733" y="28240846"/>
                <a:ext cx="270862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,0,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049BA0E1-8DB6-DF6E-E30A-30E9860831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0733" y="28240846"/>
                <a:ext cx="2708626" cy="461665"/>
              </a:xfrm>
              <a:prstGeom prst="rect">
                <a:avLst/>
              </a:prstGeom>
              <a:blipFill>
                <a:blip r:embed="rId157"/>
                <a:stretch>
                  <a:fillRect t="-8108" r="-2336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D2F935E-C535-0402-247C-037310DAEEBD}"/>
                  </a:ext>
                </a:extLst>
              </p:cNvPr>
              <p:cNvSpPr txBox="1"/>
              <p:nvPr/>
            </p:nvSpPr>
            <p:spPr>
              <a:xfrm>
                <a:off x="7654451" y="24602562"/>
                <a:ext cx="358540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D2F935E-C535-0402-247C-037310DAE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451" y="24602562"/>
                <a:ext cx="3585405" cy="461665"/>
              </a:xfrm>
              <a:prstGeom prst="rect">
                <a:avLst/>
              </a:prstGeom>
              <a:blipFill>
                <a:blip r:embed="rId158"/>
                <a:stretch>
                  <a:fillRect t="-10811" r="-1761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9756C438-2678-8B22-FCEE-2803EEEBA2CB}"/>
                  </a:ext>
                </a:extLst>
              </p:cNvPr>
              <p:cNvSpPr txBox="1"/>
              <p:nvPr/>
            </p:nvSpPr>
            <p:spPr>
              <a:xfrm>
                <a:off x="11294435" y="20953692"/>
                <a:ext cx="35129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9756C438-2678-8B22-FCEE-2803EEEBA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94435" y="20953692"/>
                <a:ext cx="3512949" cy="461665"/>
              </a:xfrm>
              <a:prstGeom prst="rect">
                <a:avLst/>
              </a:prstGeom>
              <a:blipFill>
                <a:blip r:embed="rId159"/>
                <a:stretch>
                  <a:fillRect t="-10526" r="-3249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FDEE58A1-EE8B-7EF4-FF69-BC00B5743EAA}"/>
                  </a:ext>
                </a:extLst>
              </p:cNvPr>
              <p:cNvSpPr txBox="1"/>
              <p:nvPr/>
            </p:nvSpPr>
            <p:spPr>
              <a:xfrm>
                <a:off x="14834543" y="17253689"/>
                <a:ext cx="327666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FDEE58A1-EE8B-7EF4-FF69-BC00B5743E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34543" y="17253689"/>
                <a:ext cx="3276666" cy="461665"/>
              </a:xfrm>
              <a:prstGeom prst="rect">
                <a:avLst/>
              </a:prstGeom>
              <a:blipFill>
                <a:blip r:embed="rId160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3DBAC7C-70CC-ACB4-EFAE-9B4C16343FA7}"/>
                  </a:ext>
                </a:extLst>
              </p:cNvPr>
              <p:cNvSpPr txBox="1"/>
              <p:nvPr/>
            </p:nvSpPr>
            <p:spPr>
              <a:xfrm>
                <a:off x="18518416" y="13696311"/>
                <a:ext cx="335136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3DBAC7C-70CC-ACB4-EFAE-9B4C16343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18416" y="13696311"/>
                <a:ext cx="3351367" cy="461665"/>
              </a:xfrm>
              <a:prstGeom prst="rect">
                <a:avLst/>
              </a:prstGeom>
              <a:blipFill>
                <a:blip r:embed="rId161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DB99DE43-D132-142C-48D3-8E0D9A34ED5A}"/>
                  </a:ext>
                </a:extLst>
              </p:cNvPr>
              <p:cNvSpPr txBox="1"/>
              <p:nvPr/>
            </p:nvSpPr>
            <p:spPr>
              <a:xfrm>
                <a:off x="14895645" y="25328683"/>
                <a:ext cx="6966715" cy="1352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cos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=0.309017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DB99DE43-D132-142C-48D3-8E0D9A34E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5328683"/>
                <a:ext cx="6966715" cy="1352999"/>
              </a:xfrm>
              <a:prstGeom prst="rect">
                <a:avLst/>
              </a:prstGeom>
              <a:blipFill>
                <a:blip r:embed="rId162"/>
                <a:stretch>
                  <a:fillRect b="-10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69B1F6D6-EF64-1357-D26C-E2CD2592C213}"/>
                  </a:ext>
                </a:extLst>
              </p:cNvPr>
              <p:cNvSpPr txBox="1"/>
              <p:nvPr/>
            </p:nvSpPr>
            <p:spPr>
              <a:xfrm>
                <a:off x="14895645" y="26610605"/>
                <a:ext cx="7688259" cy="19204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sin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ad>
                                <m:radPr>
                                  <m:degHide m:val="on"/>
                                  <m:ctrlP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</m:rad>
                              <m:r>
                                <a:rPr lang="en-US" sz="4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</m:rad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=0.951057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7" name="TextBox 346">
                <a:extLst>
                  <a:ext uri="{FF2B5EF4-FFF2-40B4-BE49-F238E27FC236}">
                    <a16:creationId xmlns:a16="http://schemas.microsoft.com/office/drawing/2014/main" id="{69B1F6D6-EF64-1357-D26C-E2CD2592C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6610605"/>
                <a:ext cx="7688259" cy="1920462"/>
              </a:xfrm>
              <a:prstGeom prst="rect">
                <a:avLst/>
              </a:prstGeom>
              <a:blipFill>
                <a:blip r:embed="rId163"/>
                <a:stretch>
                  <a:fillRect b="-6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D8563960-45AE-652E-6832-7FDDADB69391}"/>
                  </a:ext>
                </a:extLst>
              </p:cNvPr>
              <p:cNvSpPr txBox="1"/>
              <p:nvPr/>
            </p:nvSpPr>
            <p:spPr>
              <a:xfrm>
                <a:off x="14895645" y="29033960"/>
                <a:ext cx="7460952" cy="12464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>
                          <a:latin typeface="Cambria Math" panose="02040503050406030204" pitchFamily="18" charset="0"/>
                        </a:rPr>
                        <m:t>cos</m:t>
                      </m:r>
                      <m:f>
                        <m:f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=−0.809017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D8563960-45AE-652E-6832-7FDDADB69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29033960"/>
                <a:ext cx="7460952" cy="1246495"/>
              </a:xfrm>
              <a:prstGeom prst="rect">
                <a:avLst/>
              </a:prstGeom>
              <a:blipFill>
                <a:blip r:embed="rId164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29713CCA-2917-4CC2-8307-9802B9306357}"/>
                  </a:ext>
                </a:extLst>
              </p:cNvPr>
              <p:cNvSpPr txBox="1"/>
              <p:nvPr/>
            </p:nvSpPr>
            <p:spPr>
              <a:xfrm>
                <a:off x="14895645" y="30271277"/>
                <a:ext cx="7565084" cy="19110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sin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ad>
                        <m:radPr>
                          <m:degHide m:val="on"/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ad>
                                <m:radPr>
                                  <m:degHide m:val="on"/>
                                  <m:ctrlP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e>
                              </m:rad>
                            </m:num>
                            <m:den>
                              <m:r>
                                <a:rPr lang="en-US" sz="4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den>
                          </m:f>
                        </m:e>
                      </m:rad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=0.587785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29713CCA-2917-4CC2-8307-9802B9306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0271277"/>
                <a:ext cx="7565084" cy="1911036"/>
              </a:xfrm>
              <a:prstGeom prst="rect">
                <a:avLst/>
              </a:prstGeom>
              <a:blipFill>
                <a:blip r:embed="rId16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1" name="TextBox 350">
                <a:extLst>
                  <a:ext uri="{FF2B5EF4-FFF2-40B4-BE49-F238E27FC236}">
                    <a16:creationId xmlns:a16="http://schemas.microsoft.com/office/drawing/2014/main" id="{6C0D2D12-4513-D34B-C4D8-0C5CE48D1884}"/>
                  </a:ext>
                </a:extLst>
              </p:cNvPr>
              <p:cNvSpPr txBox="1"/>
              <p:nvPr/>
            </p:nvSpPr>
            <p:spPr>
              <a:xfrm>
                <a:off x="9019084" y="16589849"/>
                <a:ext cx="216347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,0,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1" name="TextBox 350">
                <a:extLst>
                  <a:ext uri="{FF2B5EF4-FFF2-40B4-BE49-F238E27FC236}">
                    <a16:creationId xmlns:a16="http://schemas.microsoft.com/office/drawing/2014/main" id="{6C0D2D12-4513-D34B-C4D8-0C5CE48D18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084" y="16589849"/>
                <a:ext cx="2163476" cy="461665"/>
              </a:xfrm>
              <a:prstGeom prst="rect">
                <a:avLst/>
              </a:prstGeom>
              <a:blipFill>
                <a:blip r:embed="rId166"/>
                <a:stretch>
                  <a:fillRect t="-10811" r="-5263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6723AF8C-6708-4E2C-2CC4-537BF92B7EF6}"/>
                  </a:ext>
                </a:extLst>
              </p:cNvPr>
              <p:cNvSpPr txBox="1"/>
              <p:nvPr/>
            </p:nvSpPr>
            <p:spPr>
              <a:xfrm>
                <a:off x="11904678" y="12914719"/>
                <a:ext cx="289771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6723AF8C-6708-4E2C-2CC4-537BF92B7E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04678" y="12914719"/>
                <a:ext cx="2897716" cy="461665"/>
              </a:xfrm>
              <a:prstGeom prst="rect">
                <a:avLst/>
              </a:prstGeom>
              <a:blipFill>
                <a:blip r:embed="rId167"/>
                <a:stretch>
                  <a:fillRect t="-13514" r="-2620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55C159CB-1F5F-72EF-81A4-0E37BFACF419}"/>
                  </a:ext>
                </a:extLst>
              </p:cNvPr>
              <p:cNvSpPr txBox="1"/>
              <p:nvPr/>
            </p:nvSpPr>
            <p:spPr>
              <a:xfrm>
                <a:off x="15341200" y="9218765"/>
                <a:ext cx="294798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55C159CB-1F5F-72EF-81A4-0E37BFACF4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41200" y="9218765"/>
                <a:ext cx="2947987" cy="461665"/>
              </a:xfrm>
              <a:prstGeom prst="rect">
                <a:avLst/>
              </a:prstGeom>
              <a:blipFill>
                <a:blip r:embed="rId168"/>
                <a:stretch>
                  <a:fillRect t="-10526" r="-4310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7" name="TextBox 416">
                <a:extLst>
                  <a:ext uri="{FF2B5EF4-FFF2-40B4-BE49-F238E27FC236}">
                    <a16:creationId xmlns:a16="http://schemas.microsoft.com/office/drawing/2014/main" id="{0854E64A-E260-1B28-2044-52E633C9AD21}"/>
                  </a:ext>
                </a:extLst>
              </p:cNvPr>
              <p:cNvSpPr txBox="1"/>
              <p:nvPr/>
            </p:nvSpPr>
            <p:spPr>
              <a:xfrm>
                <a:off x="4376588" y="20196522"/>
                <a:ext cx="312694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7" name="TextBox 416">
                <a:extLst>
                  <a:ext uri="{FF2B5EF4-FFF2-40B4-BE49-F238E27FC236}">
                    <a16:creationId xmlns:a16="http://schemas.microsoft.com/office/drawing/2014/main" id="{0854E64A-E260-1B28-2044-52E633C9A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6588" y="20196522"/>
                <a:ext cx="3126945" cy="461665"/>
              </a:xfrm>
              <a:prstGeom prst="rect">
                <a:avLst/>
              </a:prstGeom>
              <a:blipFill>
                <a:blip r:embed="rId169"/>
                <a:stretch>
                  <a:fillRect t="-10811" r="-24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8" name="TextBox 417">
                <a:extLst>
                  <a:ext uri="{FF2B5EF4-FFF2-40B4-BE49-F238E27FC236}">
                    <a16:creationId xmlns:a16="http://schemas.microsoft.com/office/drawing/2014/main" id="{DF1E87E7-4AEA-BF20-EBB7-FA9AD6D2C467}"/>
                  </a:ext>
                </a:extLst>
              </p:cNvPr>
              <p:cNvSpPr txBox="1"/>
              <p:nvPr/>
            </p:nvSpPr>
            <p:spPr>
              <a:xfrm>
                <a:off x="793185" y="23903635"/>
                <a:ext cx="305449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8" name="TextBox 417">
                <a:extLst>
                  <a:ext uri="{FF2B5EF4-FFF2-40B4-BE49-F238E27FC236}">
                    <a16:creationId xmlns:a16="http://schemas.microsoft.com/office/drawing/2014/main" id="{DF1E87E7-4AEA-BF20-EBB7-FA9AD6D2C4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185" y="23903635"/>
                <a:ext cx="3054491" cy="461665"/>
              </a:xfrm>
              <a:prstGeom prst="rect">
                <a:avLst/>
              </a:prstGeom>
              <a:blipFill>
                <a:blip r:embed="rId170"/>
                <a:stretch>
                  <a:fillRect t="-10811" r="-3734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" name="TextBox 418">
                <a:extLst>
                  <a:ext uri="{FF2B5EF4-FFF2-40B4-BE49-F238E27FC236}">
                    <a16:creationId xmlns:a16="http://schemas.microsoft.com/office/drawing/2014/main" id="{677087FA-83F9-DC89-A2CF-EB301CC6DA4C}"/>
                  </a:ext>
                </a:extLst>
              </p:cNvPr>
              <p:cNvSpPr txBox="1"/>
              <p:nvPr/>
            </p:nvSpPr>
            <p:spPr>
              <a:xfrm>
                <a:off x="14895645" y="32494658"/>
                <a:ext cx="4798365" cy="13639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rad>
                        </m:den>
                      </m:f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=0.447214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19" name="TextBox 418">
                <a:extLst>
                  <a:ext uri="{FF2B5EF4-FFF2-40B4-BE49-F238E27FC236}">
                    <a16:creationId xmlns:a16="http://schemas.microsoft.com/office/drawing/2014/main" id="{677087FA-83F9-DC89-A2CF-EB301CC6DA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2494658"/>
                <a:ext cx="4798365" cy="1363963"/>
              </a:xfrm>
              <a:prstGeom prst="rect">
                <a:avLst/>
              </a:prstGeom>
              <a:blipFill>
                <a:blip r:embed="rId171"/>
                <a:stretch>
                  <a:fillRect r="-265" b="-64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09E7EC41-D324-6FCF-C489-E717589BF6B8}"/>
                  </a:ext>
                </a:extLst>
              </p:cNvPr>
              <p:cNvSpPr txBox="1"/>
              <p:nvPr/>
            </p:nvSpPr>
            <p:spPr>
              <a:xfrm>
                <a:off x="14895645" y="33910394"/>
                <a:ext cx="4799968" cy="13639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i="1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4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rad>
                        </m:den>
                      </m:f>
                      <m:r>
                        <a:rPr lang="en-US" sz="4000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894427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09E7EC41-D324-6FCF-C489-E717589BF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5645" y="33910394"/>
                <a:ext cx="4799968" cy="1363963"/>
              </a:xfrm>
              <a:prstGeom prst="rect">
                <a:avLst/>
              </a:prstGeom>
              <a:blipFill>
                <a:blip r:embed="rId172"/>
                <a:stretch>
                  <a:fillRect r="-265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886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riangle 42">
            <a:extLst>
              <a:ext uri="{FF2B5EF4-FFF2-40B4-BE49-F238E27FC236}">
                <a16:creationId xmlns:a16="http://schemas.microsoft.com/office/drawing/2014/main" id="{2D397006-1E16-F02A-4448-805F09299968}"/>
              </a:ext>
            </a:extLst>
          </p:cNvPr>
          <p:cNvSpPr/>
          <p:nvPr/>
        </p:nvSpPr>
        <p:spPr>
          <a:xfrm>
            <a:off x="9625476" y="1899501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9078692-7444-68F7-C705-BCF0DE9BC697}"/>
              </a:ext>
            </a:extLst>
          </p:cNvPr>
          <p:cNvSpPr/>
          <p:nvPr/>
        </p:nvSpPr>
        <p:spPr>
          <a:xfrm>
            <a:off x="6815770" y="9509608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CFBB45C5-5E51-175E-E23A-C0E41E42EA9F}"/>
              </a:ext>
            </a:extLst>
          </p:cNvPr>
          <p:cNvSpPr/>
          <p:nvPr/>
        </p:nvSpPr>
        <p:spPr>
          <a:xfrm>
            <a:off x="6804619" y="1308928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57016D-4533-005C-36A4-2307C3EDFA3C}"/>
              </a:ext>
            </a:extLst>
          </p:cNvPr>
          <p:cNvSpPr/>
          <p:nvPr/>
        </p:nvSpPr>
        <p:spPr>
          <a:xfrm>
            <a:off x="3162628" y="13126707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riangle 31">
            <a:extLst>
              <a:ext uri="{FF2B5EF4-FFF2-40B4-BE49-F238E27FC236}">
                <a16:creationId xmlns:a16="http://schemas.microsoft.com/office/drawing/2014/main" id="{3DE92183-BCB4-C853-4DB1-AE46ADDFA36E}"/>
              </a:ext>
            </a:extLst>
          </p:cNvPr>
          <p:cNvSpPr/>
          <p:nvPr/>
        </p:nvSpPr>
        <p:spPr>
          <a:xfrm flipV="1">
            <a:off x="15720894" y="1402222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riangle 30">
            <a:extLst>
              <a:ext uri="{FF2B5EF4-FFF2-40B4-BE49-F238E27FC236}">
                <a16:creationId xmlns:a16="http://schemas.microsoft.com/office/drawing/2014/main" id="{27CF87CD-DBD4-075E-0DFE-9E7733135330}"/>
              </a:ext>
            </a:extLst>
          </p:cNvPr>
          <p:cNvSpPr/>
          <p:nvPr/>
        </p:nvSpPr>
        <p:spPr>
          <a:xfrm flipV="1">
            <a:off x="14281707" y="14797509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riangle 29">
            <a:extLst>
              <a:ext uri="{FF2B5EF4-FFF2-40B4-BE49-F238E27FC236}">
                <a16:creationId xmlns:a16="http://schemas.microsoft.com/office/drawing/2014/main" id="{8693236F-664F-CE25-335A-528076DEF3FD}"/>
              </a:ext>
            </a:extLst>
          </p:cNvPr>
          <p:cNvSpPr/>
          <p:nvPr/>
        </p:nvSpPr>
        <p:spPr>
          <a:xfrm flipV="1">
            <a:off x="15201695" y="1485750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riangle 28">
            <a:extLst>
              <a:ext uri="{FF2B5EF4-FFF2-40B4-BE49-F238E27FC236}">
                <a16:creationId xmlns:a16="http://schemas.microsoft.com/office/drawing/2014/main" id="{478C4C52-9FB7-6D51-72E6-F53B7E2D7E0E}"/>
              </a:ext>
            </a:extLst>
          </p:cNvPr>
          <p:cNvSpPr/>
          <p:nvPr/>
        </p:nvSpPr>
        <p:spPr>
          <a:xfrm flipV="1">
            <a:off x="15706501" y="1572470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riangle 27">
            <a:extLst>
              <a:ext uri="{FF2B5EF4-FFF2-40B4-BE49-F238E27FC236}">
                <a16:creationId xmlns:a16="http://schemas.microsoft.com/office/drawing/2014/main" id="{57481227-A603-5B58-744B-44DD9566FB64}"/>
              </a:ext>
            </a:extLst>
          </p:cNvPr>
          <p:cNvSpPr/>
          <p:nvPr/>
        </p:nvSpPr>
        <p:spPr>
          <a:xfrm flipV="1">
            <a:off x="14765885" y="15717114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riangle 26">
            <a:extLst>
              <a:ext uri="{FF2B5EF4-FFF2-40B4-BE49-F238E27FC236}">
                <a16:creationId xmlns:a16="http://schemas.microsoft.com/office/drawing/2014/main" id="{CA2DF5A8-0AC0-F6C3-7723-BE6B562DD61F}"/>
              </a:ext>
            </a:extLst>
          </p:cNvPr>
          <p:cNvSpPr/>
          <p:nvPr/>
        </p:nvSpPr>
        <p:spPr>
          <a:xfrm flipV="1">
            <a:off x="13765764" y="15736641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riangle 25">
            <a:extLst>
              <a:ext uri="{FF2B5EF4-FFF2-40B4-BE49-F238E27FC236}">
                <a16:creationId xmlns:a16="http://schemas.microsoft.com/office/drawing/2014/main" id="{D1311E81-88EE-E689-F34B-7B01CB5447BC}"/>
              </a:ext>
            </a:extLst>
          </p:cNvPr>
          <p:cNvSpPr/>
          <p:nvPr/>
        </p:nvSpPr>
        <p:spPr>
          <a:xfrm flipV="1">
            <a:off x="12726962" y="15756562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riangle 24">
            <a:extLst>
              <a:ext uri="{FF2B5EF4-FFF2-40B4-BE49-F238E27FC236}">
                <a16:creationId xmlns:a16="http://schemas.microsoft.com/office/drawing/2014/main" id="{303BA7AC-CD2A-D495-626E-6998DCE136FD}"/>
              </a:ext>
            </a:extLst>
          </p:cNvPr>
          <p:cNvSpPr/>
          <p:nvPr/>
        </p:nvSpPr>
        <p:spPr>
          <a:xfrm>
            <a:off x="13762302" y="14818975"/>
            <a:ext cx="1104151" cy="951854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EF240F1A-7019-231D-BA0A-A07D5081A444}"/>
              </a:ext>
            </a:extLst>
          </p:cNvPr>
          <p:cNvSpPr/>
          <p:nvPr/>
        </p:nvSpPr>
        <p:spPr>
          <a:xfrm>
            <a:off x="15238210" y="14044596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riangle 22">
            <a:extLst>
              <a:ext uri="{FF2B5EF4-FFF2-40B4-BE49-F238E27FC236}">
                <a16:creationId xmlns:a16="http://schemas.microsoft.com/office/drawing/2014/main" id="{B7413A65-A079-ED07-B6A9-E0D8A18C3125}"/>
              </a:ext>
            </a:extLst>
          </p:cNvPr>
          <p:cNvSpPr/>
          <p:nvPr/>
        </p:nvSpPr>
        <p:spPr>
          <a:xfrm>
            <a:off x="15755976" y="1489971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riangle 21">
            <a:extLst>
              <a:ext uri="{FF2B5EF4-FFF2-40B4-BE49-F238E27FC236}">
                <a16:creationId xmlns:a16="http://schemas.microsoft.com/office/drawing/2014/main" id="{A040B208-7C1A-FE1C-5EFA-101CCD84590A}"/>
              </a:ext>
            </a:extLst>
          </p:cNvPr>
          <p:cNvSpPr/>
          <p:nvPr/>
        </p:nvSpPr>
        <p:spPr>
          <a:xfrm>
            <a:off x="14748112" y="1490232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riangle 20">
            <a:extLst>
              <a:ext uri="{FF2B5EF4-FFF2-40B4-BE49-F238E27FC236}">
                <a16:creationId xmlns:a16="http://schemas.microsoft.com/office/drawing/2014/main" id="{1BD4D55C-F275-F02C-53D0-621E3C186B0A}"/>
              </a:ext>
            </a:extLst>
          </p:cNvPr>
          <p:cNvSpPr/>
          <p:nvPr/>
        </p:nvSpPr>
        <p:spPr>
          <a:xfrm>
            <a:off x="15228199" y="1575555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9">
            <a:extLst>
              <a:ext uri="{FF2B5EF4-FFF2-40B4-BE49-F238E27FC236}">
                <a16:creationId xmlns:a16="http://schemas.microsoft.com/office/drawing/2014/main" id="{31B9BC14-3F79-0982-C22C-AEA4B5BDB6B6}"/>
              </a:ext>
            </a:extLst>
          </p:cNvPr>
          <p:cNvSpPr/>
          <p:nvPr/>
        </p:nvSpPr>
        <p:spPr>
          <a:xfrm>
            <a:off x="14334147" y="1575027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riangle 18">
            <a:extLst>
              <a:ext uri="{FF2B5EF4-FFF2-40B4-BE49-F238E27FC236}">
                <a16:creationId xmlns:a16="http://schemas.microsoft.com/office/drawing/2014/main" id="{5D32E1F7-7862-669A-11CC-6CB53D1405C5}"/>
              </a:ext>
            </a:extLst>
          </p:cNvPr>
          <p:cNvSpPr/>
          <p:nvPr/>
        </p:nvSpPr>
        <p:spPr>
          <a:xfrm>
            <a:off x="13304998" y="15770910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riangle 17">
            <a:extLst>
              <a:ext uri="{FF2B5EF4-FFF2-40B4-BE49-F238E27FC236}">
                <a16:creationId xmlns:a16="http://schemas.microsoft.com/office/drawing/2014/main" id="{423A9066-27BD-3785-0F52-020D998D012A}"/>
              </a:ext>
            </a:extLst>
          </p:cNvPr>
          <p:cNvSpPr/>
          <p:nvPr/>
        </p:nvSpPr>
        <p:spPr>
          <a:xfrm>
            <a:off x="12263914" y="1577829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7" name="Straight Connector 406">
            <a:extLst>
              <a:ext uri="{FF2B5EF4-FFF2-40B4-BE49-F238E27FC236}">
                <a16:creationId xmlns:a16="http://schemas.microsoft.com/office/drawing/2014/main" id="{F46B462A-94BF-2CF0-82FD-0341714D63B9}"/>
              </a:ext>
            </a:extLst>
          </p:cNvPr>
          <p:cNvCxnSpPr>
            <a:cxnSpLocks/>
          </p:cNvCxnSpPr>
          <p:nvPr/>
        </p:nvCxnSpPr>
        <p:spPr>
          <a:xfrm>
            <a:off x="14160483" y="11336008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Connector 414">
            <a:extLst>
              <a:ext uri="{FF2B5EF4-FFF2-40B4-BE49-F238E27FC236}">
                <a16:creationId xmlns:a16="http://schemas.microsoft.com/office/drawing/2014/main" id="{D62743A7-222D-A538-8484-9157FF1663BF}"/>
              </a:ext>
            </a:extLst>
          </p:cNvPr>
          <p:cNvCxnSpPr>
            <a:cxnSpLocks/>
          </p:cNvCxnSpPr>
          <p:nvPr/>
        </p:nvCxnSpPr>
        <p:spPr>
          <a:xfrm>
            <a:off x="11489440" y="13575249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Straight Connector 409">
            <a:extLst>
              <a:ext uri="{FF2B5EF4-FFF2-40B4-BE49-F238E27FC236}">
                <a16:creationId xmlns:a16="http://schemas.microsoft.com/office/drawing/2014/main" id="{5007C839-D641-6F58-550D-043BBA4C8766}"/>
              </a:ext>
            </a:extLst>
          </p:cNvPr>
          <p:cNvCxnSpPr>
            <a:cxnSpLocks/>
          </p:cNvCxnSpPr>
          <p:nvPr/>
        </p:nvCxnSpPr>
        <p:spPr>
          <a:xfrm>
            <a:off x="13322517" y="11617426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1ED11082-1320-D4EF-AD8B-89BE005BA81E}"/>
              </a:ext>
            </a:extLst>
          </p:cNvPr>
          <p:cNvCxnSpPr>
            <a:cxnSpLocks/>
          </p:cNvCxnSpPr>
          <p:nvPr/>
        </p:nvCxnSpPr>
        <p:spPr>
          <a:xfrm flipV="1">
            <a:off x="7153258" y="8571936"/>
            <a:ext cx="4049705" cy="7997696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151B04FF-A9DD-61D2-9FC1-A8D97FA1BE9A}"/>
              </a:ext>
            </a:extLst>
          </p:cNvPr>
          <p:cNvCxnSpPr>
            <a:cxnSpLocks/>
          </p:cNvCxnSpPr>
          <p:nvPr/>
        </p:nvCxnSpPr>
        <p:spPr>
          <a:xfrm flipH="1">
            <a:off x="2962541" y="8844137"/>
            <a:ext cx="8158812" cy="81254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E248E11D-8B07-DE33-050E-23EF025F745E}"/>
              </a:ext>
            </a:extLst>
          </p:cNvPr>
          <p:cNvCxnSpPr>
            <a:cxnSpLocks/>
          </p:cNvCxnSpPr>
          <p:nvPr/>
        </p:nvCxnSpPr>
        <p:spPr>
          <a:xfrm flipV="1">
            <a:off x="2840337" y="12423555"/>
            <a:ext cx="8641124" cy="4318529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89D465C7-8DD1-9E67-E089-D7FADBA38041}"/>
              </a:ext>
            </a:extLst>
          </p:cNvPr>
          <p:cNvCxnSpPr>
            <a:cxnSpLocks/>
          </p:cNvCxnSpPr>
          <p:nvPr/>
        </p:nvCxnSpPr>
        <p:spPr>
          <a:xfrm>
            <a:off x="2778607" y="16364035"/>
            <a:ext cx="837172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50E0F55-2C66-9329-24DF-14C0F16F6D20}"/>
              </a:ext>
            </a:extLst>
          </p:cNvPr>
          <p:cNvSpPr/>
          <p:nvPr/>
        </p:nvSpPr>
        <p:spPr>
          <a:xfrm>
            <a:off x="3165130" y="9491555"/>
            <a:ext cx="7313190" cy="7274800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D473ACA-54C9-DBC1-182F-61920FD4CEF8}"/>
              </a:ext>
            </a:extLst>
          </p:cNvPr>
          <p:cNvSpPr/>
          <p:nvPr/>
        </p:nvSpPr>
        <p:spPr>
          <a:xfrm>
            <a:off x="3514849" y="16208083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A664CF6-BB52-68FC-89D7-B7F95E846A49}"/>
              </a:ext>
            </a:extLst>
          </p:cNvPr>
          <p:cNvSpPr/>
          <p:nvPr/>
        </p:nvSpPr>
        <p:spPr>
          <a:xfrm>
            <a:off x="4448497" y="16203269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C004E96-EBAE-1DB9-1AF7-ABDB32F7E35F}"/>
              </a:ext>
            </a:extLst>
          </p:cNvPr>
          <p:cNvSpPr/>
          <p:nvPr/>
        </p:nvSpPr>
        <p:spPr>
          <a:xfrm>
            <a:off x="5358085" y="16208083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7660E6A7-47C5-7A4F-D13F-26F39AA83201}"/>
              </a:ext>
            </a:extLst>
          </p:cNvPr>
          <p:cNvSpPr/>
          <p:nvPr/>
        </p:nvSpPr>
        <p:spPr>
          <a:xfrm>
            <a:off x="6291733" y="16203269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40AF73E-0479-09D5-80DD-E37BF6F88DE2}"/>
              </a:ext>
            </a:extLst>
          </p:cNvPr>
          <p:cNvSpPr/>
          <p:nvPr/>
        </p:nvSpPr>
        <p:spPr>
          <a:xfrm>
            <a:off x="3514849" y="1528646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489FB29-7D54-36F6-D085-F83CADD3F868}"/>
              </a:ext>
            </a:extLst>
          </p:cNvPr>
          <p:cNvSpPr/>
          <p:nvPr/>
        </p:nvSpPr>
        <p:spPr>
          <a:xfrm>
            <a:off x="4448497" y="1528165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AF224897-5A9F-4ABE-3826-C64AD87A9E9A}"/>
              </a:ext>
            </a:extLst>
          </p:cNvPr>
          <p:cNvSpPr/>
          <p:nvPr/>
        </p:nvSpPr>
        <p:spPr>
          <a:xfrm>
            <a:off x="5358085" y="15286464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6B7E3D9-6AA3-453A-2E5B-DB68A81FEEFB}"/>
              </a:ext>
            </a:extLst>
          </p:cNvPr>
          <p:cNvSpPr/>
          <p:nvPr/>
        </p:nvSpPr>
        <p:spPr>
          <a:xfrm>
            <a:off x="6291733" y="1528165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C3A42CDF-6AB5-2B92-8C72-E9831E9ECAE7}"/>
              </a:ext>
            </a:extLst>
          </p:cNvPr>
          <p:cNvSpPr/>
          <p:nvPr/>
        </p:nvSpPr>
        <p:spPr>
          <a:xfrm>
            <a:off x="3514849" y="1437447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F387A25-F772-435D-BD98-62A11056A178}"/>
              </a:ext>
            </a:extLst>
          </p:cNvPr>
          <p:cNvSpPr/>
          <p:nvPr/>
        </p:nvSpPr>
        <p:spPr>
          <a:xfrm>
            <a:off x="4448497" y="143696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DD65CC0-B48D-49BA-53C1-FBDD810452D8}"/>
              </a:ext>
            </a:extLst>
          </p:cNvPr>
          <p:cNvSpPr/>
          <p:nvPr/>
        </p:nvSpPr>
        <p:spPr>
          <a:xfrm>
            <a:off x="5358085" y="1437447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D7A49951-DC5A-711A-B0B6-0FB9DD7DE030}"/>
              </a:ext>
            </a:extLst>
          </p:cNvPr>
          <p:cNvSpPr/>
          <p:nvPr/>
        </p:nvSpPr>
        <p:spPr>
          <a:xfrm>
            <a:off x="6291733" y="143696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30F85B9-398C-719D-D14E-3EF244A633A6}"/>
              </a:ext>
            </a:extLst>
          </p:cNvPr>
          <p:cNvSpPr/>
          <p:nvPr/>
        </p:nvSpPr>
        <p:spPr>
          <a:xfrm>
            <a:off x="3514849" y="1346729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B0C50BB-B57A-DBD9-09A5-47AC92EA6167}"/>
              </a:ext>
            </a:extLst>
          </p:cNvPr>
          <p:cNvSpPr/>
          <p:nvPr/>
        </p:nvSpPr>
        <p:spPr>
          <a:xfrm>
            <a:off x="4448497" y="1346248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0312095-D883-63E8-B7F1-0F3249370F72}"/>
              </a:ext>
            </a:extLst>
          </p:cNvPr>
          <p:cNvSpPr/>
          <p:nvPr/>
        </p:nvSpPr>
        <p:spPr>
          <a:xfrm>
            <a:off x="5358085" y="1346729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41CEF4F-CB3C-B179-487F-8B5FBE384163}"/>
              </a:ext>
            </a:extLst>
          </p:cNvPr>
          <p:cNvSpPr/>
          <p:nvPr/>
        </p:nvSpPr>
        <p:spPr>
          <a:xfrm>
            <a:off x="6291733" y="1346248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280D295-375A-A300-9F6B-9F6AC02F27D0}"/>
              </a:ext>
            </a:extLst>
          </p:cNvPr>
          <p:cNvSpPr/>
          <p:nvPr/>
        </p:nvSpPr>
        <p:spPr>
          <a:xfrm>
            <a:off x="3188407" y="9513480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B</a:t>
            </a:r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F7936C86-05E0-8EAD-FE59-15ADF6DE3503}"/>
              </a:ext>
            </a:extLst>
          </p:cNvPr>
          <p:cNvSpPr/>
          <p:nvPr/>
        </p:nvSpPr>
        <p:spPr>
          <a:xfrm>
            <a:off x="7100222" y="16234343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01D0A635-064F-28F6-D675-0253C3232251}"/>
              </a:ext>
            </a:extLst>
          </p:cNvPr>
          <p:cNvSpPr/>
          <p:nvPr/>
        </p:nvSpPr>
        <p:spPr>
          <a:xfrm>
            <a:off x="8033870" y="162295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8D9983B3-EAB3-0E8E-3821-93E2C32855B6}"/>
              </a:ext>
            </a:extLst>
          </p:cNvPr>
          <p:cNvSpPr/>
          <p:nvPr/>
        </p:nvSpPr>
        <p:spPr>
          <a:xfrm>
            <a:off x="8943458" y="1623434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3FF26F8A-1132-573E-9CDF-D32EC525F677}"/>
              </a:ext>
            </a:extLst>
          </p:cNvPr>
          <p:cNvSpPr/>
          <p:nvPr/>
        </p:nvSpPr>
        <p:spPr>
          <a:xfrm>
            <a:off x="9877106" y="162295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8D3DC31B-CFC9-6B12-A650-65D8692EF374}"/>
              </a:ext>
            </a:extLst>
          </p:cNvPr>
          <p:cNvSpPr/>
          <p:nvPr/>
        </p:nvSpPr>
        <p:spPr>
          <a:xfrm>
            <a:off x="7100222" y="1531272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FEFD1546-0FC3-C81F-E6CD-1DF6EE313074}"/>
              </a:ext>
            </a:extLst>
          </p:cNvPr>
          <p:cNvSpPr/>
          <p:nvPr/>
        </p:nvSpPr>
        <p:spPr>
          <a:xfrm>
            <a:off x="8033870" y="1530791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57B884A-BCDB-8BA1-B03F-FDB79B27C85F}"/>
              </a:ext>
            </a:extLst>
          </p:cNvPr>
          <p:cNvSpPr/>
          <p:nvPr/>
        </p:nvSpPr>
        <p:spPr>
          <a:xfrm>
            <a:off x="8943458" y="1531272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A8E3E12B-933D-007A-B31D-F410D8889037}"/>
              </a:ext>
            </a:extLst>
          </p:cNvPr>
          <p:cNvSpPr/>
          <p:nvPr/>
        </p:nvSpPr>
        <p:spPr>
          <a:xfrm>
            <a:off x="9877106" y="1530791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8EA5AB2-D6FD-49D2-2A33-A75551E33E4C}"/>
              </a:ext>
            </a:extLst>
          </p:cNvPr>
          <p:cNvSpPr/>
          <p:nvPr/>
        </p:nvSpPr>
        <p:spPr>
          <a:xfrm>
            <a:off x="7100222" y="14400734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92527B05-3901-C792-70B8-AD4E3CCF1242}"/>
              </a:ext>
            </a:extLst>
          </p:cNvPr>
          <p:cNvSpPr/>
          <p:nvPr/>
        </p:nvSpPr>
        <p:spPr>
          <a:xfrm>
            <a:off x="8033870" y="14395920"/>
            <a:ext cx="250257" cy="250257"/>
          </a:xfrm>
          <a:prstGeom prst="ellipse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8D731BF9-2065-4691-757E-EEE04BDDAE71}"/>
              </a:ext>
            </a:extLst>
          </p:cNvPr>
          <p:cNvSpPr/>
          <p:nvPr/>
        </p:nvSpPr>
        <p:spPr>
          <a:xfrm>
            <a:off x="8943458" y="1440073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FAFC25C0-1530-6860-F3A8-E5F205377072}"/>
              </a:ext>
            </a:extLst>
          </p:cNvPr>
          <p:cNvSpPr/>
          <p:nvPr/>
        </p:nvSpPr>
        <p:spPr>
          <a:xfrm>
            <a:off x="9877106" y="1439592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66662C10-99CC-7EE6-568C-589E2C3D20FE}"/>
              </a:ext>
            </a:extLst>
          </p:cNvPr>
          <p:cNvSpPr/>
          <p:nvPr/>
        </p:nvSpPr>
        <p:spPr>
          <a:xfrm>
            <a:off x="7100222" y="134935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C45F92C0-82E2-DF0E-C9C6-568BA36356CD}"/>
              </a:ext>
            </a:extLst>
          </p:cNvPr>
          <p:cNvSpPr/>
          <p:nvPr/>
        </p:nvSpPr>
        <p:spPr>
          <a:xfrm>
            <a:off x="8033870" y="1348874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16F796B2-2FA1-6330-45CF-D0E6CBCBAD4C}"/>
              </a:ext>
            </a:extLst>
          </p:cNvPr>
          <p:cNvSpPr/>
          <p:nvPr/>
        </p:nvSpPr>
        <p:spPr>
          <a:xfrm>
            <a:off x="8943458" y="134935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978EC8C9-1630-C64B-DA5E-8E7331C9BF71}"/>
              </a:ext>
            </a:extLst>
          </p:cNvPr>
          <p:cNvSpPr/>
          <p:nvPr/>
        </p:nvSpPr>
        <p:spPr>
          <a:xfrm>
            <a:off x="9877106" y="1348874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36470BFE-BD00-03D0-2F22-CD0F0EE63216}"/>
              </a:ext>
            </a:extLst>
          </p:cNvPr>
          <p:cNvGrpSpPr/>
          <p:nvPr/>
        </p:nvGrpSpPr>
        <p:grpSpPr>
          <a:xfrm>
            <a:off x="7136388" y="9796237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40CE5433-9E53-8336-5A1B-3D171A72E14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CE55E202-A119-47C6-8D29-A8A70EF3273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3F815458-BA21-D2EF-C554-CB59C9909CDE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DF550C56-8149-3AD8-1065-ECB632C432B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0DD73FE5-CA13-0FCB-5F52-83B7A7FE415F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D8F7828F-083F-840C-07FD-4F30621FA685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67AF3EF4-6143-28FA-BCD3-C5D72505A31B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BA6E68B2-EE0E-0516-2F5D-A643DA09F082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D8ABB743-4F92-3BE7-9DFE-6C8C013BFC92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5CE44BD7-9310-51AE-64F1-55F5B45FB76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FF2E4DC4-5C01-6D20-DCEB-37319732D1A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6CDF5C0A-D11A-62F1-4735-51C8027B496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7216CDC6-3579-F90B-6005-76652F4E621C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Oval 149">
              <a:extLst>
                <a:ext uri="{FF2B5EF4-FFF2-40B4-BE49-F238E27FC236}">
                  <a16:creationId xmlns:a16="http://schemas.microsoft.com/office/drawing/2014/main" id="{21BE1C2A-9024-EB53-8975-5442A3F1211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Oval 150">
              <a:extLst>
                <a:ext uri="{FF2B5EF4-FFF2-40B4-BE49-F238E27FC236}">
                  <a16:creationId xmlns:a16="http://schemas.microsoft.com/office/drawing/2014/main" id="{DF51A21F-32A8-E7F2-06C8-8538ED5B284A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B6AE1766-E3F9-0FD9-5D2D-466683A1D3D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FDAB1A98-2CC9-F96A-BB9F-16095AB74BCD}"/>
              </a:ext>
            </a:extLst>
          </p:cNvPr>
          <p:cNvGrpSpPr/>
          <p:nvPr/>
        </p:nvGrpSpPr>
        <p:grpSpPr>
          <a:xfrm>
            <a:off x="3493667" y="9820540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219" name="Oval 218">
              <a:extLst>
                <a:ext uri="{FF2B5EF4-FFF2-40B4-BE49-F238E27FC236}">
                  <a16:creationId xmlns:a16="http://schemas.microsoft.com/office/drawing/2014/main" id="{1D04B488-F0AB-6D37-7281-844C1EAA811A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0" name="Oval 219">
              <a:extLst>
                <a:ext uri="{FF2B5EF4-FFF2-40B4-BE49-F238E27FC236}">
                  <a16:creationId xmlns:a16="http://schemas.microsoft.com/office/drawing/2014/main" id="{5E19DCF3-C71F-28ED-7272-7CCE79F39754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Oval 220">
              <a:extLst>
                <a:ext uri="{FF2B5EF4-FFF2-40B4-BE49-F238E27FC236}">
                  <a16:creationId xmlns:a16="http://schemas.microsoft.com/office/drawing/2014/main" id="{481391D3-B656-E75E-385C-24F8FCA42CCC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Oval 221">
              <a:extLst>
                <a:ext uri="{FF2B5EF4-FFF2-40B4-BE49-F238E27FC236}">
                  <a16:creationId xmlns:a16="http://schemas.microsoft.com/office/drawing/2014/main" id="{3FC87592-3635-9ADE-DD99-1C41A98BD59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3" name="Oval 222">
              <a:extLst>
                <a:ext uri="{FF2B5EF4-FFF2-40B4-BE49-F238E27FC236}">
                  <a16:creationId xmlns:a16="http://schemas.microsoft.com/office/drawing/2014/main" id="{B008635C-A442-B6BF-F733-78B25D18F22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4" name="Oval 223">
              <a:extLst>
                <a:ext uri="{FF2B5EF4-FFF2-40B4-BE49-F238E27FC236}">
                  <a16:creationId xmlns:a16="http://schemas.microsoft.com/office/drawing/2014/main" id="{67DFD3F3-4D66-71A3-07DC-1749EAD4E3D7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Oval 224">
              <a:extLst>
                <a:ext uri="{FF2B5EF4-FFF2-40B4-BE49-F238E27FC236}">
                  <a16:creationId xmlns:a16="http://schemas.microsoft.com/office/drawing/2014/main" id="{DD5ECE6D-C292-90CA-D244-A74EED31930E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Oval 225">
              <a:extLst>
                <a:ext uri="{FF2B5EF4-FFF2-40B4-BE49-F238E27FC236}">
                  <a16:creationId xmlns:a16="http://schemas.microsoft.com/office/drawing/2014/main" id="{E3A96B27-D407-F44D-58A8-781DD941F149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Oval 226">
              <a:extLst>
                <a:ext uri="{FF2B5EF4-FFF2-40B4-BE49-F238E27FC236}">
                  <a16:creationId xmlns:a16="http://schemas.microsoft.com/office/drawing/2014/main" id="{27C6C7E6-5A84-78B7-1A41-DF3BF3F8752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Oval 227">
              <a:extLst>
                <a:ext uri="{FF2B5EF4-FFF2-40B4-BE49-F238E27FC236}">
                  <a16:creationId xmlns:a16="http://schemas.microsoft.com/office/drawing/2014/main" id="{ADE7A73A-9779-D95F-E758-4B2922E86FB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Oval 228">
              <a:extLst>
                <a:ext uri="{FF2B5EF4-FFF2-40B4-BE49-F238E27FC236}">
                  <a16:creationId xmlns:a16="http://schemas.microsoft.com/office/drawing/2014/main" id="{F923DB0B-E7F6-D16E-4101-D2520DA4305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Oval 229">
              <a:extLst>
                <a:ext uri="{FF2B5EF4-FFF2-40B4-BE49-F238E27FC236}">
                  <a16:creationId xmlns:a16="http://schemas.microsoft.com/office/drawing/2014/main" id="{03CEEA4C-5292-7E1E-C5B3-A0B4000400C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Oval 230">
              <a:extLst>
                <a:ext uri="{FF2B5EF4-FFF2-40B4-BE49-F238E27FC236}">
                  <a16:creationId xmlns:a16="http://schemas.microsoft.com/office/drawing/2014/main" id="{18D157A5-70D4-F13D-A3D0-C76782D0932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D9830B8F-8337-6285-851E-3473B7DD8DA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Oval 232">
              <a:extLst>
                <a:ext uri="{FF2B5EF4-FFF2-40B4-BE49-F238E27FC236}">
                  <a16:creationId xmlns:a16="http://schemas.microsoft.com/office/drawing/2014/main" id="{C74A6004-8690-4857-BD3A-1348B83C339F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Oval 233">
              <a:extLst>
                <a:ext uri="{FF2B5EF4-FFF2-40B4-BE49-F238E27FC236}">
                  <a16:creationId xmlns:a16="http://schemas.microsoft.com/office/drawing/2014/main" id="{CDA92270-B180-F7F8-25B6-647758DC37E5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ED9A412-76E1-5A13-D1B2-9BB1B267BE2B}"/>
                  </a:ext>
                </a:extLst>
              </p:cNvPr>
              <p:cNvSpPr txBox="1"/>
              <p:nvPr/>
            </p:nvSpPr>
            <p:spPr>
              <a:xfrm rot="5400000">
                <a:off x="3431650" y="1288991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AED9A412-76E1-5A13-D1B2-9BB1B267BE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431650" y="12889911"/>
                <a:ext cx="474810" cy="400110"/>
              </a:xfrm>
              <a:prstGeom prst="rect">
                <a:avLst/>
              </a:prstGeom>
              <a:blipFill>
                <a:blip r:embed="rId3"/>
                <a:stretch>
                  <a:fillRect l="-28125" r="-9375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118CB802-D4FD-80BD-F810-2B5BC532510D}"/>
                  </a:ext>
                </a:extLst>
              </p:cNvPr>
              <p:cNvSpPr txBox="1"/>
              <p:nvPr/>
            </p:nvSpPr>
            <p:spPr>
              <a:xfrm rot="5400000">
                <a:off x="6174800" y="12893887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118CB802-D4FD-80BD-F810-2B5BC5325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174800" y="12893887"/>
                <a:ext cx="474810" cy="400110"/>
              </a:xfrm>
              <a:prstGeom prst="rect">
                <a:avLst/>
              </a:prstGeom>
              <a:blipFill>
                <a:blip r:embed="rId4"/>
                <a:stretch>
                  <a:fillRect l="-28125" r="-9375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15C347E1-BBE2-B83B-9BA1-E923B563EC60}"/>
                  </a:ext>
                </a:extLst>
              </p:cNvPr>
              <p:cNvSpPr txBox="1"/>
              <p:nvPr/>
            </p:nvSpPr>
            <p:spPr>
              <a:xfrm rot="5400000">
                <a:off x="7025004" y="1285896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15C347E1-BBE2-B83B-9BA1-E923B563E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025004" y="12858963"/>
                <a:ext cx="474810" cy="400110"/>
              </a:xfrm>
              <a:prstGeom prst="rect">
                <a:avLst/>
              </a:prstGeom>
              <a:blipFill>
                <a:blip r:embed="rId4"/>
                <a:stretch>
                  <a:fillRect l="-28125" r="-9375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3B4B9BBE-E6CC-3076-0DCE-6C60C12CBD7C}"/>
                  </a:ext>
                </a:extLst>
              </p:cNvPr>
              <p:cNvSpPr txBox="1"/>
              <p:nvPr/>
            </p:nvSpPr>
            <p:spPr>
              <a:xfrm rot="5400000">
                <a:off x="9768154" y="12862939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3B4B9BBE-E6CC-3076-0DCE-6C60C12CBD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9768154" y="12862939"/>
                <a:ext cx="474810" cy="400110"/>
              </a:xfrm>
              <a:prstGeom prst="rect">
                <a:avLst/>
              </a:prstGeom>
              <a:blipFill>
                <a:blip r:embed="rId5"/>
                <a:stretch>
                  <a:fillRect l="-28125" r="-9375" b="-20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C58378D7-3CD4-ECAB-2EA5-6E69F34160E7}"/>
                  </a:ext>
                </a:extLst>
              </p:cNvPr>
              <p:cNvSpPr txBox="1"/>
              <p:nvPr/>
            </p:nvSpPr>
            <p:spPr>
              <a:xfrm>
                <a:off x="6587544" y="16119376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C58378D7-3CD4-ECAB-2EA5-6E69F34160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7544" y="16119376"/>
                <a:ext cx="474810" cy="400110"/>
              </a:xfrm>
              <a:prstGeom prst="rect">
                <a:avLst/>
              </a:prstGeom>
              <a:blipFill>
                <a:blip r:embed="rId6"/>
                <a:stretch>
                  <a:fillRect t="-9375" r="-1794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57946394-254F-ACE3-02F1-57221DB4634F}"/>
                  </a:ext>
                </a:extLst>
              </p:cNvPr>
              <p:cNvSpPr txBox="1"/>
              <p:nvPr/>
            </p:nvSpPr>
            <p:spPr>
              <a:xfrm>
                <a:off x="6576948" y="15204376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57946394-254F-ACE3-02F1-57221DB46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948" y="15204376"/>
                <a:ext cx="474810" cy="400110"/>
              </a:xfrm>
              <a:prstGeom prst="rect">
                <a:avLst/>
              </a:prstGeom>
              <a:blipFill>
                <a:blip r:embed="rId7"/>
                <a:stretch>
                  <a:fillRect t="-9375" r="-2051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B36D939B-7B07-8F9E-3722-69A4348DE352}"/>
                  </a:ext>
                </a:extLst>
              </p:cNvPr>
              <p:cNvSpPr txBox="1"/>
              <p:nvPr/>
            </p:nvSpPr>
            <p:spPr>
              <a:xfrm>
                <a:off x="6555279" y="1433440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B36D939B-7B07-8F9E-3722-69A4348DE3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5279" y="14334403"/>
                <a:ext cx="474810" cy="400110"/>
              </a:xfrm>
              <a:prstGeom prst="rect">
                <a:avLst/>
              </a:prstGeom>
              <a:blipFill>
                <a:blip r:embed="rId8"/>
                <a:stretch>
                  <a:fillRect t="-6061" r="-21053"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F03D869F-932D-7D6B-7D0B-CA445946403F}"/>
                  </a:ext>
                </a:extLst>
              </p:cNvPr>
              <p:cNvSpPr txBox="1"/>
              <p:nvPr/>
            </p:nvSpPr>
            <p:spPr>
              <a:xfrm>
                <a:off x="6523112" y="13375194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F03D869F-932D-7D6B-7D0B-CA4459464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3112" y="13375194"/>
                <a:ext cx="474810" cy="400110"/>
              </a:xfrm>
              <a:prstGeom prst="rect">
                <a:avLst/>
              </a:prstGeom>
              <a:blipFill>
                <a:blip r:embed="rId6"/>
                <a:stretch>
                  <a:fillRect t="-9375" r="-1794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28DDE64C-B7BD-AD3C-D9B1-998F960E5974}"/>
                  </a:ext>
                </a:extLst>
              </p:cNvPr>
              <p:cNvSpPr txBox="1"/>
              <p:nvPr/>
            </p:nvSpPr>
            <p:spPr>
              <a:xfrm>
                <a:off x="6660434" y="1248277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28DDE64C-B7BD-AD3C-D9B1-998F960E5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0434" y="12482773"/>
                <a:ext cx="474810" cy="400110"/>
              </a:xfrm>
              <a:prstGeom prst="rect">
                <a:avLst/>
              </a:prstGeom>
              <a:blipFill>
                <a:blip r:embed="rId8"/>
                <a:stretch>
                  <a:fillRect t="-9375" r="-2105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4339F217-5A17-0FDF-B540-CBC4A2CCCA69}"/>
                  </a:ext>
                </a:extLst>
              </p:cNvPr>
              <p:cNvSpPr txBox="1"/>
              <p:nvPr/>
            </p:nvSpPr>
            <p:spPr>
              <a:xfrm>
                <a:off x="6649838" y="1156777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4339F217-5A17-0FDF-B540-CBC4A2CCC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838" y="11567773"/>
                <a:ext cx="474810" cy="400110"/>
              </a:xfrm>
              <a:prstGeom prst="rect">
                <a:avLst/>
              </a:prstGeom>
              <a:blipFill>
                <a:blip r:embed="rId9"/>
                <a:stretch>
                  <a:fillRect t="-9375" r="-1794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F4BD3EC5-5E6D-0BB0-6339-404B78673B76}"/>
                  </a:ext>
                </a:extLst>
              </p:cNvPr>
              <p:cNvSpPr txBox="1"/>
              <p:nvPr/>
            </p:nvSpPr>
            <p:spPr>
              <a:xfrm>
                <a:off x="6628169" y="10697800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F4BD3EC5-5E6D-0BB0-6339-404B78673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8169" y="10697800"/>
                <a:ext cx="474810" cy="400110"/>
              </a:xfrm>
              <a:prstGeom prst="rect">
                <a:avLst/>
              </a:prstGeom>
              <a:blipFill>
                <a:blip r:embed="rId10"/>
                <a:stretch>
                  <a:fillRect t="-9091" r="-17949"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9D70234A-E3CB-146A-F7DF-6DA0ED55EF77}"/>
                  </a:ext>
                </a:extLst>
              </p:cNvPr>
              <p:cNvSpPr txBox="1"/>
              <p:nvPr/>
            </p:nvSpPr>
            <p:spPr>
              <a:xfrm>
                <a:off x="6596002" y="973859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9D70234A-E3CB-146A-F7DF-6DA0ED55EF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6002" y="9738591"/>
                <a:ext cx="474810" cy="400110"/>
              </a:xfrm>
              <a:prstGeom prst="rect">
                <a:avLst/>
              </a:prstGeom>
              <a:blipFill>
                <a:blip r:embed="rId8"/>
                <a:stretch>
                  <a:fillRect t="-9375" r="-2105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038F8244-40EF-6471-AB67-72A8D15FDF51}"/>
                  </a:ext>
                </a:extLst>
              </p:cNvPr>
              <p:cNvSpPr txBox="1"/>
              <p:nvPr/>
            </p:nvSpPr>
            <p:spPr>
              <a:xfrm rot="5400000">
                <a:off x="8895648" y="1288991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038F8244-40EF-6471-AB67-72A8D15FD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8895648" y="12889911"/>
                <a:ext cx="474810" cy="400110"/>
              </a:xfrm>
              <a:prstGeom prst="rect">
                <a:avLst/>
              </a:prstGeom>
              <a:blipFill>
                <a:blip r:embed="rId11"/>
                <a:stretch>
                  <a:fillRect l="-25000" r="-9375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02882ED0-B383-44C6-CD8F-3572E9798B22}"/>
                  </a:ext>
                </a:extLst>
              </p:cNvPr>
              <p:cNvSpPr txBox="1"/>
              <p:nvPr/>
            </p:nvSpPr>
            <p:spPr>
              <a:xfrm rot="5400000">
                <a:off x="7960326" y="1285896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02882ED0-B383-44C6-CD8F-3572E9798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960326" y="12858963"/>
                <a:ext cx="474810" cy="400110"/>
              </a:xfrm>
              <a:prstGeom prst="rect">
                <a:avLst/>
              </a:prstGeom>
              <a:blipFill>
                <a:blip r:embed="rId12"/>
                <a:stretch>
                  <a:fillRect l="-24242" r="-6061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BCB01FE0-E893-AADA-DD6E-3291AA9B854B}"/>
                  </a:ext>
                </a:extLst>
              </p:cNvPr>
              <p:cNvSpPr txBox="1"/>
              <p:nvPr/>
            </p:nvSpPr>
            <p:spPr>
              <a:xfrm rot="5400000">
                <a:off x="4342495" y="12889911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BCB01FE0-E893-AADA-DD6E-3291AA9B8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4342495" y="12889911"/>
                <a:ext cx="474810" cy="400110"/>
              </a:xfrm>
              <a:prstGeom prst="rect">
                <a:avLst/>
              </a:prstGeom>
              <a:blipFill>
                <a:blip r:embed="rId3"/>
                <a:stretch>
                  <a:fillRect l="-24242" r="-9091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D849E8BF-06D4-8FA5-AC51-8C2076BC7DC6}"/>
                  </a:ext>
                </a:extLst>
              </p:cNvPr>
              <p:cNvSpPr txBox="1"/>
              <p:nvPr/>
            </p:nvSpPr>
            <p:spPr>
              <a:xfrm rot="5400000">
                <a:off x="5263955" y="12920233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D849E8BF-06D4-8FA5-AC51-8C2076BC7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263955" y="12920233"/>
                <a:ext cx="474810" cy="400110"/>
              </a:xfrm>
              <a:prstGeom prst="rect">
                <a:avLst/>
              </a:prstGeom>
              <a:blipFill>
                <a:blip r:embed="rId13"/>
                <a:stretch>
                  <a:fillRect l="-28125" r="-9375"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755EA264-15B0-2667-1B45-4E36898B5CA6}"/>
              </a:ext>
            </a:extLst>
          </p:cNvPr>
          <p:cNvCxnSpPr>
            <a:cxnSpLocks/>
          </p:cNvCxnSpPr>
          <p:nvPr/>
        </p:nvCxnSpPr>
        <p:spPr>
          <a:xfrm rot="5400000">
            <a:off x="6767878" y="13155128"/>
            <a:ext cx="8371724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5EC02DB7-7EED-A488-18B1-14438F4199ED}"/>
              </a:ext>
            </a:extLst>
          </p:cNvPr>
          <p:cNvCxnSpPr>
            <a:cxnSpLocks/>
          </p:cNvCxnSpPr>
          <p:nvPr/>
        </p:nvCxnSpPr>
        <p:spPr>
          <a:xfrm>
            <a:off x="6838705" y="12306036"/>
            <a:ext cx="4563241" cy="4485651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riangle 294">
            <a:extLst>
              <a:ext uri="{FF2B5EF4-FFF2-40B4-BE49-F238E27FC236}">
                <a16:creationId xmlns:a16="http://schemas.microsoft.com/office/drawing/2014/main" id="{9C36CE3B-1208-935E-B23E-BA218A446118}"/>
              </a:ext>
            </a:extLst>
          </p:cNvPr>
          <p:cNvSpPr/>
          <p:nvPr/>
        </p:nvSpPr>
        <p:spPr>
          <a:xfrm>
            <a:off x="12287963" y="9794379"/>
            <a:ext cx="7914368" cy="6822731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0AF1DA13-2488-899A-DAFF-529D86925141}"/>
              </a:ext>
            </a:extLst>
          </p:cNvPr>
          <p:cNvSpPr/>
          <p:nvPr/>
        </p:nvSpPr>
        <p:spPr>
          <a:xfrm>
            <a:off x="12162834" y="1648460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8" name="Oval 297">
            <a:extLst>
              <a:ext uri="{FF2B5EF4-FFF2-40B4-BE49-F238E27FC236}">
                <a16:creationId xmlns:a16="http://schemas.microsoft.com/office/drawing/2014/main" id="{DC078404-C1AB-241E-B0B0-C25245B3F6F2}"/>
              </a:ext>
            </a:extLst>
          </p:cNvPr>
          <p:cNvSpPr/>
          <p:nvPr/>
        </p:nvSpPr>
        <p:spPr>
          <a:xfrm>
            <a:off x="20061705" y="16437988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6F9B2122-E0F5-92DB-D3B4-A46B075F4BBB}"/>
              </a:ext>
            </a:extLst>
          </p:cNvPr>
          <p:cNvCxnSpPr>
            <a:cxnSpLocks/>
          </p:cNvCxnSpPr>
          <p:nvPr/>
        </p:nvCxnSpPr>
        <p:spPr>
          <a:xfrm rot="5400000">
            <a:off x="12059285" y="13526490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Oval 299">
            <a:extLst>
              <a:ext uri="{FF2B5EF4-FFF2-40B4-BE49-F238E27FC236}">
                <a16:creationId xmlns:a16="http://schemas.microsoft.com/office/drawing/2014/main" id="{7D196233-618C-87FF-FEF9-FCECAE45FC50}"/>
              </a:ext>
            </a:extLst>
          </p:cNvPr>
          <p:cNvSpPr/>
          <p:nvPr/>
        </p:nvSpPr>
        <p:spPr>
          <a:xfrm>
            <a:off x="16135515" y="9723244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6C879F53-0974-B701-CC49-196A6D81B141}"/>
              </a:ext>
            </a:extLst>
          </p:cNvPr>
          <p:cNvCxnSpPr>
            <a:cxnSpLocks/>
          </p:cNvCxnSpPr>
          <p:nvPr/>
        </p:nvCxnSpPr>
        <p:spPr>
          <a:xfrm rot="1800000">
            <a:off x="12569696" y="14641926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D4D06C6D-7817-8A8C-8419-392455C81C34}"/>
              </a:ext>
            </a:extLst>
          </p:cNvPr>
          <p:cNvCxnSpPr>
            <a:cxnSpLocks/>
          </p:cNvCxnSpPr>
          <p:nvPr/>
        </p:nvCxnSpPr>
        <p:spPr>
          <a:xfrm rot="19800000" flipH="1">
            <a:off x="11250477" y="14814237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Oval 306">
            <a:extLst>
              <a:ext uri="{FF2B5EF4-FFF2-40B4-BE49-F238E27FC236}">
                <a16:creationId xmlns:a16="http://schemas.microsoft.com/office/drawing/2014/main" id="{85E8F5F1-55F2-2E2D-C4F3-FFB0B0495B53}"/>
              </a:ext>
            </a:extLst>
          </p:cNvPr>
          <p:cNvSpPr/>
          <p:nvPr/>
        </p:nvSpPr>
        <p:spPr>
          <a:xfrm>
            <a:off x="14128960" y="1307314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0" name="Oval 309">
            <a:extLst>
              <a:ext uri="{FF2B5EF4-FFF2-40B4-BE49-F238E27FC236}">
                <a16:creationId xmlns:a16="http://schemas.microsoft.com/office/drawing/2014/main" id="{750FC823-71BE-FB3C-6ACE-25D1A8FD2CC8}"/>
              </a:ext>
            </a:extLst>
          </p:cNvPr>
          <p:cNvSpPr/>
          <p:nvPr/>
        </p:nvSpPr>
        <p:spPr>
          <a:xfrm>
            <a:off x="10850647" y="16252661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1" name="Oval 310">
            <a:extLst>
              <a:ext uri="{FF2B5EF4-FFF2-40B4-BE49-F238E27FC236}">
                <a16:creationId xmlns:a16="http://schemas.microsoft.com/office/drawing/2014/main" id="{5F9000FC-FC7A-38F0-D1CE-E58DFE746E06}"/>
              </a:ext>
            </a:extLst>
          </p:cNvPr>
          <p:cNvSpPr/>
          <p:nvPr/>
        </p:nvSpPr>
        <p:spPr>
          <a:xfrm>
            <a:off x="10828611" y="8844137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CA26F290-02F9-941B-F331-620FC9E83FC3}"/>
              </a:ext>
            </a:extLst>
          </p:cNvPr>
          <p:cNvSpPr/>
          <p:nvPr/>
        </p:nvSpPr>
        <p:spPr>
          <a:xfrm>
            <a:off x="16135516" y="16509123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" name="Oval 307">
            <a:extLst>
              <a:ext uri="{FF2B5EF4-FFF2-40B4-BE49-F238E27FC236}">
                <a16:creationId xmlns:a16="http://schemas.microsoft.com/office/drawing/2014/main" id="{546D66D4-C4AB-920C-0624-933B604612F5}"/>
              </a:ext>
            </a:extLst>
          </p:cNvPr>
          <p:cNvSpPr/>
          <p:nvPr/>
        </p:nvSpPr>
        <p:spPr>
          <a:xfrm>
            <a:off x="14188395" y="16491981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9" name="Oval 308">
            <a:extLst>
              <a:ext uri="{FF2B5EF4-FFF2-40B4-BE49-F238E27FC236}">
                <a16:creationId xmlns:a16="http://schemas.microsoft.com/office/drawing/2014/main" id="{FD140DB6-1BDC-8641-63E5-1E201FFDFA61}"/>
              </a:ext>
            </a:extLst>
          </p:cNvPr>
          <p:cNvSpPr/>
          <p:nvPr/>
        </p:nvSpPr>
        <p:spPr>
          <a:xfrm>
            <a:off x="18164544" y="1650424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Oval 316">
            <a:extLst>
              <a:ext uri="{FF2B5EF4-FFF2-40B4-BE49-F238E27FC236}">
                <a16:creationId xmlns:a16="http://schemas.microsoft.com/office/drawing/2014/main" id="{64C44534-C2F8-274A-DB0A-685B331B8169}"/>
              </a:ext>
            </a:extLst>
          </p:cNvPr>
          <p:cNvSpPr/>
          <p:nvPr/>
        </p:nvSpPr>
        <p:spPr>
          <a:xfrm>
            <a:off x="13103724" y="16490656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Oval 317">
            <a:extLst>
              <a:ext uri="{FF2B5EF4-FFF2-40B4-BE49-F238E27FC236}">
                <a16:creationId xmlns:a16="http://schemas.microsoft.com/office/drawing/2014/main" id="{ADC7C068-8CD7-5014-1D02-1D9CCBB85C28}"/>
              </a:ext>
            </a:extLst>
          </p:cNvPr>
          <p:cNvSpPr/>
          <p:nvPr/>
        </p:nvSpPr>
        <p:spPr>
          <a:xfrm>
            <a:off x="17079873" y="1650291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0F84F301-38B0-FECA-83B6-34E8A6001B6B}"/>
              </a:ext>
            </a:extLst>
          </p:cNvPr>
          <p:cNvSpPr/>
          <p:nvPr/>
        </p:nvSpPr>
        <p:spPr>
          <a:xfrm>
            <a:off x="15144256" y="16488750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69B82CF2-2B7B-15AE-D0DD-0631A08463A1}"/>
              </a:ext>
            </a:extLst>
          </p:cNvPr>
          <p:cNvSpPr/>
          <p:nvPr/>
        </p:nvSpPr>
        <p:spPr>
          <a:xfrm>
            <a:off x="19120405" y="1650101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Oval 329">
            <a:extLst>
              <a:ext uri="{FF2B5EF4-FFF2-40B4-BE49-F238E27FC236}">
                <a16:creationId xmlns:a16="http://schemas.microsoft.com/office/drawing/2014/main" id="{AD4D65A5-5052-FDB9-C20E-32EB8CB72051}"/>
              </a:ext>
            </a:extLst>
          </p:cNvPr>
          <p:cNvSpPr/>
          <p:nvPr/>
        </p:nvSpPr>
        <p:spPr>
          <a:xfrm rot="18000000" flipH="1">
            <a:off x="15101846" y="1141241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1" name="Oval 330">
            <a:extLst>
              <a:ext uri="{FF2B5EF4-FFF2-40B4-BE49-F238E27FC236}">
                <a16:creationId xmlns:a16="http://schemas.microsoft.com/office/drawing/2014/main" id="{15D35BEE-0C1D-757B-E790-557628F8352A}"/>
              </a:ext>
            </a:extLst>
          </p:cNvPr>
          <p:cNvSpPr/>
          <p:nvPr/>
        </p:nvSpPr>
        <p:spPr>
          <a:xfrm rot="18000000" flipH="1">
            <a:off x="13163994" y="1476813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2" name="Oval 331">
            <a:extLst>
              <a:ext uri="{FF2B5EF4-FFF2-40B4-BE49-F238E27FC236}">
                <a16:creationId xmlns:a16="http://schemas.microsoft.com/office/drawing/2014/main" id="{D431FD2C-04FB-EE6B-6258-C384F046FA4E}"/>
              </a:ext>
            </a:extLst>
          </p:cNvPr>
          <p:cNvSpPr/>
          <p:nvPr/>
        </p:nvSpPr>
        <p:spPr>
          <a:xfrm rot="18000000" flipH="1">
            <a:off x="15601023" y="1057267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3" name="Oval 332">
            <a:extLst>
              <a:ext uri="{FF2B5EF4-FFF2-40B4-BE49-F238E27FC236}">
                <a16:creationId xmlns:a16="http://schemas.microsoft.com/office/drawing/2014/main" id="{F7D727B1-A519-A94A-D313-E88951349313}"/>
              </a:ext>
            </a:extLst>
          </p:cNvPr>
          <p:cNvSpPr/>
          <p:nvPr/>
        </p:nvSpPr>
        <p:spPr>
          <a:xfrm rot="18000000" flipH="1">
            <a:off x="13665579" y="1392197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4" name="Oval 333">
            <a:extLst>
              <a:ext uri="{FF2B5EF4-FFF2-40B4-BE49-F238E27FC236}">
                <a16:creationId xmlns:a16="http://schemas.microsoft.com/office/drawing/2014/main" id="{7B48FEC4-526C-C3D7-908A-66CF8E3A042B}"/>
              </a:ext>
            </a:extLst>
          </p:cNvPr>
          <p:cNvSpPr/>
          <p:nvPr/>
        </p:nvSpPr>
        <p:spPr>
          <a:xfrm rot="18000000" flipH="1">
            <a:off x="14621117" y="1223859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5" name="Oval 334">
            <a:extLst>
              <a:ext uri="{FF2B5EF4-FFF2-40B4-BE49-F238E27FC236}">
                <a16:creationId xmlns:a16="http://schemas.microsoft.com/office/drawing/2014/main" id="{A54F57D6-9EFD-5F94-A14E-EE01FC2712CF}"/>
              </a:ext>
            </a:extLst>
          </p:cNvPr>
          <p:cNvSpPr/>
          <p:nvPr/>
        </p:nvSpPr>
        <p:spPr>
          <a:xfrm rot="18000000" flipH="1">
            <a:off x="12633483" y="1561941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5" name="Oval 344">
            <a:extLst>
              <a:ext uri="{FF2B5EF4-FFF2-40B4-BE49-F238E27FC236}">
                <a16:creationId xmlns:a16="http://schemas.microsoft.com/office/drawing/2014/main" id="{301789FD-E9B2-FED0-9AF0-F45A62CDBEC6}"/>
              </a:ext>
            </a:extLst>
          </p:cNvPr>
          <p:cNvSpPr/>
          <p:nvPr/>
        </p:nvSpPr>
        <p:spPr>
          <a:xfrm>
            <a:off x="16632758" y="1564864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7" name="Oval 346">
            <a:extLst>
              <a:ext uri="{FF2B5EF4-FFF2-40B4-BE49-F238E27FC236}">
                <a16:creationId xmlns:a16="http://schemas.microsoft.com/office/drawing/2014/main" id="{04AFCA57-4F5F-02CB-B943-E59EF7EC663E}"/>
              </a:ext>
            </a:extLst>
          </p:cNvPr>
          <p:cNvSpPr/>
          <p:nvPr/>
        </p:nvSpPr>
        <p:spPr>
          <a:xfrm>
            <a:off x="14685637" y="1563150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Oval 347">
            <a:extLst>
              <a:ext uri="{FF2B5EF4-FFF2-40B4-BE49-F238E27FC236}">
                <a16:creationId xmlns:a16="http://schemas.microsoft.com/office/drawing/2014/main" id="{53A5BF44-B080-1F45-BB0D-E8D8B165CEB2}"/>
              </a:ext>
            </a:extLst>
          </p:cNvPr>
          <p:cNvSpPr/>
          <p:nvPr/>
        </p:nvSpPr>
        <p:spPr>
          <a:xfrm>
            <a:off x="18661786" y="1564376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9" name="Oval 348">
            <a:extLst>
              <a:ext uri="{FF2B5EF4-FFF2-40B4-BE49-F238E27FC236}">
                <a16:creationId xmlns:a16="http://schemas.microsoft.com/office/drawing/2014/main" id="{D76EC47C-7B8E-6312-90A7-B7EA6CB178D6}"/>
              </a:ext>
            </a:extLst>
          </p:cNvPr>
          <p:cNvSpPr/>
          <p:nvPr/>
        </p:nvSpPr>
        <p:spPr>
          <a:xfrm>
            <a:off x="13623268" y="15674779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Oval 349">
            <a:extLst>
              <a:ext uri="{FF2B5EF4-FFF2-40B4-BE49-F238E27FC236}">
                <a16:creationId xmlns:a16="http://schemas.microsoft.com/office/drawing/2014/main" id="{A68A3B88-F760-4DBA-D5D6-E090C62B6064}"/>
              </a:ext>
            </a:extLst>
          </p:cNvPr>
          <p:cNvSpPr/>
          <p:nvPr/>
        </p:nvSpPr>
        <p:spPr>
          <a:xfrm>
            <a:off x="17577115" y="1564243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Oval 350">
            <a:extLst>
              <a:ext uri="{FF2B5EF4-FFF2-40B4-BE49-F238E27FC236}">
                <a16:creationId xmlns:a16="http://schemas.microsoft.com/office/drawing/2014/main" id="{9A4C422E-DC03-B343-48DC-452ECAB5A8E3}"/>
              </a:ext>
            </a:extLst>
          </p:cNvPr>
          <p:cNvSpPr/>
          <p:nvPr/>
        </p:nvSpPr>
        <p:spPr>
          <a:xfrm>
            <a:off x="15641498" y="1562826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Oval 351">
            <a:extLst>
              <a:ext uri="{FF2B5EF4-FFF2-40B4-BE49-F238E27FC236}">
                <a16:creationId xmlns:a16="http://schemas.microsoft.com/office/drawing/2014/main" id="{47CCD92F-1FE2-72CD-231B-7C7C19A87E87}"/>
              </a:ext>
            </a:extLst>
          </p:cNvPr>
          <p:cNvSpPr/>
          <p:nvPr/>
        </p:nvSpPr>
        <p:spPr>
          <a:xfrm>
            <a:off x="19617647" y="1564053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4" name="Oval 353">
            <a:extLst>
              <a:ext uri="{FF2B5EF4-FFF2-40B4-BE49-F238E27FC236}">
                <a16:creationId xmlns:a16="http://schemas.microsoft.com/office/drawing/2014/main" id="{623F5AC6-312A-858F-275D-4B028D25848B}"/>
              </a:ext>
            </a:extLst>
          </p:cNvPr>
          <p:cNvSpPr/>
          <p:nvPr/>
        </p:nvSpPr>
        <p:spPr>
          <a:xfrm>
            <a:off x="17160752" y="1483377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5472521A-62A0-B91C-35C1-55DE71453CA8}"/>
              </a:ext>
            </a:extLst>
          </p:cNvPr>
          <p:cNvSpPr/>
          <p:nvPr/>
        </p:nvSpPr>
        <p:spPr>
          <a:xfrm>
            <a:off x="15169027" y="14772031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7" name="Oval 356">
            <a:extLst>
              <a:ext uri="{FF2B5EF4-FFF2-40B4-BE49-F238E27FC236}">
                <a16:creationId xmlns:a16="http://schemas.microsoft.com/office/drawing/2014/main" id="{3DA06BB7-DFDD-FDD9-02CB-AE9EC5B5B209}"/>
              </a:ext>
            </a:extLst>
          </p:cNvPr>
          <p:cNvSpPr/>
          <p:nvPr/>
        </p:nvSpPr>
        <p:spPr>
          <a:xfrm>
            <a:off x="19189780" y="1482889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8" name="Oval 357">
            <a:extLst>
              <a:ext uri="{FF2B5EF4-FFF2-40B4-BE49-F238E27FC236}">
                <a16:creationId xmlns:a16="http://schemas.microsoft.com/office/drawing/2014/main" id="{03DF1329-975A-9FEC-5E38-33E0DA175DA0}"/>
              </a:ext>
            </a:extLst>
          </p:cNvPr>
          <p:cNvSpPr/>
          <p:nvPr/>
        </p:nvSpPr>
        <p:spPr>
          <a:xfrm>
            <a:off x="14154360" y="1468831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9" name="Oval 358">
            <a:extLst>
              <a:ext uri="{FF2B5EF4-FFF2-40B4-BE49-F238E27FC236}">
                <a16:creationId xmlns:a16="http://schemas.microsoft.com/office/drawing/2014/main" id="{6F4ECDD4-D7A9-41FD-4C5F-64EC1F655A53}"/>
              </a:ext>
            </a:extLst>
          </p:cNvPr>
          <p:cNvSpPr/>
          <p:nvPr/>
        </p:nvSpPr>
        <p:spPr>
          <a:xfrm>
            <a:off x="18105109" y="1482757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0" name="Oval 359">
            <a:extLst>
              <a:ext uri="{FF2B5EF4-FFF2-40B4-BE49-F238E27FC236}">
                <a16:creationId xmlns:a16="http://schemas.microsoft.com/office/drawing/2014/main" id="{0DD60FFA-8892-AEF8-532E-FFF583AE35CA}"/>
              </a:ext>
            </a:extLst>
          </p:cNvPr>
          <p:cNvSpPr/>
          <p:nvPr/>
        </p:nvSpPr>
        <p:spPr>
          <a:xfrm>
            <a:off x="16124888" y="14813404"/>
            <a:ext cx="250257" cy="250257"/>
          </a:xfrm>
          <a:prstGeom prst="ellipse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1" name="Oval 360">
            <a:extLst>
              <a:ext uri="{FF2B5EF4-FFF2-40B4-BE49-F238E27FC236}">
                <a16:creationId xmlns:a16="http://schemas.microsoft.com/office/drawing/2014/main" id="{D8E0BE72-1517-3868-7110-27702F25265B}"/>
              </a:ext>
            </a:extLst>
          </p:cNvPr>
          <p:cNvSpPr/>
          <p:nvPr/>
        </p:nvSpPr>
        <p:spPr>
          <a:xfrm>
            <a:off x="16653689" y="1055003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3" name="Oval 362">
            <a:extLst>
              <a:ext uri="{FF2B5EF4-FFF2-40B4-BE49-F238E27FC236}">
                <a16:creationId xmlns:a16="http://schemas.microsoft.com/office/drawing/2014/main" id="{8390D622-6659-D178-29EF-FA83402B918E}"/>
              </a:ext>
            </a:extLst>
          </p:cNvPr>
          <p:cNvSpPr/>
          <p:nvPr/>
        </p:nvSpPr>
        <p:spPr>
          <a:xfrm>
            <a:off x="17607349" y="1400692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5" name="Oval 364">
            <a:extLst>
              <a:ext uri="{FF2B5EF4-FFF2-40B4-BE49-F238E27FC236}">
                <a16:creationId xmlns:a16="http://schemas.microsoft.com/office/drawing/2014/main" id="{C6701BC2-D9B9-9D78-4EEB-314BE4FB7E45}"/>
              </a:ext>
            </a:extLst>
          </p:cNvPr>
          <p:cNvSpPr/>
          <p:nvPr/>
        </p:nvSpPr>
        <p:spPr>
          <a:xfrm>
            <a:off x="15660228" y="1398977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7" name="Oval 366">
            <a:extLst>
              <a:ext uri="{FF2B5EF4-FFF2-40B4-BE49-F238E27FC236}">
                <a16:creationId xmlns:a16="http://schemas.microsoft.com/office/drawing/2014/main" id="{544DD7D1-E390-84EC-C5A2-7E77ECE3A9C9}"/>
              </a:ext>
            </a:extLst>
          </p:cNvPr>
          <p:cNvSpPr/>
          <p:nvPr/>
        </p:nvSpPr>
        <p:spPr>
          <a:xfrm>
            <a:off x="14651757" y="1398845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8" name="Oval 367">
            <a:extLst>
              <a:ext uri="{FF2B5EF4-FFF2-40B4-BE49-F238E27FC236}">
                <a16:creationId xmlns:a16="http://schemas.microsoft.com/office/drawing/2014/main" id="{45ECCC5E-C366-DED7-EC0E-4E288AE65D03}"/>
              </a:ext>
            </a:extLst>
          </p:cNvPr>
          <p:cNvSpPr/>
          <p:nvPr/>
        </p:nvSpPr>
        <p:spPr>
          <a:xfrm>
            <a:off x="18551706" y="1400071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9" name="Oval 368">
            <a:extLst>
              <a:ext uri="{FF2B5EF4-FFF2-40B4-BE49-F238E27FC236}">
                <a16:creationId xmlns:a16="http://schemas.microsoft.com/office/drawing/2014/main" id="{A1B56030-FA1F-56C6-E15E-57C298A4D438}"/>
              </a:ext>
            </a:extLst>
          </p:cNvPr>
          <p:cNvSpPr/>
          <p:nvPr/>
        </p:nvSpPr>
        <p:spPr>
          <a:xfrm>
            <a:off x="16616089" y="1398654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2" name="Oval 371">
            <a:extLst>
              <a:ext uri="{FF2B5EF4-FFF2-40B4-BE49-F238E27FC236}">
                <a16:creationId xmlns:a16="http://schemas.microsoft.com/office/drawing/2014/main" id="{1D574005-0D2E-311D-2043-9433FF84E38D}"/>
              </a:ext>
            </a:extLst>
          </p:cNvPr>
          <p:cNvSpPr/>
          <p:nvPr/>
        </p:nvSpPr>
        <p:spPr>
          <a:xfrm>
            <a:off x="18100568" y="1310743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4" name="Oval 373">
            <a:extLst>
              <a:ext uri="{FF2B5EF4-FFF2-40B4-BE49-F238E27FC236}">
                <a16:creationId xmlns:a16="http://schemas.microsoft.com/office/drawing/2014/main" id="{9AF39EB5-262E-EA56-B32E-5D066BE547D5}"/>
              </a:ext>
            </a:extLst>
          </p:cNvPr>
          <p:cNvSpPr/>
          <p:nvPr/>
        </p:nvSpPr>
        <p:spPr>
          <a:xfrm>
            <a:off x="16153447" y="1309029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Oval 375">
            <a:extLst>
              <a:ext uri="{FF2B5EF4-FFF2-40B4-BE49-F238E27FC236}">
                <a16:creationId xmlns:a16="http://schemas.microsoft.com/office/drawing/2014/main" id="{1DB2B797-56FF-A5E7-2CAF-7791BC270794}"/>
              </a:ext>
            </a:extLst>
          </p:cNvPr>
          <p:cNvSpPr/>
          <p:nvPr/>
        </p:nvSpPr>
        <p:spPr>
          <a:xfrm>
            <a:off x="15144976" y="1308896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8" name="Oval 377">
            <a:extLst>
              <a:ext uri="{FF2B5EF4-FFF2-40B4-BE49-F238E27FC236}">
                <a16:creationId xmlns:a16="http://schemas.microsoft.com/office/drawing/2014/main" id="{9A0F8CB2-F8D3-46F0-327A-3C4CF67A7CA5}"/>
              </a:ext>
            </a:extLst>
          </p:cNvPr>
          <p:cNvSpPr/>
          <p:nvPr/>
        </p:nvSpPr>
        <p:spPr>
          <a:xfrm>
            <a:off x="17109308" y="1308706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3" name="Oval 382">
            <a:extLst>
              <a:ext uri="{FF2B5EF4-FFF2-40B4-BE49-F238E27FC236}">
                <a16:creationId xmlns:a16="http://schemas.microsoft.com/office/drawing/2014/main" id="{2BAA2114-12A9-EA17-937A-313ECE386969}"/>
              </a:ext>
            </a:extLst>
          </p:cNvPr>
          <p:cNvSpPr/>
          <p:nvPr/>
        </p:nvSpPr>
        <p:spPr>
          <a:xfrm>
            <a:off x="16677334" y="1224460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5" name="Oval 384">
            <a:extLst>
              <a:ext uri="{FF2B5EF4-FFF2-40B4-BE49-F238E27FC236}">
                <a16:creationId xmlns:a16="http://schemas.microsoft.com/office/drawing/2014/main" id="{EE38FD25-E991-7F4A-4547-F9D07CFDA2C3}"/>
              </a:ext>
            </a:extLst>
          </p:cNvPr>
          <p:cNvSpPr/>
          <p:nvPr/>
        </p:nvSpPr>
        <p:spPr>
          <a:xfrm>
            <a:off x="15592663" y="1224327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7" name="Oval 386">
            <a:extLst>
              <a:ext uri="{FF2B5EF4-FFF2-40B4-BE49-F238E27FC236}">
                <a16:creationId xmlns:a16="http://schemas.microsoft.com/office/drawing/2014/main" id="{5BE7A5AF-B2D7-4A62-3521-C8EF6FB05FA5}"/>
              </a:ext>
            </a:extLst>
          </p:cNvPr>
          <p:cNvSpPr/>
          <p:nvPr/>
        </p:nvSpPr>
        <p:spPr>
          <a:xfrm>
            <a:off x="17633195" y="1224136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2" name="Oval 391">
            <a:extLst>
              <a:ext uri="{FF2B5EF4-FFF2-40B4-BE49-F238E27FC236}">
                <a16:creationId xmlns:a16="http://schemas.microsoft.com/office/drawing/2014/main" id="{2FB068AC-11C9-939F-59AE-18618049D80E}"/>
              </a:ext>
            </a:extLst>
          </p:cNvPr>
          <p:cNvSpPr/>
          <p:nvPr/>
        </p:nvSpPr>
        <p:spPr>
          <a:xfrm>
            <a:off x="17167666" y="1137222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4" name="Oval 393">
            <a:extLst>
              <a:ext uri="{FF2B5EF4-FFF2-40B4-BE49-F238E27FC236}">
                <a16:creationId xmlns:a16="http://schemas.microsoft.com/office/drawing/2014/main" id="{8BBE1392-19F5-9A51-E647-053F5CFF7FCA}"/>
              </a:ext>
            </a:extLst>
          </p:cNvPr>
          <p:cNvSpPr/>
          <p:nvPr/>
        </p:nvSpPr>
        <p:spPr>
          <a:xfrm>
            <a:off x="16082995" y="1137089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9" name="Straight Arrow Connector 398">
            <a:extLst>
              <a:ext uri="{FF2B5EF4-FFF2-40B4-BE49-F238E27FC236}">
                <a16:creationId xmlns:a16="http://schemas.microsoft.com/office/drawing/2014/main" id="{D146EFD2-A2C9-5B08-3FB7-5CF8F035F979}"/>
              </a:ext>
            </a:extLst>
          </p:cNvPr>
          <p:cNvCxnSpPr/>
          <p:nvPr/>
        </p:nvCxnSpPr>
        <p:spPr>
          <a:xfrm>
            <a:off x="16682005" y="17822504"/>
            <a:ext cx="24384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0" name="TextBox 399">
            <a:extLst>
              <a:ext uri="{FF2B5EF4-FFF2-40B4-BE49-F238E27FC236}">
                <a16:creationId xmlns:a16="http://schemas.microsoft.com/office/drawing/2014/main" id="{CC793BBA-215C-B5D8-9506-5673FF86B0A1}"/>
              </a:ext>
            </a:extLst>
          </p:cNvPr>
          <p:cNvSpPr txBox="1"/>
          <p:nvPr/>
        </p:nvSpPr>
        <p:spPr>
          <a:xfrm>
            <a:off x="19647016" y="12376683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y</a:t>
            </a:r>
          </a:p>
        </p:txBody>
      </p:sp>
      <p:cxnSp>
        <p:nvCxnSpPr>
          <p:cNvPr id="401" name="Straight Arrow Connector 400">
            <a:extLst>
              <a:ext uri="{FF2B5EF4-FFF2-40B4-BE49-F238E27FC236}">
                <a16:creationId xmlns:a16="http://schemas.microsoft.com/office/drawing/2014/main" id="{C2C41756-E502-09A6-C5BD-45BA165DE47B}"/>
              </a:ext>
            </a:extLst>
          </p:cNvPr>
          <p:cNvCxnSpPr>
            <a:cxnSpLocks/>
          </p:cNvCxnSpPr>
          <p:nvPr/>
        </p:nvCxnSpPr>
        <p:spPr>
          <a:xfrm flipH="1" flipV="1">
            <a:off x="19388328" y="12882883"/>
            <a:ext cx="1019064" cy="18516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4" name="TextBox 403">
            <a:extLst>
              <a:ext uri="{FF2B5EF4-FFF2-40B4-BE49-F238E27FC236}">
                <a16:creationId xmlns:a16="http://schemas.microsoft.com/office/drawing/2014/main" id="{9A1F4DB9-D3D3-D710-AABA-26F7EBD353B8}"/>
              </a:ext>
            </a:extLst>
          </p:cNvPr>
          <p:cNvSpPr txBox="1"/>
          <p:nvPr/>
        </p:nvSpPr>
        <p:spPr>
          <a:xfrm>
            <a:off x="12270996" y="18288000"/>
            <a:ext cx="1194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fund: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5" name="TextBox 404">
                <a:extLst>
                  <a:ext uri="{FF2B5EF4-FFF2-40B4-BE49-F238E27FC236}">
                    <a16:creationId xmlns:a16="http://schemas.microsoft.com/office/drawing/2014/main" id="{F5CBD84F-93E0-0CC9-6376-33F00F511609}"/>
                  </a:ext>
                </a:extLst>
              </p:cNvPr>
              <p:cNvSpPr txBox="1"/>
              <p:nvPr/>
            </p:nvSpPr>
            <p:spPr>
              <a:xfrm>
                <a:off x="13507194" y="18297844"/>
                <a:ext cx="2302810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0≤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3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05" name="TextBox 404">
                <a:extLst>
                  <a:ext uri="{FF2B5EF4-FFF2-40B4-BE49-F238E27FC236}">
                    <a16:creationId xmlns:a16="http://schemas.microsoft.com/office/drawing/2014/main" id="{F5CBD84F-93E0-0CC9-6376-33F00F511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7194" y="18297844"/>
                <a:ext cx="2302810" cy="1077218"/>
              </a:xfrm>
              <a:prstGeom prst="rect">
                <a:avLst/>
              </a:prstGeom>
              <a:blipFill>
                <a:blip r:embed="rId14"/>
                <a:stretch>
                  <a:fillRect r="-2186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1" name="Straight Connector 410">
            <a:extLst>
              <a:ext uri="{FF2B5EF4-FFF2-40B4-BE49-F238E27FC236}">
                <a16:creationId xmlns:a16="http://schemas.microsoft.com/office/drawing/2014/main" id="{FB3ADE7A-607C-9CB7-9BE1-1C328D97CA99}"/>
              </a:ext>
            </a:extLst>
          </p:cNvPr>
          <p:cNvCxnSpPr>
            <a:cxnSpLocks/>
          </p:cNvCxnSpPr>
          <p:nvPr/>
        </p:nvCxnSpPr>
        <p:spPr>
          <a:xfrm>
            <a:off x="12303044" y="13198276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Connector 411">
            <a:extLst>
              <a:ext uri="{FF2B5EF4-FFF2-40B4-BE49-F238E27FC236}">
                <a16:creationId xmlns:a16="http://schemas.microsoft.com/office/drawing/2014/main" id="{22413744-EC32-6097-9A4F-8703C86DA37E}"/>
              </a:ext>
            </a:extLst>
          </p:cNvPr>
          <p:cNvCxnSpPr>
            <a:cxnSpLocks/>
          </p:cNvCxnSpPr>
          <p:nvPr/>
        </p:nvCxnSpPr>
        <p:spPr>
          <a:xfrm>
            <a:off x="13180652" y="12906883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7" name="TextBox 416">
            <a:extLst>
              <a:ext uri="{FF2B5EF4-FFF2-40B4-BE49-F238E27FC236}">
                <a16:creationId xmlns:a16="http://schemas.microsoft.com/office/drawing/2014/main" id="{F0250930-A88C-8BBF-C9F7-2E4587392431}"/>
              </a:ext>
            </a:extLst>
          </p:cNvPr>
          <p:cNvSpPr txBox="1"/>
          <p:nvPr/>
        </p:nvSpPr>
        <p:spPr>
          <a:xfrm>
            <a:off x="13285196" y="15015522"/>
            <a:ext cx="9813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(2,1)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F358935F-8CCE-4A18-B722-4C43EC277DC5}"/>
              </a:ext>
            </a:extLst>
          </p:cNvPr>
          <p:cNvSpPr txBox="1"/>
          <p:nvPr/>
        </p:nvSpPr>
        <p:spPr>
          <a:xfrm>
            <a:off x="14135193" y="14174549"/>
            <a:ext cx="16706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(L/2,L/4)</a:t>
            </a:r>
          </a:p>
        </p:txBody>
      </p:sp>
      <p:sp>
        <p:nvSpPr>
          <p:cNvPr id="419" name="TextBox 418">
            <a:extLst>
              <a:ext uri="{FF2B5EF4-FFF2-40B4-BE49-F238E27FC236}">
                <a16:creationId xmlns:a16="http://schemas.microsoft.com/office/drawing/2014/main" id="{65C3EA5F-3B60-94F5-49C9-618E2747D778}"/>
              </a:ext>
            </a:extLst>
          </p:cNvPr>
          <p:cNvSpPr txBox="1"/>
          <p:nvPr/>
        </p:nvSpPr>
        <p:spPr>
          <a:xfrm>
            <a:off x="16259530" y="14313652"/>
            <a:ext cx="17652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(L/2+1,2)</a:t>
            </a:r>
          </a:p>
        </p:txBody>
      </p:sp>
      <p:sp>
        <p:nvSpPr>
          <p:cNvPr id="420" name="TextBox 419">
            <a:extLst>
              <a:ext uri="{FF2B5EF4-FFF2-40B4-BE49-F238E27FC236}">
                <a16:creationId xmlns:a16="http://schemas.microsoft.com/office/drawing/2014/main" id="{36684A98-1FF7-286A-D672-F73DB16E9CFA}"/>
              </a:ext>
            </a:extLst>
          </p:cNvPr>
          <p:cNvSpPr txBox="1"/>
          <p:nvPr/>
        </p:nvSpPr>
        <p:spPr>
          <a:xfrm>
            <a:off x="18326275" y="11059942"/>
            <a:ext cx="9893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L=8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0F82AA3B-1FE1-C074-8909-C6CB15070941}"/>
              </a:ext>
            </a:extLst>
          </p:cNvPr>
          <p:cNvSpPr txBox="1"/>
          <p:nvPr/>
        </p:nvSpPr>
        <p:spPr>
          <a:xfrm>
            <a:off x="16301774" y="15984857"/>
            <a:ext cx="1326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(L/2,0)</a:t>
            </a:r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84D4D4CD-FE6A-8688-96BC-9ACC2C499C89}"/>
              </a:ext>
            </a:extLst>
          </p:cNvPr>
          <p:cNvSpPr txBox="1"/>
          <p:nvPr/>
        </p:nvSpPr>
        <p:spPr>
          <a:xfrm>
            <a:off x="19266016" y="1754867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760DE0-72D6-6A84-BE6E-9479DA9EE48B}"/>
              </a:ext>
            </a:extLst>
          </p:cNvPr>
          <p:cNvSpPr txBox="1"/>
          <p:nvPr/>
        </p:nvSpPr>
        <p:spPr>
          <a:xfrm>
            <a:off x="13620471" y="1610612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53B0D-3427-A178-2471-8498C8337E3B}"/>
              </a:ext>
            </a:extLst>
          </p:cNvPr>
          <p:cNvSpPr txBox="1"/>
          <p:nvPr/>
        </p:nvSpPr>
        <p:spPr>
          <a:xfrm>
            <a:off x="14676854" y="1608619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FD731-6918-A2D2-C850-292B58F98D2A}"/>
              </a:ext>
            </a:extLst>
          </p:cNvPr>
          <p:cNvSpPr txBox="1"/>
          <p:nvPr/>
        </p:nvSpPr>
        <p:spPr>
          <a:xfrm>
            <a:off x="15579434" y="1606031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ED101B-3060-9C21-080B-E97E692D9990}"/>
              </a:ext>
            </a:extLst>
          </p:cNvPr>
          <p:cNvSpPr txBox="1"/>
          <p:nvPr/>
        </p:nvSpPr>
        <p:spPr>
          <a:xfrm>
            <a:off x="15123724" y="1578489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A03622-7F28-B5B9-2B6D-67D2B74707D2}"/>
              </a:ext>
            </a:extLst>
          </p:cNvPr>
          <p:cNvSpPr txBox="1"/>
          <p:nvPr/>
        </p:nvSpPr>
        <p:spPr>
          <a:xfrm>
            <a:off x="14149106" y="1574769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349F53-3A49-9642-0B0A-01225A20B38F}"/>
              </a:ext>
            </a:extLst>
          </p:cNvPr>
          <p:cNvSpPr txBox="1"/>
          <p:nvPr/>
        </p:nvSpPr>
        <p:spPr>
          <a:xfrm>
            <a:off x="15064462" y="15212616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A83C6C-752F-9ABB-AB4D-80F6BF0166AC}"/>
              </a:ext>
            </a:extLst>
          </p:cNvPr>
          <p:cNvSpPr txBox="1"/>
          <p:nvPr/>
        </p:nvSpPr>
        <p:spPr>
          <a:xfrm>
            <a:off x="15614244" y="1496913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0B81B-90A1-6EEA-3B62-47C058AF4BF5}"/>
              </a:ext>
            </a:extLst>
          </p:cNvPr>
          <p:cNvSpPr txBox="1"/>
          <p:nvPr/>
        </p:nvSpPr>
        <p:spPr>
          <a:xfrm>
            <a:off x="13132336" y="1581395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BDC1EA-6415-2B53-B1AC-6FA4712CECAF}"/>
              </a:ext>
            </a:extLst>
          </p:cNvPr>
          <p:cNvSpPr txBox="1"/>
          <p:nvPr/>
        </p:nvSpPr>
        <p:spPr>
          <a:xfrm>
            <a:off x="12621816" y="1609482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0B619E-8EE4-186D-14EC-1895B3836B68}"/>
              </a:ext>
            </a:extLst>
          </p:cNvPr>
          <p:cNvSpPr txBox="1"/>
          <p:nvPr/>
        </p:nvSpPr>
        <p:spPr>
          <a:xfrm>
            <a:off x="14160483" y="15208956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9721F9-D5BC-D3AB-8ED7-B06AC8D497F8}"/>
              </a:ext>
            </a:extLst>
          </p:cNvPr>
          <p:cNvSpPr txBox="1"/>
          <p:nvPr/>
        </p:nvSpPr>
        <p:spPr>
          <a:xfrm>
            <a:off x="14670503" y="1492403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E863B4-13D5-966F-FFEC-77DB9D751DE8}"/>
              </a:ext>
            </a:extLst>
          </p:cNvPr>
          <p:cNvSpPr txBox="1"/>
          <p:nvPr/>
        </p:nvSpPr>
        <p:spPr>
          <a:xfrm>
            <a:off x="15604235" y="14378814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3DF8AD-919F-4EB4-F776-2DF7D3D330CA}"/>
              </a:ext>
            </a:extLst>
          </p:cNvPr>
          <p:cNvSpPr txBox="1"/>
          <p:nvPr/>
        </p:nvSpPr>
        <p:spPr>
          <a:xfrm>
            <a:off x="16098514" y="1409882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1F586F-F7CE-955F-4BF5-3912C6069E1E}"/>
              </a:ext>
            </a:extLst>
          </p:cNvPr>
          <p:cNvSpPr txBox="1"/>
          <p:nvPr/>
        </p:nvSpPr>
        <p:spPr>
          <a:xfrm>
            <a:off x="16082063" y="1521976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67459F-0550-93F3-A288-22AECBABAD2A}"/>
              </a:ext>
            </a:extLst>
          </p:cNvPr>
          <p:cNvSpPr txBox="1"/>
          <p:nvPr/>
        </p:nvSpPr>
        <p:spPr>
          <a:xfrm>
            <a:off x="16090510" y="15820207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33" name="Triangle 32">
            <a:extLst>
              <a:ext uri="{FF2B5EF4-FFF2-40B4-BE49-F238E27FC236}">
                <a16:creationId xmlns:a16="http://schemas.microsoft.com/office/drawing/2014/main" id="{B38D21A4-6DC6-7588-FE4D-EB60A3738906}"/>
              </a:ext>
            </a:extLst>
          </p:cNvPr>
          <p:cNvSpPr/>
          <p:nvPr/>
        </p:nvSpPr>
        <p:spPr>
          <a:xfrm>
            <a:off x="11289820" y="1707377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C83CEA-A041-A617-D59B-BDF1E00A76CF}"/>
              </a:ext>
            </a:extLst>
          </p:cNvPr>
          <p:cNvSpPr txBox="1"/>
          <p:nvPr/>
        </p:nvSpPr>
        <p:spPr>
          <a:xfrm>
            <a:off x="11599134" y="1745150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XZ</a:t>
            </a:r>
          </a:p>
        </p:txBody>
      </p:sp>
      <p:sp>
        <p:nvSpPr>
          <p:cNvPr id="35" name="Triangle 34">
            <a:extLst>
              <a:ext uri="{FF2B5EF4-FFF2-40B4-BE49-F238E27FC236}">
                <a16:creationId xmlns:a16="http://schemas.microsoft.com/office/drawing/2014/main" id="{76186A30-E00A-05B8-C340-4D83EAFB5F42}"/>
              </a:ext>
            </a:extLst>
          </p:cNvPr>
          <p:cNvSpPr/>
          <p:nvPr/>
        </p:nvSpPr>
        <p:spPr>
          <a:xfrm flipV="1">
            <a:off x="12179836" y="17111226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8D1896D-BD78-C854-A87E-9DE6901D31F5}"/>
              </a:ext>
            </a:extLst>
          </p:cNvPr>
          <p:cNvSpPr txBox="1"/>
          <p:nvPr/>
        </p:nvSpPr>
        <p:spPr>
          <a:xfrm>
            <a:off x="12468762" y="17244621"/>
            <a:ext cx="427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ZY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7EABAAD6-F55B-8F32-851A-B67D628F8BDF}"/>
              </a:ext>
            </a:extLst>
          </p:cNvPr>
          <p:cNvSpPr/>
          <p:nvPr/>
        </p:nvSpPr>
        <p:spPr>
          <a:xfrm rot="18000000" flipH="1">
            <a:off x="11193657" y="1778994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B2CDB1C-C2CB-E72F-0144-ABE7B18ACF44}"/>
              </a:ext>
            </a:extLst>
          </p:cNvPr>
          <p:cNvSpPr/>
          <p:nvPr/>
        </p:nvSpPr>
        <p:spPr>
          <a:xfrm rot="18000000" flipH="1">
            <a:off x="12562076" y="1778994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2C637A7-7D22-053B-6488-4156FB223459}"/>
              </a:ext>
            </a:extLst>
          </p:cNvPr>
          <p:cNvCxnSpPr/>
          <p:nvPr/>
        </p:nvCxnSpPr>
        <p:spPr>
          <a:xfrm>
            <a:off x="10127363" y="18840028"/>
            <a:ext cx="0" cy="1503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0457954-ABB3-8AE9-6D67-4702EBA76D52}"/>
              </a:ext>
            </a:extLst>
          </p:cNvPr>
          <p:cNvCxnSpPr>
            <a:cxnSpLocks/>
          </p:cNvCxnSpPr>
          <p:nvPr/>
        </p:nvCxnSpPr>
        <p:spPr>
          <a:xfrm flipV="1">
            <a:off x="9392514" y="19132218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AB0CE4A-290D-6394-C3A7-A9A438480558}"/>
              </a:ext>
            </a:extLst>
          </p:cNvPr>
          <p:cNvCxnSpPr>
            <a:cxnSpLocks/>
          </p:cNvCxnSpPr>
          <p:nvPr/>
        </p:nvCxnSpPr>
        <p:spPr>
          <a:xfrm flipH="1" flipV="1">
            <a:off x="9460935" y="19128503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AA3E011-1A2E-53D6-F8E5-481E449A87EA}"/>
              </a:ext>
            </a:extLst>
          </p:cNvPr>
          <p:cNvSpPr txBox="1"/>
          <p:nvPr/>
        </p:nvSpPr>
        <p:spPr>
          <a:xfrm>
            <a:off x="10800431" y="18895628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9032FB4-7968-4CE2-FF45-943601ABCCD1}"/>
              </a:ext>
            </a:extLst>
          </p:cNvPr>
          <p:cNvSpPr txBox="1"/>
          <p:nvPr/>
        </p:nvSpPr>
        <p:spPr>
          <a:xfrm>
            <a:off x="9126623" y="18846784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0FB1840-238F-B14B-3E7C-EBC27D14F6E4}"/>
              </a:ext>
            </a:extLst>
          </p:cNvPr>
          <p:cNvSpPr txBox="1"/>
          <p:nvPr/>
        </p:nvSpPr>
        <p:spPr>
          <a:xfrm>
            <a:off x="9974365" y="20303433"/>
            <a:ext cx="8322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(=-y)</a:t>
            </a:r>
          </a:p>
        </p:txBody>
      </p:sp>
      <p:sp>
        <p:nvSpPr>
          <p:cNvPr id="70" name="Triangle 69">
            <a:extLst>
              <a:ext uri="{FF2B5EF4-FFF2-40B4-BE49-F238E27FC236}">
                <a16:creationId xmlns:a16="http://schemas.microsoft.com/office/drawing/2014/main" id="{7F67E57E-ABC1-5C35-52AE-750A429F66D6}"/>
              </a:ext>
            </a:extLst>
          </p:cNvPr>
          <p:cNvSpPr/>
          <p:nvPr/>
        </p:nvSpPr>
        <p:spPr>
          <a:xfrm flipV="1">
            <a:off x="11975775" y="19860333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346CB236-43C2-DCDD-A02C-AF357B70E063}"/>
              </a:ext>
            </a:extLst>
          </p:cNvPr>
          <p:cNvCxnSpPr>
            <a:cxnSpLocks/>
          </p:cNvCxnSpPr>
          <p:nvPr/>
        </p:nvCxnSpPr>
        <p:spPr>
          <a:xfrm flipV="1">
            <a:off x="12471469" y="19482330"/>
            <a:ext cx="0" cy="1503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5800B108-4C11-4620-9700-1B60BF7F80B1}"/>
              </a:ext>
            </a:extLst>
          </p:cNvPr>
          <p:cNvCxnSpPr>
            <a:cxnSpLocks/>
          </p:cNvCxnSpPr>
          <p:nvPr/>
        </p:nvCxnSpPr>
        <p:spPr>
          <a:xfrm flipH="1">
            <a:off x="11767616" y="19778503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0C7AF3C-4F86-C0C9-C6B3-104470FCA7CB}"/>
              </a:ext>
            </a:extLst>
          </p:cNvPr>
          <p:cNvSpPr txBox="1"/>
          <p:nvPr/>
        </p:nvSpPr>
        <p:spPr>
          <a:xfrm>
            <a:off x="11397944" y="20554212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4583061-860C-FE51-E600-77130D72E744}"/>
              </a:ext>
            </a:extLst>
          </p:cNvPr>
          <p:cNvSpPr txBox="1"/>
          <p:nvPr/>
        </p:nvSpPr>
        <p:spPr>
          <a:xfrm>
            <a:off x="13116973" y="20372490"/>
            <a:ext cx="402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-B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AA6BC3E-0459-224B-07C1-F831626B34FD}"/>
              </a:ext>
            </a:extLst>
          </p:cNvPr>
          <p:cNvSpPr txBox="1"/>
          <p:nvPr/>
        </p:nvSpPr>
        <p:spPr>
          <a:xfrm>
            <a:off x="12230752" y="19089336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-C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AC10776B-1597-5A40-211A-73AE27AC525B}"/>
              </a:ext>
            </a:extLst>
          </p:cNvPr>
          <p:cNvCxnSpPr>
            <a:cxnSpLocks/>
          </p:cNvCxnSpPr>
          <p:nvPr/>
        </p:nvCxnSpPr>
        <p:spPr>
          <a:xfrm>
            <a:off x="11718537" y="19685515"/>
            <a:ext cx="1363851" cy="829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E6E50EC-F5F8-17F4-5EAB-304EAA39F560}"/>
              </a:ext>
            </a:extLst>
          </p:cNvPr>
          <p:cNvSpPr/>
          <p:nvPr/>
        </p:nvSpPr>
        <p:spPr>
          <a:xfrm>
            <a:off x="2286000" y="19202400"/>
            <a:ext cx="1848678" cy="18486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ight Triangle 81">
            <a:extLst>
              <a:ext uri="{FF2B5EF4-FFF2-40B4-BE49-F238E27FC236}">
                <a16:creationId xmlns:a16="http://schemas.microsoft.com/office/drawing/2014/main" id="{5E5DA147-8615-F477-890B-A655B327D88E}"/>
              </a:ext>
            </a:extLst>
          </p:cNvPr>
          <p:cNvSpPr/>
          <p:nvPr/>
        </p:nvSpPr>
        <p:spPr>
          <a:xfrm rot="5400000">
            <a:off x="2286000" y="19202399"/>
            <a:ext cx="1868557" cy="1868557"/>
          </a:xfrm>
          <a:prstGeom prst="rtTriangle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ight Triangle 82">
            <a:extLst>
              <a:ext uri="{FF2B5EF4-FFF2-40B4-BE49-F238E27FC236}">
                <a16:creationId xmlns:a16="http://schemas.microsoft.com/office/drawing/2014/main" id="{9375A08B-9A2C-242D-8E25-CE98B681B666}"/>
              </a:ext>
            </a:extLst>
          </p:cNvPr>
          <p:cNvSpPr/>
          <p:nvPr/>
        </p:nvSpPr>
        <p:spPr>
          <a:xfrm flipH="1">
            <a:off x="2293884" y="19193349"/>
            <a:ext cx="1868557" cy="1868557"/>
          </a:xfrm>
          <a:prstGeom prst="rtTriangl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98176139-6329-31BB-595F-DE0E4E3676C9}"/>
              </a:ext>
            </a:extLst>
          </p:cNvPr>
          <p:cNvCxnSpPr>
            <a:cxnSpLocks/>
          </p:cNvCxnSpPr>
          <p:nvPr/>
        </p:nvCxnSpPr>
        <p:spPr>
          <a:xfrm>
            <a:off x="1808922" y="20136678"/>
            <a:ext cx="291199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F3891B6-9387-F9FC-9459-4C539E620497}"/>
              </a:ext>
            </a:extLst>
          </p:cNvPr>
          <p:cNvCxnSpPr>
            <a:cxnSpLocks/>
          </p:cNvCxnSpPr>
          <p:nvPr/>
        </p:nvCxnSpPr>
        <p:spPr>
          <a:xfrm>
            <a:off x="3208285" y="18995011"/>
            <a:ext cx="0" cy="2811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05C53F22-BE45-3898-606D-716839083D02}"/>
              </a:ext>
            </a:extLst>
          </p:cNvPr>
          <p:cNvSpPr txBox="1"/>
          <p:nvPr/>
        </p:nvSpPr>
        <p:spPr>
          <a:xfrm>
            <a:off x="3015924" y="2198535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33C1C3C-FCC0-2D1B-9D09-F0816133B592}"/>
              </a:ext>
            </a:extLst>
          </p:cNvPr>
          <p:cNvSpPr txBox="1"/>
          <p:nvPr/>
        </p:nvSpPr>
        <p:spPr>
          <a:xfrm>
            <a:off x="4881856" y="19901629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650D68ED-FCB1-74B7-52CB-6154DD5374F7}"/>
              </a:ext>
            </a:extLst>
          </p:cNvPr>
          <p:cNvCxnSpPr>
            <a:cxnSpLocks/>
          </p:cNvCxnSpPr>
          <p:nvPr/>
        </p:nvCxnSpPr>
        <p:spPr>
          <a:xfrm flipH="1" flipV="1">
            <a:off x="1915794" y="18882460"/>
            <a:ext cx="2657831" cy="25463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344D53E3-22E8-0105-202A-392290D4295B}"/>
              </a:ext>
            </a:extLst>
          </p:cNvPr>
          <p:cNvSpPr txBox="1"/>
          <p:nvPr/>
        </p:nvSpPr>
        <p:spPr>
          <a:xfrm>
            <a:off x="2094898" y="18625679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560DFDBE-A54E-6D83-E9DF-970A1B786BA2}"/>
              </a:ext>
            </a:extLst>
          </p:cNvPr>
          <p:cNvSpPr/>
          <p:nvPr/>
        </p:nvSpPr>
        <p:spPr>
          <a:xfrm flipH="1">
            <a:off x="11430000" y="22878925"/>
            <a:ext cx="7276375" cy="3108960"/>
          </a:xfrm>
          <a:prstGeom prst="rt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63CC6702-0953-F5D4-01BC-BC4DA623841F}"/>
              </a:ext>
            </a:extLst>
          </p:cNvPr>
          <p:cNvSpPr/>
          <p:nvPr/>
        </p:nvSpPr>
        <p:spPr>
          <a:xfrm>
            <a:off x="11278618" y="25645549"/>
            <a:ext cx="574334" cy="57433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5FE1D6C-431A-8D95-EA50-9D9794A310B2}"/>
              </a:ext>
            </a:extLst>
          </p:cNvPr>
          <p:cNvSpPr txBox="1"/>
          <p:nvPr/>
        </p:nvSpPr>
        <p:spPr>
          <a:xfrm>
            <a:off x="10208305" y="26317069"/>
            <a:ext cx="26066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Type=0 (fixed)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0CF9C5E-28B3-D4D2-37CC-4FB9649BE1C4}"/>
              </a:ext>
            </a:extLst>
          </p:cNvPr>
          <p:cNvSpPr/>
          <p:nvPr/>
        </p:nvSpPr>
        <p:spPr>
          <a:xfrm>
            <a:off x="14855263" y="25688221"/>
            <a:ext cx="574334" cy="57433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126F939-3593-BA42-B1E6-273486D82ED1}"/>
              </a:ext>
            </a:extLst>
          </p:cNvPr>
          <p:cNvSpPr txBox="1"/>
          <p:nvPr/>
        </p:nvSpPr>
        <p:spPr>
          <a:xfrm>
            <a:off x="13880955" y="26396317"/>
            <a:ext cx="3432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</a:rPr>
              <a:t>Type=3 (y=0: fixed)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443ED82-C2C0-9E15-9FAE-85672D17507C}"/>
              </a:ext>
            </a:extLst>
          </p:cNvPr>
          <p:cNvSpPr txBox="1"/>
          <p:nvPr/>
        </p:nvSpPr>
        <p:spPr>
          <a:xfrm>
            <a:off x="10915688" y="22659469"/>
            <a:ext cx="20571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BaseType</a:t>
            </a:r>
            <a:endParaRPr lang="en-US" sz="3600" dirty="0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381BC5AD-8846-66C8-0A70-159EB9E47299}"/>
              </a:ext>
            </a:extLst>
          </p:cNvPr>
          <p:cNvSpPr/>
          <p:nvPr/>
        </p:nvSpPr>
        <p:spPr>
          <a:xfrm>
            <a:off x="18462438" y="25766418"/>
            <a:ext cx="574334" cy="57433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FE60A7-23B0-2916-8079-421A51AE364A}"/>
              </a:ext>
            </a:extLst>
          </p:cNvPr>
          <p:cNvSpPr txBox="1"/>
          <p:nvPr/>
        </p:nvSpPr>
        <p:spPr>
          <a:xfrm>
            <a:off x="10996526" y="23686120"/>
            <a:ext cx="15871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L: even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26EA19E3-38BF-E47E-F008-C09D402B954C}"/>
              </a:ext>
            </a:extLst>
          </p:cNvPr>
          <p:cNvSpPr/>
          <p:nvPr/>
        </p:nvSpPr>
        <p:spPr>
          <a:xfrm>
            <a:off x="18476076" y="23885697"/>
            <a:ext cx="574334" cy="57433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DC1E8A-0E24-99AA-F699-C5DDFADCB4F7}"/>
              </a:ext>
            </a:extLst>
          </p:cNvPr>
          <p:cNvSpPr txBox="1"/>
          <p:nvPr/>
        </p:nvSpPr>
        <p:spPr>
          <a:xfrm>
            <a:off x="19235975" y="23364083"/>
            <a:ext cx="39506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Type=1 (y=2x-L: fixed)</a:t>
            </a:r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88CE7F93-B9FC-5151-0AF5-56BB82F42117}"/>
              </a:ext>
            </a:extLst>
          </p:cNvPr>
          <p:cNvSpPr/>
          <p:nvPr/>
        </p:nvSpPr>
        <p:spPr>
          <a:xfrm>
            <a:off x="14936009" y="24043351"/>
            <a:ext cx="574334" cy="57433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99BE22-008E-3010-7B4E-C5E7AA35FA2D}"/>
              </a:ext>
            </a:extLst>
          </p:cNvPr>
          <p:cNvSpPr txBox="1"/>
          <p:nvPr/>
        </p:nvSpPr>
        <p:spPr>
          <a:xfrm>
            <a:off x="13570774" y="23080303"/>
            <a:ext cx="36132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Type=2 (x=2y: fixed)</a:t>
            </a: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180895E0-17D6-6A40-4207-6B84352690D4}"/>
              </a:ext>
            </a:extLst>
          </p:cNvPr>
          <p:cNvSpPr/>
          <p:nvPr/>
        </p:nvSpPr>
        <p:spPr>
          <a:xfrm>
            <a:off x="16015149" y="24610911"/>
            <a:ext cx="574334" cy="574334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E24A6A8-2E87-D29A-9995-D57D664CF5ED}"/>
              </a:ext>
            </a:extLst>
          </p:cNvPr>
          <p:cNvSpPr txBox="1"/>
          <p:nvPr/>
        </p:nvSpPr>
        <p:spPr>
          <a:xfrm>
            <a:off x="15694506" y="25161352"/>
            <a:ext cx="24520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Type=4 (free)</a:t>
            </a:r>
          </a:p>
        </p:txBody>
      </p:sp>
      <p:sp>
        <p:nvSpPr>
          <p:cNvPr id="118" name="Right Triangle 117">
            <a:extLst>
              <a:ext uri="{FF2B5EF4-FFF2-40B4-BE49-F238E27FC236}">
                <a16:creationId xmlns:a16="http://schemas.microsoft.com/office/drawing/2014/main" id="{E0D750B3-C292-C3A6-5FF5-84C562218986}"/>
              </a:ext>
            </a:extLst>
          </p:cNvPr>
          <p:cNvSpPr/>
          <p:nvPr/>
        </p:nvSpPr>
        <p:spPr>
          <a:xfrm flipH="1">
            <a:off x="13121562" y="30057767"/>
            <a:ext cx="7276375" cy="3108960"/>
          </a:xfrm>
          <a:prstGeom prst="rt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2B446E40-04F0-B878-F818-48CC65422FE8}"/>
              </a:ext>
            </a:extLst>
          </p:cNvPr>
          <p:cNvSpPr txBox="1"/>
          <p:nvPr/>
        </p:nvSpPr>
        <p:spPr>
          <a:xfrm>
            <a:off x="14185339" y="33543628"/>
            <a:ext cx="39955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</a:rPr>
              <a:t>Type=3 (doesn’t exist)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D3A1ADE0-B3DA-571B-1ED4-BE9CF55AB628}"/>
              </a:ext>
            </a:extLst>
          </p:cNvPr>
          <p:cNvSpPr txBox="1"/>
          <p:nvPr/>
        </p:nvSpPr>
        <p:spPr>
          <a:xfrm>
            <a:off x="12688088" y="30864962"/>
            <a:ext cx="15871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L: even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C5793B22-F811-AA12-547F-617045B57212}"/>
              </a:ext>
            </a:extLst>
          </p:cNvPr>
          <p:cNvSpPr txBox="1"/>
          <p:nvPr/>
        </p:nvSpPr>
        <p:spPr>
          <a:xfrm>
            <a:off x="20927537" y="30542925"/>
            <a:ext cx="14398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Type=1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C80F940B-1D90-5282-145F-E9A488728738}"/>
              </a:ext>
            </a:extLst>
          </p:cNvPr>
          <p:cNvSpPr txBox="1"/>
          <p:nvPr/>
        </p:nvSpPr>
        <p:spPr>
          <a:xfrm>
            <a:off x="14617439" y="30858235"/>
            <a:ext cx="14398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Type=2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4CA2C08B-257C-E62C-764C-85E8FF42F304}"/>
              </a:ext>
            </a:extLst>
          </p:cNvPr>
          <p:cNvSpPr txBox="1"/>
          <p:nvPr/>
        </p:nvSpPr>
        <p:spPr>
          <a:xfrm>
            <a:off x="17386068" y="32340194"/>
            <a:ext cx="24520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Type=4 (free)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4609993A-A588-9E94-F5A3-999DF714B1BF}"/>
              </a:ext>
            </a:extLst>
          </p:cNvPr>
          <p:cNvSpPr txBox="1"/>
          <p:nvPr/>
        </p:nvSpPr>
        <p:spPr>
          <a:xfrm>
            <a:off x="15698545" y="31436441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79D0239F-A464-5C50-7B6A-B269D8981A99}"/>
              </a:ext>
            </a:extLst>
          </p:cNvPr>
          <p:cNvSpPr txBox="1"/>
          <p:nvPr/>
        </p:nvSpPr>
        <p:spPr>
          <a:xfrm>
            <a:off x="18089646" y="31588841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x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A2DC834-067D-4E79-1527-C5DB5E340727}"/>
              </a:ext>
            </a:extLst>
          </p:cNvPr>
          <p:cNvSpPr txBox="1"/>
          <p:nvPr/>
        </p:nvSpPr>
        <p:spPr>
          <a:xfrm>
            <a:off x="20139161" y="31115876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38D359B7-C1AA-3574-47FD-0A1CE5BC7467}"/>
              </a:ext>
            </a:extLst>
          </p:cNvPr>
          <p:cNvSpPr txBox="1"/>
          <p:nvPr/>
        </p:nvSpPr>
        <p:spPr>
          <a:xfrm>
            <a:off x="20139161" y="29539326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1"/>
                </a:solidFill>
              </a:rPr>
              <a:t>x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ADD25C5E-EE8C-52AA-E84B-257F047BE676}"/>
              </a:ext>
            </a:extLst>
          </p:cNvPr>
          <p:cNvSpPr txBox="1"/>
          <p:nvPr/>
        </p:nvSpPr>
        <p:spPr>
          <a:xfrm>
            <a:off x="20698081" y="29649125"/>
            <a:ext cx="14398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Type=0</a:t>
            </a:r>
          </a:p>
        </p:txBody>
      </p:sp>
      <p:sp>
        <p:nvSpPr>
          <p:cNvPr id="153" name="Triangle 152">
            <a:extLst>
              <a:ext uri="{FF2B5EF4-FFF2-40B4-BE49-F238E27FC236}">
                <a16:creationId xmlns:a16="http://schemas.microsoft.com/office/drawing/2014/main" id="{FA27F462-B2E5-7A70-E218-7E7EC1DC509B}"/>
              </a:ext>
            </a:extLst>
          </p:cNvPr>
          <p:cNvSpPr/>
          <p:nvPr/>
        </p:nvSpPr>
        <p:spPr>
          <a:xfrm flipV="1">
            <a:off x="5740471" y="3223191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Triangle 153">
            <a:extLst>
              <a:ext uri="{FF2B5EF4-FFF2-40B4-BE49-F238E27FC236}">
                <a16:creationId xmlns:a16="http://schemas.microsoft.com/office/drawing/2014/main" id="{01149314-28E4-3982-F9DB-17226221DD77}"/>
              </a:ext>
            </a:extLst>
          </p:cNvPr>
          <p:cNvSpPr/>
          <p:nvPr/>
        </p:nvSpPr>
        <p:spPr>
          <a:xfrm flipV="1">
            <a:off x="4301284" y="33007194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riangle 154">
            <a:extLst>
              <a:ext uri="{FF2B5EF4-FFF2-40B4-BE49-F238E27FC236}">
                <a16:creationId xmlns:a16="http://schemas.microsoft.com/office/drawing/2014/main" id="{04B77D0B-2B5E-C27F-3AB1-992F14D42558}"/>
              </a:ext>
            </a:extLst>
          </p:cNvPr>
          <p:cNvSpPr/>
          <p:nvPr/>
        </p:nvSpPr>
        <p:spPr>
          <a:xfrm flipV="1">
            <a:off x="5221272" y="3306718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Triangle 155">
            <a:extLst>
              <a:ext uri="{FF2B5EF4-FFF2-40B4-BE49-F238E27FC236}">
                <a16:creationId xmlns:a16="http://schemas.microsoft.com/office/drawing/2014/main" id="{8F397781-DF5F-C5D7-4B17-1B79D16AF7FC}"/>
              </a:ext>
            </a:extLst>
          </p:cNvPr>
          <p:cNvSpPr/>
          <p:nvPr/>
        </p:nvSpPr>
        <p:spPr>
          <a:xfrm flipV="1">
            <a:off x="5726078" y="3393439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riangle 156">
            <a:extLst>
              <a:ext uri="{FF2B5EF4-FFF2-40B4-BE49-F238E27FC236}">
                <a16:creationId xmlns:a16="http://schemas.microsoft.com/office/drawing/2014/main" id="{8EB2D04D-5E6D-1081-D851-410E60762AEE}"/>
              </a:ext>
            </a:extLst>
          </p:cNvPr>
          <p:cNvSpPr/>
          <p:nvPr/>
        </p:nvSpPr>
        <p:spPr>
          <a:xfrm flipV="1">
            <a:off x="4785462" y="33926799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Triangle 157">
            <a:extLst>
              <a:ext uri="{FF2B5EF4-FFF2-40B4-BE49-F238E27FC236}">
                <a16:creationId xmlns:a16="http://schemas.microsoft.com/office/drawing/2014/main" id="{29B76F43-8F53-0778-5D8A-A6D93035197F}"/>
              </a:ext>
            </a:extLst>
          </p:cNvPr>
          <p:cNvSpPr/>
          <p:nvPr/>
        </p:nvSpPr>
        <p:spPr>
          <a:xfrm flipV="1">
            <a:off x="3785341" y="33946326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riangle 158">
            <a:extLst>
              <a:ext uri="{FF2B5EF4-FFF2-40B4-BE49-F238E27FC236}">
                <a16:creationId xmlns:a16="http://schemas.microsoft.com/office/drawing/2014/main" id="{7B590A4A-175E-EC72-2A52-4B9CC854CCAC}"/>
              </a:ext>
            </a:extLst>
          </p:cNvPr>
          <p:cNvSpPr/>
          <p:nvPr/>
        </p:nvSpPr>
        <p:spPr>
          <a:xfrm flipV="1">
            <a:off x="2746539" y="33966247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riangle 159">
            <a:extLst>
              <a:ext uri="{FF2B5EF4-FFF2-40B4-BE49-F238E27FC236}">
                <a16:creationId xmlns:a16="http://schemas.microsoft.com/office/drawing/2014/main" id="{A6411E9C-0B5E-66A4-5471-6A326A500922}"/>
              </a:ext>
            </a:extLst>
          </p:cNvPr>
          <p:cNvSpPr/>
          <p:nvPr/>
        </p:nvSpPr>
        <p:spPr>
          <a:xfrm>
            <a:off x="3781879" y="33028660"/>
            <a:ext cx="1104151" cy="951854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riangle 160">
            <a:extLst>
              <a:ext uri="{FF2B5EF4-FFF2-40B4-BE49-F238E27FC236}">
                <a16:creationId xmlns:a16="http://schemas.microsoft.com/office/drawing/2014/main" id="{9AE0826B-E911-F57B-B91A-C0D0BEF801F1}"/>
              </a:ext>
            </a:extLst>
          </p:cNvPr>
          <p:cNvSpPr/>
          <p:nvPr/>
        </p:nvSpPr>
        <p:spPr>
          <a:xfrm>
            <a:off x="5257787" y="3225428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Triangle 161">
            <a:extLst>
              <a:ext uri="{FF2B5EF4-FFF2-40B4-BE49-F238E27FC236}">
                <a16:creationId xmlns:a16="http://schemas.microsoft.com/office/drawing/2014/main" id="{05A28A4B-8EC6-E5CD-8207-64028B4A9DEB}"/>
              </a:ext>
            </a:extLst>
          </p:cNvPr>
          <p:cNvSpPr/>
          <p:nvPr/>
        </p:nvSpPr>
        <p:spPr>
          <a:xfrm>
            <a:off x="5775553" y="3310940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riangle 162">
            <a:extLst>
              <a:ext uri="{FF2B5EF4-FFF2-40B4-BE49-F238E27FC236}">
                <a16:creationId xmlns:a16="http://schemas.microsoft.com/office/drawing/2014/main" id="{6A2BC02A-B2F6-4745-F193-EBCDC572D203}"/>
              </a:ext>
            </a:extLst>
          </p:cNvPr>
          <p:cNvSpPr/>
          <p:nvPr/>
        </p:nvSpPr>
        <p:spPr>
          <a:xfrm>
            <a:off x="4767689" y="3311201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Triangle 163">
            <a:extLst>
              <a:ext uri="{FF2B5EF4-FFF2-40B4-BE49-F238E27FC236}">
                <a16:creationId xmlns:a16="http://schemas.microsoft.com/office/drawing/2014/main" id="{674F9A67-9C12-EBB8-4F1F-DCF54B27F32A}"/>
              </a:ext>
            </a:extLst>
          </p:cNvPr>
          <p:cNvSpPr/>
          <p:nvPr/>
        </p:nvSpPr>
        <p:spPr>
          <a:xfrm>
            <a:off x="5247776" y="3396524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riangle 164">
            <a:extLst>
              <a:ext uri="{FF2B5EF4-FFF2-40B4-BE49-F238E27FC236}">
                <a16:creationId xmlns:a16="http://schemas.microsoft.com/office/drawing/2014/main" id="{100AA150-E4DC-127E-5851-B5F7BA0C49A5}"/>
              </a:ext>
            </a:extLst>
          </p:cNvPr>
          <p:cNvSpPr/>
          <p:nvPr/>
        </p:nvSpPr>
        <p:spPr>
          <a:xfrm>
            <a:off x="4353724" y="3395996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Triangle 165">
            <a:extLst>
              <a:ext uri="{FF2B5EF4-FFF2-40B4-BE49-F238E27FC236}">
                <a16:creationId xmlns:a16="http://schemas.microsoft.com/office/drawing/2014/main" id="{7FEC9A14-34BD-52C0-8C54-EDAC5BA4399A}"/>
              </a:ext>
            </a:extLst>
          </p:cNvPr>
          <p:cNvSpPr/>
          <p:nvPr/>
        </p:nvSpPr>
        <p:spPr>
          <a:xfrm>
            <a:off x="3324575" y="33980595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riangle 166">
            <a:extLst>
              <a:ext uri="{FF2B5EF4-FFF2-40B4-BE49-F238E27FC236}">
                <a16:creationId xmlns:a16="http://schemas.microsoft.com/office/drawing/2014/main" id="{31CD231C-DA82-B1DD-0F38-8E1178A47DA4}"/>
              </a:ext>
            </a:extLst>
          </p:cNvPr>
          <p:cNvSpPr/>
          <p:nvPr/>
        </p:nvSpPr>
        <p:spPr>
          <a:xfrm>
            <a:off x="2283491" y="33987976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6BC22877-4394-8240-5C10-795CC2F2EB18}"/>
              </a:ext>
            </a:extLst>
          </p:cNvPr>
          <p:cNvCxnSpPr>
            <a:cxnSpLocks/>
          </p:cNvCxnSpPr>
          <p:nvPr/>
        </p:nvCxnSpPr>
        <p:spPr>
          <a:xfrm>
            <a:off x="4180060" y="29545693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E3A6B10A-02AA-69F7-47B4-10BE7C27C2F3}"/>
              </a:ext>
            </a:extLst>
          </p:cNvPr>
          <p:cNvCxnSpPr>
            <a:cxnSpLocks/>
          </p:cNvCxnSpPr>
          <p:nvPr/>
        </p:nvCxnSpPr>
        <p:spPr>
          <a:xfrm>
            <a:off x="1509017" y="31784934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084F9565-9FB5-6969-AA85-5B7377EB9CEB}"/>
              </a:ext>
            </a:extLst>
          </p:cNvPr>
          <p:cNvCxnSpPr>
            <a:cxnSpLocks/>
          </p:cNvCxnSpPr>
          <p:nvPr/>
        </p:nvCxnSpPr>
        <p:spPr>
          <a:xfrm>
            <a:off x="3342094" y="29827111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riangle 171">
            <a:extLst>
              <a:ext uri="{FF2B5EF4-FFF2-40B4-BE49-F238E27FC236}">
                <a16:creationId xmlns:a16="http://schemas.microsoft.com/office/drawing/2014/main" id="{C0B34B5C-D1CE-58C6-3798-BB20E301CDEA}"/>
              </a:ext>
            </a:extLst>
          </p:cNvPr>
          <p:cNvSpPr/>
          <p:nvPr/>
        </p:nvSpPr>
        <p:spPr>
          <a:xfrm>
            <a:off x="2307540" y="28004064"/>
            <a:ext cx="7914368" cy="6822731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0E7FA88E-ABA1-45A2-9897-852922BA11DF}"/>
              </a:ext>
            </a:extLst>
          </p:cNvPr>
          <p:cNvSpPr/>
          <p:nvPr/>
        </p:nvSpPr>
        <p:spPr>
          <a:xfrm>
            <a:off x="2182411" y="34694285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6CC054BE-C698-F167-8A56-CB28654AFD6E}"/>
              </a:ext>
            </a:extLst>
          </p:cNvPr>
          <p:cNvSpPr/>
          <p:nvPr/>
        </p:nvSpPr>
        <p:spPr>
          <a:xfrm>
            <a:off x="10081282" y="34647673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B825F4C1-559A-DBDC-E584-129530CD1CBF}"/>
              </a:ext>
            </a:extLst>
          </p:cNvPr>
          <p:cNvCxnSpPr>
            <a:cxnSpLocks/>
          </p:cNvCxnSpPr>
          <p:nvPr/>
        </p:nvCxnSpPr>
        <p:spPr>
          <a:xfrm rot="5400000">
            <a:off x="2078862" y="31736175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Oval 175">
            <a:extLst>
              <a:ext uri="{FF2B5EF4-FFF2-40B4-BE49-F238E27FC236}">
                <a16:creationId xmlns:a16="http://schemas.microsoft.com/office/drawing/2014/main" id="{110343D3-ECD5-C63A-A767-32685990A897}"/>
              </a:ext>
            </a:extLst>
          </p:cNvPr>
          <p:cNvSpPr/>
          <p:nvPr/>
        </p:nvSpPr>
        <p:spPr>
          <a:xfrm>
            <a:off x="6155092" y="27932929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C7833CFB-E9AE-128C-5448-AEF1E8AC8FC7}"/>
              </a:ext>
            </a:extLst>
          </p:cNvPr>
          <p:cNvCxnSpPr>
            <a:cxnSpLocks/>
          </p:cNvCxnSpPr>
          <p:nvPr/>
        </p:nvCxnSpPr>
        <p:spPr>
          <a:xfrm rot="1800000">
            <a:off x="2589273" y="32851611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2A5D59BB-CCDD-5DBF-93B9-FBC7BED6DEAB}"/>
              </a:ext>
            </a:extLst>
          </p:cNvPr>
          <p:cNvCxnSpPr>
            <a:cxnSpLocks/>
          </p:cNvCxnSpPr>
          <p:nvPr/>
        </p:nvCxnSpPr>
        <p:spPr>
          <a:xfrm rot="19800000" flipH="1">
            <a:off x="1270054" y="33023922"/>
            <a:ext cx="8371724" cy="0"/>
          </a:xfrm>
          <a:prstGeom prst="line">
            <a:avLst/>
          </a:prstGeom>
          <a:ln>
            <a:solidFill>
              <a:schemeClr val="accent3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Oval 178">
            <a:extLst>
              <a:ext uri="{FF2B5EF4-FFF2-40B4-BE49-F238E27FC236}">
                <a16:creationId xmlns:a16="http://schemas.microsoft.com/office/drawing/2014/main" id="{B6913A45-9FAA-7434-F302-7405BE17FB83}"/>
              </a:ext>
            </a:extLst>
          </p:cNvPr>
          <p:cNvSpPr/>
          <p:nvPr/>
        </p:nvSpPr>
        <p:spPr>
          <a:xfrm>
            <a:off x="4148537" y="3128283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B35C69D1-1323-B148-FE19-64B5E84BD4D0}"/>
              </a:ext>
            </a:extLst>
          </p:cNvPr>
          <p:cNvSpPr/>
          <p:nvPr/>
        </p:nvSpPr>
        <p:spPr>
          <a:xfrm>
            <a:off x="6155093" y="34718808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887DAFF4-E7F7-7CE2-43AD-4C04C8EC777D}"/>
              </a:ext>
            </a:extLst>
          </p:cNvPr>
          <p:cNvSpPr/>
          <p:nvPr/>
        </p:nvSpPr>
        <p:spPr>
          <a:xfrm>
            <a:off x="4207972" y="34701666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4127D739-2539-C0AE-7019-E79BB4EF07B3}"/>
              </a:ext>
            </a:extLst>
          </p:cNvPr>
          <p:cNvSpPr/>
          <p:nvPr/>
        </p:nvSpPr>
        <p:spPr>
          <a:xfrm>
            <a:off x="8184121" y="3471392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2B2DDAC-3D05-7EDC-625F-F388C1A2C924}"/>
              </a:ext>
            </a:extLst>
          </p:cNvPr>
          <p:cNvSpPr/>
          <p:nvPr/>
        </p:nvSpPr>
        <p:spPr>
          <a:xfrm>
            <a:off x="3123301" y="34700341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F8A4C1D4-8058-8111-2D96-AE955F72165C}"/>
              </a:ext>
            </a:extLst>
          </p:cNvPr>
          <p:cNvSpPr/>
          <p:nvPr/>
        </p:nvSpPr>
        <p:spPr>
          <a:xfrm>
            <a:off x="7099450" y="3471260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317C9BC8-2B0A-9B88-9FB4-D8A07BC2B4F3}"/>
              </a:ext>
            </a:extLst>
          </p:cNvPr>
          <p:cNvSpPr/>
          <p:nvPr/>
        </p:nvSpPr>
        <p:spPr>
          <a:xfrm>
            <a:off x="5163833" y="34698435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57BD62EA-A822-69CF-518F-0E406CAC56B6}"/>
              </a:ext>
            </a:extLst>
          </p:cNvPr>
          <p:cNvSpPr/>
          <p:nvPr/>
        </p:nvSpPr>
        <p:spPr>
          <a:xfrm>
            <a:off x="9139982" y="3471069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9497E03C-22F6-BFC6-A292-CD54EF0EB8FE}"/>
              </a:ext>
            </a:extLst>
          </p:cNvPr>
          <p:cNvSpPr/>
          <p:nvPr/>
        </p:nvSpPr>
        <p:spPr>
          <a:xfrm rot="18000000" flipH="1">
            <a:off x="5121423" y="2962209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2F3C6B9F-808E-10D5-0BD3-501518B8FC0E}"/>
              </a:ext>
            </a:extLst>
          </p:cNvPr>
          <p:cNvSpPr/>
          <p:nvPr/>
        </p:nvSpPr>
        <p:spPr>
          <a:xfrm rot="18000000" flipH="1">
            <a:off x="3183571" y="3297781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6E99FDA8-F82F-30DB-37E0-2E8C948413AC}"/>
              </a:ext>
            </a:extLst>
          </p:cNvPr>
          <p:cNvSpPr/>
          <p:nvPr/>
        </p:nvSpPr>
        <p:spPr>
          <a:xfrm rot="18000000" flipH="1">
            <a:off x="5620600" y="2878235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95205F1D-C943-E1AD-7B19-A144705F96D3}"/>
              </a:ext>
            </a:extLst>
          </p:cNvPr>
          <p:cNvSpPr/>
          <p:nvPr/>
        </p:nvSpPr>
        <p:spPr>
          <a:xfrm rot="18000000" flipH="1">
            <a:off x="3685156" y="321316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04F8A229-503A-2389-B595-DE96E73CDC63}"/>
              </a:ext>
            </a:extLst>
          </p:cNvPr>
          <p:cNvSpPr/>
          <p:nvPr/>
        </p:nvSpPr>
        <p:spPr>
          <a:xfrm rot="18000000" flipH="1">
            <a:off x="4640694" y="3044828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68E4B8F6-75B6-BE21-FA90-96BD0F3CA1E9}"/>
              </a:ext>
            </a:extLst>
          </p:cNvPr>
          <p:cNvSpPr/>
          <p:nvPr/>
        </p:nvSpPr>
        <p:spPr>
          <a:xfrm rot="18000000" flipH="1">
            <a:off x="2653060" y="3382909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4D0C9387-A698-92DB-3FD0-CFE915CAD7C8}"/>
              </a:ext>
            </a:extLst>
          </p:cNvPr>
          <p:cNvSpPr/>
          <p:nvPr/>
        </p:nvSpPr>
        <p:spPr>
          <a:xfrm>
            <a:off x="6652335" y="3385832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CB86D3B7-A441-725E-EAD1-13C4AD7A6B15}"/>
              </a:ext>
            </a:extLst>
          </p:cNvPr>
          <p:cNvSpPr/>
          <p:nvPr/>
        </p:nvSpPr>
        <p:spPr>
          <a:xfrm>
            <a:off x="4705214" y="3384118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D8A6FC19-14A8-5945-6EEB-C898076A1620}"/>
              </a:ext>
            </a:extLst>
          </p:cNvPr>
          <p:cNvSpPr/>
          <p:nvPr/>
        </p:nvSpPr>
        <p:spPr>
          <a:xfrm>
            <a:off x="8681363" y="3385344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C49E6F13-287C-74AB-4121-9AED6EAD9552}"/>
              </a:ext>
            </a:extLst>
          </p:cNvPr>
          <p:cNvSpPr/>
          <p:nvPr/>
        </p:nvSpPr>
        <p:spPr>
          <a:xfrm>
            <a:off x="3642845" y="33884464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C70A1854-A670-DCD9-BE12-EB3956000434}"/>
              </a:ext>
            </a:extLst>
          </p:cNvPr>
          <p:cNvSpPr/>
          <p:nvPr/>
        </p:nvSpPr>
        <p:spPr>
          <a:xfrm>
            <a:off x="7596692" y="3385212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C5650C86-18D4-3189-D6FE-773FFCA13F76}"/>
              </a:ext>
            </a:extLst>
          </p:cNvPr>
          <p:cNvSpPr/>
          <p:nvPr/>
        </p:nvSpPr>
        <p:spPr>
          <a:xfrm>
            <a:off x="5661075" y="338379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60EA502F-1C4C-8923-DBAD-6650ECADC90F}"/>
              </a:ext>
            </a:extLst>
          </p:cNvPr>
          <p:cNvSpPr/>
          <p:nvPr/>
        </p:nvSpPr>
        <p:spPr>
          <a:xfrm>
            <a:off x="9637224" y="3385021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AB15CD3F-06A0-176B-E0AA-42661BD6CF3A}"/>
              </a:ext>
            </a:extLst>
          </p:cNvPr>
          <p:cNvSpPr/>
          <p:nvPr/>
        </p:nvSpPr>
        <p:spPr>
          <a:xfrm>
            <a:off x="7180329" y="3304346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D3C50AA0-02A8-D79B-0FC5-F82F7692B394}"/>
              </a:ext>
            </a:extLst>
          </p:cNvPr>
          <p:cNvSpPr/>
          <p:nvPr/>
        </p:nvSpPr>
        <p:spPr>
          <a:xfrm>
            <a:off x="9209357" y="3303858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01191090-CD6E-3132-128C-5277A0D41048}"/>
              </a:ext>
            </a:extLst>
          </p:cNvPr>
          <p:cNvSpPr/>
          <p:nvPr/>
        </p:nvSpPr>
        <p:spPr>
          <a:xfrm>
            <a:off x="4173937" y="3289799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88832E3E-59EF-DFBF-C852-A06455CD27FB}"/>
              </a:ext>
            </a:extLst>
          </p:cNvPr>
          <p:cNvSpPr/>
          <p:nvPr/>
        </p:nvSpPr>
        <p:spPr>
          <a:xfrm>
            <a:off x="8124686" y="33037257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05A4142A-862A-7298-70FB-716D7050B25D}"/>
              </a:ext>
            </a:extLst>
          </p:cNvPr>
          <p:cNvSpPr/>
          <p:nvPr/>
        </p:nvSpPr>
        <p:spPr>
          <a:xfrm>
            <a:off x="6673266" y="2875972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CB869896-D7FA-EED7-35B7-0AE42C144929}"/>
              </a:ext>
            </a:extLst>
          </p:cNvPr>
          <p:cNvSpPr/>
          <p:nvPr/>
        </p:nvSpPr>
        <p:spPr>
          <a:xfrm>
            <a:off x="7626926" y="3221660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5CB318F7-0F4C-3C1B-9F2F-D13B4F938A79}"/>
              </a:ext>
            </a:extLst>
          </p:cNvPr>
          <p:cNvSpPr/>
          <p:nvPr/>
        </p:nvSpPr>
        <p:spPr>
          <a:xfrm>
            <a:off x="5679805" y="3219946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A85B44DD-4591-8DC8-4A35-9E4228BA9113}"/>
              </a:ext>
            </a:extLst>
          </p:cNvPr>
          <p:cNvSpPr/>
          <p:nvPr/>
        </p:nvSpPr>
        <p:spPr>
          <a:xfrm>
            <a:off x="4671334" y="3219813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451C9190-DB53-49E2-F3BA-06E661020A71}"/>
              </a:ext>
            </a:extLst>
          </p:cNvPr>
          <p:cNvSpPr/>
          <p:nvPr/>
        </p:nvSpPr>
        <p:spPr>
          <a:xfrm>
            <a:off x="8571283" y="3221040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9C5187F5-A2B9-1D42-59DC-6BDF44FE866D}"/>
              </a:ext>
            </a:extLst>
          </p:cNvPr>
          <p:cNvSpPr/>
          <p:nvPr/>
        </p:nvSpPr>
        <p:spPr>
          <a:xfrm>
            <a:off x="6635666" y="3219623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C7DA1416-A9C3-D3B3-CF2A-A9FC063A5870}"/>
              </a:ext>
            </a:extLst>
          </p:cNvPr>
          <p:cNvSpPr/>
          <p:nvPr/>
        </p:nvSpPr>
        <p:spPr>
          <a:xfrm>
            <a:off x="8120145" y="3131712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D19615A3-9EE0-A584-781D-FD9887C3293A}"/>
              </a:ext>
            </a:extLst>
          </p:cNvPr>
          <p:cNvSpPr/>
          <p:nvPr/>
        </p:nvSpPr>
        <p:spPr>
          <a:xfrm>
            <a:off x="6173024" y="3129997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ED24260F-C8B8-0BA7-9E21-000B41EB9A97}"/>
              </a:ext>
            </a:extLst>
          </p:cNvPr>
          <p:cNvSpPr/>
          <p:nvPr/>
        </p:nvSpPr>
        <p:spPr>
          <a:xfrm>
            <a:off x="5164553" y="312986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424B3FA0-DBEB-04F9-E544-238EE24FF6B7}"/>
              </a:ext>
            </a:extLst>
          </p:cNvPr>
          <p:cNvSpPr/>
          <p:nvPr/>
        </p:nvSpPr>
        <p:spPr>
          <a:xfrm>
            <a:off x="7128885" y="3129674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3CCA664E-65C7-DB9C-7F17-FAD463795E00}"/>
              </a:ext>
            </a:extLst>
          </p:cNvPr>
          <p:cNvSpPr/>
          <p:nvPr/>
        </p:nvSpPr>
        <p:spPr>
          <a:xfrm>
            <a:off x="6696911" y="3045428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60581EC5-3A6B-E658-D2F6-37BEC4BCCF38}"/>
              </a:ext>
            </a:extLst>
          </p:cNvPr>
          <p:cNvSpPr/>
          <p:nvPr/>
        </p:nvSpPr>
        <p:spPr>
          <a:xfrm>
            <a:off x="5612240" y="3045296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" name="Oval 234">
            <a:extLst>
              <a:ext uri="{FF2B5EF4-FFF2-40B4-BE49-F238E27FC236}">
                <a16:creationId xmlns:a16="http://schemas.microsoft.com/office/drawing/2014/main" id="{0DA34A3C-D3E5-EA15-F76F-0FF6CCD5B147}"/>
              </a:ext>
            </a:extLst>
          </p:cNvPr>
          <p:cNvSpPr/>
          <p:nvPr/>
        </p:nvSpPr>
        <p:spPr>
          <a:xfrm>
            <a:off x="7652772" y="3045105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6" name="Oval 235">
            <a:extLst>
              <a:ext uri="{FF2B5EF4-FFF2-40B4-BE49-F238E27FC236}">
                <a16:creationId xmlns:a16="http://schemas.microsoft.com/office/drawing/2014/main" id="{1D047912-64C0-D31B-6B1B-CC94B5E5B38F}"/>
              </a:ext>
            </a:extLst>
          </p:cNvPr>
          <p:cNvSpPr/>
          <p:nvPr/>
        </p:nvSpPr>
        <p:spPr>
          <a:xfrm>
            <a:off x="7187243" y="2958190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9ABF76B9-E175-0212-E230-6FE58F682CEB}"/>
              </a:ext>
            </a:extLst>
          </p:cNvPr>
          <p:cNvSpPr/>
          <p:nvPr/>
        </p:nvSpPr>
        <p:spPr>
          <a:xfrm>
            <a:off x="6102572" y="2958058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1543263E-6A57-4D58-D5D8-567CC35264DA}"/>
              </a:ext>
            </a:extLst>
          </p:cNvPr>
          <p:cNvCxnSpPr/>
          <p:nvPr/>
        </p:nvCxnSpPr>
        <p:spPr>
          <a:xfrm>
            <a:off x="6701582" y="36032189"/>
            <a:ext cx="24384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E506F507-0B88-61B0-FC51-C40E52C8CF9F}"/>
              </a:ext>
            </a:extLst>
          </p:cNvPr>
          <p:cNvSpPr txBox="1"/>
          <p:nvPr/>
        </p:nvSpPr>
        <p:spPr>
          <a:xfrm>
            <a:off x="9666593" y="30586368"/>
            <a:ext cx="9796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y=y’</a:t>
            </a:r>
          </a:p>
        </p:txBody>
      </p: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817CCD99-2D92-1A15-EC31-3D84D8E0ECAC}"/>
              </a:ext>
            </a:extLst>
          </p:cNvPr>
          <p:cNvCxnSpPr>
            <a:cxnSpLocks/>
          </p:cNvCxnSpPr>
          <p:nvPr/>
        </p:nvCxnSpPr>
        <p:spPr>
          <a:xfrm flipH="1" flipV="1">
            <a:off x="9407905" y="31092568"/>
            <a:ext cx="1019064" cy="18516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6241E50D-A8C2-AA71-2BE3-AA03E99DDC9E}"/>
              </a:ext>
            </a:extLst>
          </p:cNvPr>
          <p:cNvCxnSpPr>
            <a:cxnSpLocks/>
          </p:cNvCxnSpPr>
          <p:nvPr/>
        </p:nvCxnSpPr>
        <p:spPr>
          <a:xfrm>
            <a:off x="2322621" y="31407961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1B0E0F47-4579-3E47-44E7-4F672E9D5056}"/>
              </a:ext>
            </a:extLst>
          </p:cNvPr>
          <p:cNvCxnSpPr>
            <a:cxnSpLocks/>
          </p:cNvCxnSpPr>
          <p:nvPr/>
        </p:nvCxnSpPr>
        <p:spPr>
          <a:xfrm>
            <a:off x="3200229" y="31116568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TextBox 242">
            <a:extLst>
              <a:ext uri="{FF2B5EF4-FFF2-40B4-BE49-F238E27FC236}">
                <a16:creationId xmlns:a16="http://schemas.microsoft.com/office/drawing/2014/main" id="{F03CA44C-A1DF-E695-195A-5EC646765B27}"/>
              </a:ext>
            </a:extLst>
          </p:cNvPr>
          <p:cNvSpPr txBox="1"/>
          <p:nvPr/>
        </p:nvSpPr>
        <p:spPr>
          <a:xfrm>
            <a:off x="2092528" y="33225207"/>
            <a:ext cx="19976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(2,1)=[2,0]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1A9A0FC3-151A-4EF4-5693-875A7B3FF496}"/>
              </a:ext>
            </a:extLst>
          </p:cNvPr>
          <p:cNvSpPr txBox="1"/>
          <p:nvPr/>
        </p:nvSpPr>
        <p:spPr>
          <a:xfrm>
            <a:off x="8345852" y="29269627"/>
            <a:ext cx="9893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L=8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A149329-E573-FF53-75CF-B5C9E9CDA898}"/>
              </a:ext>
            </a:extLst>
          </p:cNvPr>
          <p:cNvSpPr txBox="1"/>
          <p:nvPr/>
        </p:nvSpPr>
        <p:spPr>
          <a:xfrm>
            <a:off x="6334920" y="35081646"/>
            <a:ext cx="31710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(L/2,0)=[L/2,-L/4]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8106E4A1-82E2-AA75-06F7-09583034B085}"/>
              </a:ext>
            </a:extLst>
          </p:cNvPr>
          <p:cNvSpPr txBox="1"/>
          <p:nvPr/>
        </p:nvSpPr>
        <p:spPr>
          <a:xfrm>
            <a:off x="9285593" y="35758364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x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E162A519-DADC-CC85-E1C5-8BFF6C72DD6C}"/>
              </a:ext>
            </a:extLst>
          </p:cNvPr>
          <p:cNvSpPr txBox="1"/>
          <p:nvPr/>
        </p:nvSpPr>
        <p:spPr>
          <a:xfrm>
            <a:off x="3640048" y="3431580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5D68C0DF-AE0A-490A-1933-32A79C52B5CC}"/>
              </a:ext>
            </a:extLst>
          </p:cNvPr>
          <p:cNvSpPr txBox="1"/>
          <p:nvPr/>
        </p:nvSpPr>
        <p:spPr>
          <a:xfrm>
            <a:off x="4696431" y="3429587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A982310C-42B5-3E5C-1913-B2476FF3E3E9}"/>
              </a:ext>
            </a:extLst>
          </p:cNvPr>
          <p:cNvSpPr txBox="1"/>
          <p:nvPr/>
        </p:nvSpPr>
        <p:spPr>
          <a:xfrm>
            <a:off x="5599011" y="3427000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6E440FEC-4B32-8DF4-B9E5-3CF31301DA55}"/>
              </a:ext>
            </a:extLst>
          </p:cNvPr>
          <p:cNvSpPr txBox="1"/>
          <p:nvPr/>
        </p:nvSpPr>
        <p:spPr>
          <a:xfrm>
            <a:off x="5143301" y="3399457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E5D55443-7CB8-F793-149A-A168E88C3B5E}"/>
              </a:ext>
            </a:extLst>
          </p:cNvPr>
          <p:cNvSpPr txBox="1"/>
          <p:nvPr/>
        </p:nvSpPr>
        <p:spPr>
          <a:xfrm>
            <a:off x="4168683" y="3395738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90386513-190E-B2C5-C050-4A61D0C2458E}"/>
              </a:ext>
            </a:extLst>
          </p:cNvPr>
          <p:cNvSpPr txBox="1"/>
          <p:nvPr/>
        </p:nvSpPr>
        <p:spPr>
          <a:xfrm>
            <a:off x="5084039" y="33422301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9735999A-769B-B772-B6F9-A27FCA8D4B08}"/>
              </a:ext>
            </a:extLst>
          </p:cNvPr>
          <p:cNvSpPr txBox="1"/>
          <p:nvPr/>
        </p:nvSpPr>
        <p:spPr>
          <a:xfrm>
            <a:off x="5633821" y="3317881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E22E8B13-0EF3-B533-90D1-29CED345E190}"/>
              </a:ext>
            </a:extLst>
          </p:cNvPr>
          <p:cNvSpPr txBox="1"/>
          <p:nvPr/>
        </p:nvSpPr>
        <p:spPr>
          <a:xfrm>
            <a:off x="3151913" y="3402364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45D7590-9A42-35EC-281D-BF7E87444118}"/>
              </a:ext>
            </a:extLst>
          </p:cNvPr>
          <p:cNvSpPr txBox="1"/>
          <p:nvPr/>
        </p:nvSpPr>
        <p:spPr>
          <a:xfrm>
            <a:off x="2641393" y="3430450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6446E9DD-2F87-C784-E2DC-4F29B4DDB5CE}"/>
              </a:ext>
            </a:extLst>
          </p:cNvPr>
          <p:cNvSpPr txBox="1"/>
          <p:nvPr/>
        </p:nvSpPr>
        <p:spPr>
          <a:xfrm>
            <a:off x="4180060" y="33418641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9672721E-9A9D-5910-DC2A-CB03E5207D16}"/>
              </a:ext>
            </a:extLst>
          </p:cNvPr>
          <p:cNvSpPr txBox="1"/>
          <p:nvPr/>
        </p:nvSpPr>
        <p:spPr>
          <a:xfrm>
            <a:off x="4690080" y="3313372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700D8DF5-ADA0-2306-6DA4-C4EB9D3437C5}"/>
              </a:ext>
            </a:extLst>
          </p:cNvPr>
          <p:cNvSpPr txBox="1"/>
          <p:nvPr/>
        </p:nvSpPr>
        <p:spPr>
          <a:xfrm>
            <a:off x="5623812" y="3258849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047DD239-3ACA-3CFD-5663-F8D04CCC96D2}"/>
              </a:ext>
            </a:extLst>
          </p:cNvPr>
          <p:cNvSpPr txBox="1"/>
          <p:nvPr/>
        </p:nvSpPr>
        <p:spPr>
          <a:xfrm>
            <a:off x="6118091" y="3230850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x</a:t>
            </a: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DFF98D6F-E1B9-77F4-B384-DC43B48C7134}"/>
              </a:ext>
            </a:extLst>
          </p:cNvPr>
          <p:cNvSpPr txBox="1"/>
          <p:nvPr/>
        </p:nvSpPr>
        <p:spPr>
          <a:xfrm>
            <a:off x="6101640" y="3342945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EEF2B53A-D4B7-26EE-FE77-D238630BC046}"/>
              </a:ext>
            </a:extLst>
          </p:cNvPr>
          <p:cNvSpPr txBox="1"/>
          <p:nvPr/>
        </p:nvSpPr>
        <p:spPr>
          <a:xfrm>
            <a:off x="6110087" y="34029892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283" name="Triangle 282">
            <a:extLst>
              <a:ext uri="{FF2B5EF4-FFF2-40B4-BE49-F238E27FC236}">
                <a16:creationId xmlns:a16="http://schemas.microsoft.com/office/drawing/2014/main" id="{D7C84D71-FF8C-D1FF-5A6B-4757053331EE}"/>
              </a:ext>
            </a:extLst>
          </p:cNvPr>
          <p:cNvSpPr/>
          <p:nvPr/>
        </p:nvSpPr>
        <p:spPr>
          <a:xfrm>
            <a:off x="1309397" y="3528345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9E45FC0D-113F-C20D-EA59-E29BACAD8ADB}"/>
              </a:ext>
            </a:extLst>
          </p:cNvPr>
          <p:cNvSpPr txBox="1"/>
          <p:nvPr/>
        </p:nvSpPr>
        <p:spPr>
          <a:xfrm>
            <a:off x="1618711" y="35661185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XZ</a:t>
            </a:r>
          </a:p>
        </p:txBody>
      </p:sp>
      <p:sp>
        <p:nvSpPr>
          <p:cNvPr id="285" name="Triangle 284">
            <a:extLst>
              <a:ext uri="{FF2B5EF4-FFF2-40B4-BE49-F238E27FC236}">
                <a16:creationId xmlns:a16="http://schemas.microsoft.com/office/drawing/2014/main" id="{7F13E39C-DBB3-B4BB-5B73-4608622DF659}"/>
              </a:ext>
            </a:extLst>
          </p:cNvPr>
          <p:cNvSpPr/>
          <p:nvPr/>
        </p:nvSpPr>
        <p:spPr>
          <a:xfrm flipV="1">
            <a:off x="2199413" y="35320911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740A9727-13E4-B40A-1CCA-16291AA5C3C8}"/>
              </a:ext>
            </a:extLst>
          </p:cNvPr>
          <p:cNvSpPr txBox="1"/>
          <p:nvPr/>
        </p:nvSpPr>
        <p:spPr>
          <a:xfrm>
            <a:off x="2488339" y="35454306"/>
            <a:ext cx="427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ZY</a:t>
            </a:r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3C90DB73-DAB6-E3F8-7C83-94778F1BB279}"/>
              </a:ext>
            </a:extLst>
          </p:cNvPr>
          <p:cNvSpPr/>
          <p:nvPr/>
        </p:nvSpPr>
        <p:spPr>
          <a:xfrm rot="18000000" flipH="1">
            <a:off x="1213234" y="3599963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Oval 290">
            <a:extLst>
              <a:ext uri="{FF2B5EF4-FFF2-40B4-BE49-F238E27FC236}">
                <a16:creationId xmlns:a16="http://schemas.microsoft.com/office/drawing/2014/main" id="{DB1F7900-4477-67A1-B11E-2A07BC38B9E3}"/>
              </a:ext>
            </a:extLst>
          </p:cNvPr>
          <p:cNvSpPr/>
          <p:nvPr/>
        </p:nvSpPr>
        <p:spPr>
          <a:xfrm rot="18000000" flipH="1">
            <a:off x="2581653" y="359996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9E84E0BC-E2BA-8B31-DD6F-9FB1310496E8}"/>
              </a:ext>
            </a:extLst>
          </p:cNvPr>
          <p:cNvSpPr txBox="1"/>
          <p:nvPr/>
        </p:nvSpPr>
        <p:spPr>
          <a:xfrm>
            <a:off x="545910" y="34051165"/>
            <a:ext cx="17748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(0,0)=[0,0]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3E6F6009-6FD1-F4BC-B607-9868F87BF31E}"/>
              </a:ext>
            </a:extLst>
          </p:cNvPr>
          <p:cNvSpPr txBox="1"/>
          <p:nvPr/>
        </p:nvSpPr>
        <p:spPr>
          <a:xfrm>
            <a:off x="630072" y="29672507"/>
            <a:ext cx="17307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(</a:t>
            </a:r>
            <a:r>
              <a:rPr lang="en-US" sz="2800" dirty="0" err="1"/>
              <a:t>x,y</a:t>
            </a:r>
            <a:r>
              <a:rPr lang="en-US" sz="2800" dirty="0"/>
              <a:t>); [</a:t>
            </a:r>
            <a:r>
              <a:rPr lang="en-US" sz="2800" dirty="0" err="1"/>
              <a:t>x’,y</a:t>
            </a:r>
            <a:r>
              <a:rPr lang="en-US" sz="2800" dirty="0"/>
              <a:t>’]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79AADD1-4CFF-A395-0765-44C6169811B4}"/>
              </a:ext>
            </a:extLst>
          </p:cNvPr>
          <p:cNvSpPr txBox="1"/>
          <p:nvPr/>
        </p:nvSpPr>
        <p:spPr>
          <a:xfrm>
            <a:off x="1929950" y="34919805"/>
            <a:ext cx="24653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</a:rPr>
              <a:t>(1,0)=[1,-1/2]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4" name="TextBox 463">
                <a:extLst>
                  <a:ext uri="{FF2B5EF4-FFF2-40B4-BE49-F238E27FC236}">
                    <a16:creationId xmlns:a16="http://schemas.microsoft.com/office/drawing/2014/main" id="{E270F9CB-5776-98D9-0239-B60DBC15259C}"/>
                  </a:ext>
                </a:extLst>
              </p:cNvPr>
              <p:cNvSpPr txBox="1"/>
              <p:nvPr/>
            </p:nvSpPr>
            <p:spPr>
              <a:xfrm>
                <a:off x="559558" y="30366269"/>
                <a:ext cx="125040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64" name="TextBox 463">
                <a:extLst>
                  <a:ext uri="{FF2B5EF4-FFF2-40B4-BE49-F238E27FC236}">
                    <a16:creationId xmlns:a16="http://schemas.microsoft.com/office/drawing/2014/main" id="{E270F9CB-5776-98D9-0239-B60DBC152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558" y="30366269"/>
                <a:ext cx="1250407" cy="523220"/>
              </a:xfrm>
              <a:prstGeom prst="rect">
                <a:avLst/>
              </a:prstGeom>
              <a:blipFill>
                <a:blip r:embed="rId15"/>
                <a:stretch>
                  <a:fillRect t="-9302" r="-13131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5" name="TextBox 464">
                <a:extLst>
                  <a:ext uri="{FF2B5EF4-FFF2-40B4-BE49-F238E27FC236}">
                    <a16:creationId xmlns:a16="http://schemas.microsoft.com/office/drawing/2014/main" id="{3DC28241-CFA8-467B-4691-F086B4A5E8FE}"/>
                  </a:ext>
                </a:extLst>
              </p:cNvPr>
              <p:cNvSpPr txBox="1"/>
              <p:nvPr/>
            </p:nvSpPr>
            <p:spPr>
              <a:xfrm>
                <a:off x="561832" y="30805271"/>
                <a:ext cx="1891672" cy="8274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65" name="TextBox 464">
                <a:extLst>
                  <a:ext uri="{FF2B5EF4-FFF2-40B4-BE49-F238E27FC236}">
                    <a16:creationId xmlns:a16="http://schemas.microsoft.com/office/drawing/2014/main" id="{3DC28241-CFA8-467B-4691-F086B4A5E8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32" y="30805271"/>
                <a:ext cx="1891672" cy="827471"/>
              </a:xfrm>
              <a:prstGeom prst="rect">
                <a:avLst/>
              </a:prstGeom>
              <a:blipFill>
                <a:blip r:embed="rId16"/>
                <a:stretch>
                  <a:fillRect r="-8725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6" name="Oval 465">
            <a:extLst>
              <a:ext uri="{FF2B5EF4-FFF2-40B4-BE49-F238E27FC236}">
                <a16:creationId xmlns:a16="http://schemas.microsoft.com/office/drawing/2014/main" id="{0872B07E-E2A7-DEB8-FCDD-5091BEF1EEFB}"/>
              </a:ext>
            </a:extLst>
          </p:cNvPr>
          <p:cNvSpPr/>
          <p:nvPr/>
        </p:nvSpPr>
        <p:spPr>
          <a:xfrm>
            <a:off x="5097422" y="32929529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2EE43FB1-644D-072D-0BBE-E04B9415D2DF}"/>
              </a:ext>
            </a:extLst>
          </p:cNvPr>
          <p:cNvSpPr txBox="1"/>
          <p:nvPr/>
        </p:nvSpPr>
        <p:spPr>
          <a:xfrm>
            <a:off x="2669816" y="32332047"/>
            <a:ext cx="30315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(L/2,L/4)=[L/2,0]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8" name="TextBox 467">
                <a:extLst>
                  <a:ext uri="{FF2B5EF4-FFF2-40B4-BE49-F238E27FC236}">
                    <a16:creationId xmlns:a16="http://schemas.microsoft.com/office/drawing/2014/main" id="{0A20F6FD-A82C-6AFA-31E5-B9739DA5E456}"/>
                  </a:ext>
                </a:extLst>
              </p:cNvPr>
              <p:cNvSpPr txBox="1"/>
              <p:nvPr/>
            </p:nvSpPr>
            <p:spPr>
              <a:xfrm>
                <a:off x="9805504" y="34863980"/>
                <a:ext cx="1921808" cy="10429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num>
                        <m:den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68" name="TextBox 467">
                <a:extLst>
                  <a:ext uri="{FF2B5EF4-FFF2-40B4-BE49-F238E27FC236}">
                    <a16:creationId xmlns:a16="http://schemas.microsoft.com/office/drawing/2014/main" id="{0A20F6FD-A82C-6AFA-31E5-B9739DA5E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5504" y="34863980"/>
                <a:ext cx="1921808" cy="1042914"/>
              </a:xfrm>
              <a:prstGeom prst="rect">
                <a:avLst/>
              </a:prstGeom>
              <a:blipFill>
                <a:blip r:embed="rId17"/>
                <a:stretch>
                  <a:fillRect r="-9868" b="-84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0" name="Oval 469">
            <a:extLst>
              <a:ext uri="{FF2B5EF4-FFF2-40B4-BE49-F238E27FC236}">
                <a16:creationId xmlns:a16="http://schemas.microsoft.com/office/drawing/2014/main" id="{583D23CB-7C95-6906-EBFE-FCDFB7C92122}"/>
              </a:ext>
            </a:extLst>
          </p:cNvPr>
          <p:cNvSpPr/>
          <p:nvPr/>
        </p:nvSpPr>
        <p:spPr>
          <a:xfrm>
            <a:off x="6136002" y="32995123"/>
            <a:ext cx="250257" cy="250257"/>
          </a:xfrm>
          <a:prstGeom prst="ellipse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5060226-90EE-D4CA-CCBC-6F94AE986C76}"/>
              </a:ext>
            </a:extLst>
          </p:cNvPr>
          <p:cNvSpPr txBox="1"/>
          <p:nvPr/>
        </p:nvSpPr>
        <p:spPr>
          <a:xfrm>
            <a:off x="6270644" y="32542669"/>
            <a:ext cx="47676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4"/>
                </a:solidFill>
              </a:rPr>
              <a:t>(L/2+1,2)=[L/2+1,3/2-L/4]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2" name="TextBox 471">
                <a:extLst>
                  <a:ext uri="{FF2B5EF4-FFF2-40B4-BE49-F238E27FC236}">
                    <a16:creationId xmlns:a16="http://schemas.microsoft.com/office/drawing/2014/main" id="{E5F5A8DD-995B-98D8-2B26-CDA2491B7AEA}"/>
                  </a:ext>
                </a:extLst>
              </p:cNvPr>
              <p:cNvSpPr txBox="1"/>
              <p:nvPr/>
            </p:nvSpPr>
            <p:spPr>
              <a:xfrm>
                <a:off x="4290342" y="26496578"/>
                <a:ext cx="2558200" cy="10143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sz="3200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72" name="TextBox 471">
                <a:extLst>
                  <a:ext uri="{FF2B5EF4-FFF2-40B4-BE49-F238E27FC236}">
                    <a16:creationId xmlns:a16="http://schemas.microsoft.com/office/drawing/2014/main" id="{E5F5A8DD-995B-98D8-2B26-CDA2491B7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342" y="26496578"/>
                <a:ext cx="2558200" cy="1014317"/>
              </a:xfrm>
              <a:prstGeom prst="rect">
                <a:avLst/>
              </a:prstGeom>
              <a:blipFill>
                <a:blip r:embed="rId18"/>
                <a:stretch>
                  <a:fillRect r="-6897"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3" name="TextBox 472">
                <a:extLst>
                  <a:ext uri="{FF2B5EF4-FFF2-40B4-BE49-F238E27FC236}">
                    <a16:creationId xmlns:a16="http://schemas.microsoft.com/office/drawing/2014/main" id="{AE06D503-86E7-A35B-35D8-5AD54E57E722}"/>
                  </a:ext>
                </a:extLst>
              </p:cNvPr>
              <p:cNvSpPr txBox="1"/>
              <p:nvPr/>
            </p:nvSpPr>
            <p:spPr>
              <a:xfrm>
                <a:off x="8284127" y="30353874"/>
                <a:ext cx="137127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3200" b="0" i="1" dirty="0" smtClean="0">
                          <a:latin typeface="Cambria Math" panose="02040503050406030204" pitchFamily="18" charset="0"/>
                        </a:rPr>
                        <m:t>′=0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73" name="TextBox 472">
                <a:extLst>
                  <a:ext uri="{FF2B5EF4-FFF2-40B4-BE49-F238E27FC236}">
                    <a16:creationId xmlns:a16="http://schemas.microsoft.com/office/drawing/2014/main" id="{AE06D503-86E7-A35B-35D8-5AD54E57E7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4127" y="30353874"/>
                <a:ext cx="1371273" cy="584775"/>
              </a:xfrm>
              <a:prstGeom prst="rect">
                <a:avLst/>
              </a:prstGeom>
              <a:blipFill>
                <a:blip r:embed="rId19"/>
                <a:stretch>
                  <a:fillRect l="-4587" t="-10638" r="-13761" b="-3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9236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riangle 21">
            <a:extLst>
              <a:ext uri="{FF2B5EF4-FFF2-40B4-BE49-F238E27FC236}">
                <a16:creationId xmlns:a16="http://schemas.microsoft.com/office/drawing/2014/main" id="{3DEBD663-C019-32EE-F711-BB2CEC98578C}"/>
              </a:ext>
            </a:extLst>
          </p:cNvPr>
          <p:cNvSpPr/>
          <p:nvPr/>
        </p:nvSpPr>
        <p:spPr>
          <a:xfrm>
            <a:off x="12287963" y="9794379"/>
            <a:ext cx="7914368" cy="6822731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F6B97CA-71FB-5B32-86FC-1463CACB17DD}"/>
              </a:ext>
            </a:extLst>
          </p:cNvPr>
          <p:cNvSpPr/>
          <p:nvPr/>
        </p:nvSpPr>
        <p:spPr>
          <a:xfrm>
            <a:off x="20061705" y="16437988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DB26BA3-79FE-6A2F-D6FD-A347EDC72A5D}"/>
              </a:ext>
            </a:extLst>
          </p:cNvPr>
          <p:cNvCxnSpPr>
            <a:cxnSpLocks/>
          </p:cNvCxnSpPr>
          <p:nvPr/>
        </p:nvCxnSpPr>
        <p:spPr>
          <a:xfrm rot="5400000">
            <a:off x="12059285" y="13526490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15DC093-41E3-C43F-6E6E-B9CE68132F08}"/>
              </a:ext>
            </a:extLst>
          </p:cNvPr>
          <p:cNvSpPr/>
          <p:nvPr/>
        </p:nvSpPr>
        <p:spPr>
          <a:xfrm>
            <a:off x="16135515" y="9723244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440F0B6-0B0A-F486-D5B7-A5228898F135}"/>
              </a:ext>
            </a:extLst>
          </p:cNvPr>
          <p:cNvCxnSpPr>
            <a:cxnSpLocks/>
          </p:cNvCxnSpPr>
          <p:nvPr/>
        </p:nvCxnSpPr>
        <p:spPr>
          <a:xfrm rot="1800000">
            <a:off x="12569696" y="14641926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5369B6F-577A-9B1C-77FD-D97498B7FA09}"/>
              </a:ext>
            </a:extLst>
          </p:cNvPr>
          <p:cNvCxnSpPr>
            <a:cxnSpLocks/>
          </p:cNvCxnSpPr>
          <p:nvPr/>
        </p:nvCxnSpPr>
        <p:spPr>
          <a:xfrm rot="19800000" flipH="1">
            <a:off x="11250477" y="14814237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D173C5A-D348-36BE-051E-5F35900E8C96}"/>
              </a:ext>
            </a:extLst>
          </p:cNvPr>
          <p:cNvSpPr/>
          <p:nvPr/>
        </p:nvSpPr>
        <p:spPr>
          <a:xfrm>
            <a:off x="13471412" y="1416031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1270187-5D3F-1654-8846-9906D4CB0240}"/>
              </a:ext>
            </a:extLst>
          </p:cNvPr>
          <p:cNvSpPr/>
          <p:nvPr/>
        </p:nvSpPr>
        <p:spPr>
          <a:xfrm rot="18000000" flipH="1">
            <a:off x="14745999" y="11958746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AB891FA5-B2AF-B217-22C9-26A0DA1B50DD}"/>
              </a:ext>
            </a:extLst>
          </p:cNvPr>
          <p:cNvSpPr/>
          <p:nvPr/>
        </p:nvSpPr>
        <p:spPr>
          <a:xfrm>
            <a:off x="18718572" y="1415838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F26FA1E-4836-6DF7-C18F-228E172295B6}"/>
              </a:ext>
            </a:extLst>
          </p:cNvPr>
          <p:cNvSpPr/>
          <p:nvPr/>
        </p:nvSpPr>
        <p:spPr>
          <a:xfrm>
            <a:off x="17516084" y="1898813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7AAD33E7-76D9-3167-97CC-34C1416F0FD5}"/>
              </a:ext>
            </a:extLst>
          </p:cNvPr>
          <p:cNvSpPr/>
          <p:nvPr/>
        </p:nvSpPr>
        <p:spPr>
          <a:xfrm>
            <a:off x="17358860" y="1648875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8A815399-1E6E-B47C-2A2A-6F9D4D98F34D}"/>
              </a:ext>
            </a:extLst>
          </p:cNvPr>
          <p:cNvSpPr/>
          <p:nvPr/>
        </p:nvSpPr>
        <p:spPr>
          <a:xfrm>
            <a:off x="14844244" y="1649198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EBECC87-D8E4-8025-74FD-8071291E8ED8}"/>
              </a:ext>
            </a:extLst>
          </p:cNvPr>
          <p:cNvSpPr/>
          <p:nvPr/>
        </p:nvSpPr>
        <p:spPr>
          <a:xfrm>
            <a:off x="16107501" y="1420730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F7C76EB3-5293-366C-9EB4-267316122425}"/>
              </a:ext>
            </a:extLst>
          </p:cNvPr>
          <p:cNvSpPr/>
          <p:nvPr/>
        </p:nvSpPr>
        <p:spPr>
          <a:xfrm>
            <a:off x="17451986" y="1194582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0AA721F-4B1C-8EC0-8064-DC6CCADFB9ED}"/>
              </a:ext>
            </a:extLst>
          </p:cNvPr>
          <p:cNvCxnSpPr/>
          <p:nvPr/>
        </p:nvCxnSpPr>
        <p:spPr>
          <a:xfrm>
            <a:off x="16682005" y="17822504"/>
            <a:ext cx="24384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A26DCE4-7A74-55F5-73C3-590FC4FC9713}"/>
              </a:ext>
            </a:extLst>
          </p:cNvPr>
          <p:cNvSpPr txBox="1"/>
          <p:nvPr/>
        </p:nvSpPr>
        <p:spPr>
          <a:xfrm>
            <a:off x="19647016" y="12376683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y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AE0970C-6100-5459-BB2D-AF31AFDD2230}"/>
              </a:ext>
            </a:extLst>
          </p:cNvPr>
          <p:cNvCxnSpPr>
            <a:cxnSpLocks/>
          </p:cNvCxnSpPr>
          <p:nvPr/>
        </p:nvCxnSpPr>
        <p:spPr>
          <a:xfrm flipH="1" flipV="1">
            <a:off x="19388328" y="12882883"/>
            <a:ext cx="1019064" cy="18516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C9E155CE-0BE2-852C-10F8-994077003856}"/>
              </a:ext>
            </a:extLst>
          </p:cNvPr>
          <p:cNvCxnSpPr>
            <a:cxnSpLocks/>
          </p:cNvCxnSpPr>
          <p:nvPr/>
        </p:nvCxnSpPr>
        <p:spPr>
          <a:xfrm>
            <a:off x="12824126" y="12929197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AE4DACDF-0C6C-1DB5-F4C2-C99163F3CF63}"/>
              </a:ext>
            </a:extLst>
          </p:cNvPr>
          <p:cNvSpPr txBox="1"/>
          <p:nvPr/>
        </p:nvSpPr>
        <p:spPr>
          <a:xfrm>
            <a:off x="18332684" y="10488410"/>
            <a:ext cx="9893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L=3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CF9F62B-EF20-3744-1B63-56DE804E7A25}"/>
              </a:ext>
            </a:extLst>
          </p:cNvPr>
          <p:cNvSpPr txBox="1"/>
          <p:nvPr/>
        </p:nvSpPr>
        <p:spPr>
          <a:xfrm>
            <a:off x="19266016" y="17548679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x</a:t>
            </a:r>
          </a:p>
        </p:txBody>
      </p:sp>
      <p:sp>
        <p:nvSpPr>
          <p:cNvPr id="97" name="Triangle 96">
            <a:extLst>
              <a:ext uri="{FF2B5EF4-FFF2-40B4-BE49-F238E27FC236}">
                <a16:creationId xmlns:a16="http://schemas.microsoft.com/office/drawing/2014/main" id="{39B8E18B-06D8-0BAB-B6E0-C41C47784566}"/>
              </a:ext>
            </a:extLst>
          </p:cNvPr>
          <p:cNvSpPr/>
          <p:nvPr/>
        </p:nvSpPr>
        <p:spPr>
          <a:xfrm>
            <a:off x="11289820" y="1707377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2BA38C9-B24B-6258-18CF-9330CB643189}"/>
              </a:ext>
            </a:extLst>
          </p:cNvPr>
          <p:cNvSpPr txBox="1"/>
          <p:nvPr/>
        </p:nvSpPr>
        <p:spPr>
          <a:xfrm>
            <a:off x="11599134" y="1745150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XZ</a:t>
            </a:r>
          </a:p>
        </p:txBody>
      </p:sp>
      <p:sp>
        <p:nvSpPr>
          <p:cNvPr id="99" name="Triangle 98">
            <a:extLst>
              <a:ext uri="{FF2B5EF4-FFF2-40B4-BE49-F238E27FC236}">
                <a16:creationId xmlns:a16="http://schemas.microsoft.com/office/drawing/2014/main" id="{10DE9DED-3600-C89B-C381-6D296B5D6279}"/>
              </a:ext>
            </a:extLst>
          </p:cNvPr>
          <p:cNvSpPr/>
          <p:nvPr/>
        </p:nvSpPr>
        <p:spPr>
          <a:xfrm flipV="1">
            <a:off x="12179836" y="17111226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CBA8E0B-23B6-4712-21B9-A856A2FC843D}"/>
              </a:ext>
            </a:extLst>
          </p:cNvPr>
          <p:cNvSpPr txBox="1"/>
          <p:nvPr/>
        </p:nvSpPr>
        <p:spPr>
          <a:xfrm>
            <a:off x="12468762" y="17244621"/>
            <a:ext cx="427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ZY</a:t>
            </a: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BAE03BA5-375C-8B50-2D8A-03EFA517C92B}"/>
              </a:ext>
            </a:extLst>
          </p:cNvPr>
          <p:cNvSpPr/>
          <p:nvPr/>
        </p:nvSpPr>
        <p:spPr>
          <a:xfrm rot="18000000" flipH="1">
            <a:off x="11193657" y="1778994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D50E334F-DA9E-0819-D38F-60FAB967C410}"/>
              </a:ext>
            </a:extLst>
          </p:cNvPr>
          <p:cNvSpPr/>
          <p:nvPr/>
        </p:nvSpPr>
        <p:spPr>
          <a:xfrm rot="18000000" flipH="1">
            <a:off x="12562076" y="17789944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7CB5AE10-C98E-3FD8-F48C-C2EF0BF2815A}"/>
              </a:ext>
            </a:extLst>
          </p:cNvPr>
          <p:cNvCxnSpPr>
            <a:cxnSpLocks/>
          </p:cNvCxnSpPr>
          <p:nvPr/>
        </p:nvCxnSpPr>
        <p:spPr>
          <a:xfrm flipH="1">
            <a:off x="16671464" y="13013905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33737B2A-744D-2AC6-0E70-2FE4E60916F6}"/>
              </a:ext>
            </a:extLst>
          </p:cNvPr>
          <p:cNvCxnSpPr>
            <a:cxnSpLocks/>
          </p:cNvCxnSpPr>
          <p:nvPr/>
        </p:nvCxnSpPr>
        <p:spPr>
          <a:xfrm>
            <a:off x="12597110" y="12083874"/>
            <a:ext cx="646429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938D9164-1D27-9E9F-B4CA-AF8F76427C51}"/>
              </a:ext>
            </a:extLst>
          </p:cNvPr>
          <p:cNvCxnSpPr>
            <a:cxnSpLocks/>
          </p:cNvCxnSpPr>
          <p:nvPr/>
        </p:nvCxnSpPr>
        <p:spPr>
          <a:xfrm flipH="1">
            <a:off x="14450376" y="11745377"/>
            <a:ext cx="3315965" cy="570142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D03A669-041E-4CBA-BA8F-996160E03B9C}"/>
              </a:ext>
            </a:extLst>
          </p:cNvPr>
          <p:cNvCxnSpPr>
            <a:cxnSpLocks/>
          </p:cNvCxnSpPr>
          <p:nvPr/>
        </p:nvCxnSpPr>
        <p:spPr>
          <a:xfrm>
            <a:off x="14426495" y="11275262"/>
            <a:ext cx="3526761" cy="606386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4086A355-C7BD-A380-68D8-EB8AF0DB187D}"/>
              </a:ext>
            </a:extLst>
          </p:cNvPr>
          <p:cNvCxnSpPr>
            <a:cxnSpLocks/>
          </p:cNvCxnSpPr>
          <p:nvPr/>
        </p:nvCxnSpPr>
        <p:spPr>
          <a:xfrm>
            <a:off x="12332899" y="14304061"/>
            <a:ext cx="7110721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Oval 111">
            <a:extLst>
              <a:ext uri="{FF2B5EF4-FFF2-40B4-BE49-F238E27FC236}">
                <a16:creationId xmlns:a16="http://schemas.microsoft.com/office/drawing/2014/main" id="{D6E7C0F0-4EEA-535B-BC12-8F2B39022D60}"/>
              </a:ext>
            </a:extLst>
          </p:cNvPr>
          <p:cNvSpPr/>
          <p:nvPr/>
        </p:nvSpPr>
        <p:spPr>
          <a:xfrm>
            <a:off x="12229834" y="16477883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17C2BDCF-6987-2BD8-3A54-68169992B937}"/>
              </a:ext>
            </a:extLst>
          </p:cNvPr>
          <p:cNvSpPr/>
          <p:nvPr/>
        </p:nvSpPr>
        <p:spPr>
          <a:xfrm flipV="1">
            <a:off x="5907705" y="884112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riangle 113">
            <a:extLst>
              <a:ext uri="{FF2B5EF4-FFF2-40B4-BE49-F238E27FC236}">
                <a16:creationId xmlns:a16="http://schemas.microsoft.com/office/drawing/2014/main" id="{FCBF8A1A-ED45-0C90-09F7-7FDC02071885}"/>
              </a:ext>
            </a:extLst>
          </p:cNvPr>
          <p:cNvSpPr/>
          <p:nvPr/>
        </p:nvSpPr>
        <p:spPr>
          <a:xfrm flipV="1">
            <a:off x="4468518" y="9616404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riangle 114">
            <a:extLst>
              <a:ext uri="{FF2B5EF4-FFF2-40B4-BE49-F238E27FC236}">
                <a16:creationId xmlns:a16="http://schemas.microsoft.com/office/drawing/2014/main" id="{A8D33172-0DFA-088A-18EB-FDCA1D1446B4}"/>
              </a:ext>
            </a:extLst>
          </p:cNvPr>
          <p:cNvSpPr/>
          <p:nvPr/>
        </p:nvSpPr>
        <p:spPr>
          <a:xfrm flipV="1">
            <a:off x="5388506" y="9676395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riangle 115">
            <a:extLst>
              <a:ext uri="{FF2B5EF4-FFF2-40B4-BE49-F238E27FC236}">
                <a16:creationId xmlns:a16="http://schemas.microsoft.com/office/drawing/2014/main" id="{D7D96EF6-BDA8-45C0-278A-45F6B15E4949}"/>
              </a:ext>
            </a:extLst>
          </p:cNvPr>
          <p:cNvSpPr/>
          <p:nvPr/>
        </p:nvSpPr>
        <p:spPr>
          <a:xfrm flipV="1">
            <a:off x="5893312" y="10543600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riangle 116">
            <a:extLst>
              <a:ext uri="{FF2B5EF4-FFF2-40B4-BE49-F238E27FC236}">
                <a16:creationId xmlns:a16="http://schemas.microsoft.com/office/drawing/2014/main" id="{224AECCA-BBD2-1EBD-552C-0013200B6593}"/>
              </a:ext>
            </a:extLst>
          </p:cNvPr>
          <p:cNvSpPr/>
          <p:nvPr/>
        </p:nvSpPr>
        <p:spPr>
          <a:xfrm flipV="1">
            <a:off x="4952696" y="10536009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Triangle 117">
            <a:extLst>
              <a:ext uri="{FF2B5EF4-FFF2-40B4-BE49-F238E27FC236}">
                <a16:creationId xmlns:a16="http://schemas.microsoft.com/office/drawing/2014/main" id="{9774F2E4-8C9B-E544-EDFD-E9FA4875248E}"/>
              </a:ext>
            </a:extLst>
          </p:cNvPr>
          <p:cNvSpPr/>
          <p:nvPr/>
        </p:nvSpPr>
        <p:spPr>
          <a:xfrm flipV="1">
            <a:off x="3952575" y="10555536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riangle 118">
            <a:extLst>
              <a:ext uri="{FF2B5EF4-FFF2-40B4-BE49-F238E27FC236}">
                <a16:creationId xmlns:a16="http://schemas.microsoft.com/office/drawing/2014/main" id="{6A17CDA3-3532-5A2F-84D0-8659208FC48B}"/>
              </a:ext>
            </a:extLst>
          </p:cNvPr>
          <p:cNvSpPr/>
          <p:nvPr/>
        </p:nvSpPr>
        <p:spPr>
          <a:xfrm flipV="1">
            <a:off x="2913773" y="10575457"/>
            <a:ext cx="1104151" cy="951854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Triangle 119">
            <a:extLst>
              <a:ext uri="{FF2B5EF4-FFF2-40B4-BE49-F238E27FC236}">
                <a16:creationId xmlns:a16="http://schemas.microsoft.com/office/drawing/2014/main" id="{32C06211-51B1-E35B-3F76-350F2F3C512F}"/>
              </a:ext>
            </a:extLst>
          </p:cNvPr>
          <p:cNvSpPr/>
          <p:nvPr/>
        </p:nvSpPr>
        <p:spPr>
          <a:xfrm>
            <a:off x="3949113" y="9637870"/>
            <a:ext cx="1104151" cy="951854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riangle 120">
            <a:extLst>
              <a:ext uri="{FF2B5EF4-FFF2-40B4-BE49-F238E27FC236}">
                <a16:creationId xmlns:a16="http://schemas.microsoft.com/office/drawing/2014/main" id="{063E1021-E22E-8105-8BAC-D9D21D137276}"/>
              </a:ext>
            </a:extLst>
          </p:cNvPr>
          <p:cNvSpPr/>
          <p:nvPr/>
        </p:nvSpPr>
        <p:spPr>
          <a:xfrm>
            <a:off x="5425021" y="8863491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Triangle 121">
            <a:extLst>
              <a:ext uri="{FF2B5EF4-FFF2-40B4-BE49-F238E27FC236}">
                <a16:creationId xmlns:a16="http://schemas.microsoft.com/office/drawing/2014/main" id="{598C8EE7-F866-E51D-F9A2-49586374BCBA}"/>
              </a:ext>
            </a:extLst>
          </p:cNvPr>
          <p:cNvSpPr/>
          <p:nvPr/>
        </p:nvSpPr>
        <p:spPr>
          <a:xfrm>
            <a:off x="5942787" y="971861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riangle 122">
            <a:extLst>
              <a:ext uri="{FF2B5EF4-FFF2-40B4-BE49-F238E27FC236}">
                <a16:creationId xmlns:a16="http://schemas.microsoft.com/office/drawing/2014/main" id="{B46DC7D6-5691-9B4A-C527-7F5E86459144}"/>
              </a:ext>
            </a:extLst>
          </p:cNvPr>
          <p:cNvSpPr/>
          <p:nvPr/>
        </p:nvSpPr>
        <p:spPr>
          <a:xfrm>
            <a:off x="4934923" y="972122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Triangle 123">
            <a:extLst>
              <a:ext uri="{FF2B5EF4-FFF2-40B4-BE49-F238E27FC236}">
                <a16:creationId xmlns:a16="http://schemas.microsoft.com/office/drawing/2014/main" id="{6EE1606B-4136-A2FE-92F3-DB8BFA39FD57}"/>
              </a:ext>
            </a:extLst>
          </p:cNvPr>
          <p:cNvSpPr/>
          <p:nvPr/>
        </p:nvSpPr>
        <p:spPr>
          <a:xfrm>
            <a:off x="5415010" y="1057445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riangle 124">
            <a:extLst>
              <a:ext uri="{FF2B5EF4-FFF2-40B4-BE49-F238E27FC236}">
                <a16:creationId xmlns:a16="http://schemas.microsoft.com/office/drawing/2014/main" id="{314E5C45-4C01-FBB2-794E-23B2ACBA6CA4}"/>
              </a:ext>
            </a:extLst>
          </p:cNvPr>
          <p:cNvSpPr/>
          <p:nvPr/>
        </p:nvSpPr>
        <p:spPr>
          <a:xfrm>
            <a:off x="4520958" y="10569172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Triangle 125">
            <a:extLst>
              <a:ext uri="{FF2B5EF4-FFF2-40B4-BE49-F238E27FC236}">
                <a16:creationId xmlns:a16="http://schemas.microsoft.com/office/drawing/2014/main" id="{6E4CECF9-5966-CF15-5477-A81E7890D236}"/>
              </a:ext>
            </a:extLst>
          </p:cNvPr>
          <p:cNvSpPr/>
          <p:nvPr/>
        </p:nvSpPr>
        <p:spPr>
          <a:xfrm>
            <a:off x="3491809" y="10589805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riangle 126">
            <a:extLst>
              <a:ext uri="{FF2B5EF4-FFF2-40B4-BE49-F238E27FC236}">
                <a16:creationId xmlns:a16="http://schemas.microsoft.com/office/drawing/2014/main" id="{E4C3667A-3034-B5D0-B3B7-FFEC681205F5}"/>
              </a:ext>
            </a:extLst>
          </p:cNvPr>
          <p:cNvSpPr/>
          <p:nvPr/>
        </p:nvSpPr>
        <p:spPr>
          <a:xfrm>
            <a:off x="2450725" y="10597186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1F38F36-FAE3-C8CB-1503-AEBE7865AF52}"/>
              </a:ext>
            </a:extLst>
          </p:cNvPr>
          <p:cNvCxnSpPr>
            <a:cxnSpLocks/>
          </p:cNvCxnSpPr>
          <p:nvPr/>
        </p:nvCxnSpPr>
        <p:spPr>
          <a:xfrm>
            <a:off x="4347294" y="6154903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6C5EB1DC-958C-7E6B-07D9-56D759DDCA00}"/>
              </a:ext>
            </a:extLst>
          </p:cNvPr>
          <p:cNvCxnSpPr>
            <a:cxnSpLocks/>
          </p:cNvCxnSpPr>
          <p:nvPr/>
        </p:nvCxnSpPr>
        <p:spPr>
          <a:xfrm>
            <a:off x="1676251" y="8394144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B722EF90-C7C1-B491-7D48-D94859BCBB67}"/>
              </a:ext>
            </a:extLst>
          </p:cNvPr>
          <p:cNvCxnSpPr>
            <a:cxnSpLocks/>
          </p:cNvCxnSpPr>
          <p:nvPr/>
        </p:nvCxnSpPr>
        <p:spPr>
          <a:xfrm>
            <a:off x="3509328" y="6436321"/>
            <a:ext cx="3492517" cy="6004982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riangle 130">
            <a:extLst>
              <a:ext uri="{FF2B5EF4-FFF2-40B4-BE49-F238E27FC236}">
                <a16:creationId xmlns:a16="http://schemas.microsoft.com/office/drawing/2014/main" id="{E8A8F01A-2627-115C-39BA-B8880BD9B74B}"/>
              </a:ext>
            </a:extLst>
          </p:cNvPr>
          <p:cNvSpPr/>
          <p:nvPr/>
        </p:nvSpPr>
        <p:spPr>
          <a:xfrm>
            <a:off x="2474774" y="4613274"/>
            <a:ext cx="7914368" cy="6822731"/>
          </a:xfrm>
          <a:prstGeom prst="triangl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9CBE4D64-2B16-AE83-DA07-15DBF1EA3E15}"/>
              </a:ext>
            </a:extLst>
          </p:cNvPr>
          <p:cNvSpPr/>
          <p:nvPr/>
        </p:nvSpPr>
        <p:spPr>
          <a:xfrm>
            <a:off x="2349645" y="11303495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1496E61B-3A46-089D-4067-0C9EE6B8C74C}"/>
              </a:ext>
            </a:extLst>
          </p:cNvPr>
          <p:cNvSpPr/>
          <p:nvPr/>
        </p:nvSpPr>
        <p:spPr>
          <a:xfrm>
            <a:off x="10248516" y="11256883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8A880C9D-80CA-405A-342D-D75D5EA67FC3}"/>
              </a:ext>
            </a:extLst>
          </p:cNvPr>
          <p:cNvCxnSpPr>
            <a:cxnSpLocks/>
          </p:cNvCxnSpPr>
          <p:nvPr/>
        </p:nvCxnSpPr>
        <p:spPr>
          <a:xfrm rot="5400000">
            <a:off x="2246096" y="8345385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Oval 134">
            <a:extLst>
              <a:ext uri="{FF2B5EF4-FFF2-40B4-BE49-F238E27FC236}">
                <a16:creationId xmlns:a16="http://schemas.microsoft.com/office/drawing/2014/main" id="{47639F00-CF5B-0FEF-4D43-AFC4E444023A}"/>
              </a:ext>
            </a:extLst>
          </p:cNvPr>
          <p:cNvSpPr/>
          <p:nvPr/>
        </p:nvSpPr>
        <p:spPr>
          <a:xfrm>
            <a:off x="6322326" y="4542139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F56F6714-CA19-1250-4972-5FFE0AA8B242}"/>
              </a:ext>
            </a:extLst>
          </p:cNvPr>
          <p:cNvCxnSpPr>
            <a:cxnSpLocks/>
          </p:cNvCxnSpPr>
          <p:nvPr/>
        </p:nvCxnSpPr>
        <p:spPr>
          <a:xfrm rot="1800000">
            <a:off x="2756507" y="9460821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FD3D61D-13F0-7D71-BF06-C1042F84871E}"/>
              </a:ext>
            </a:extLst>
          </p:cNvPr>
          <p:cNvCxnSpPr>
            <a:cxnSpLocks/>
          </p:cNvCxnSpPr>
          <p:nvPr/>
        </p:nvCxnSpPr>
        <p:spPr>
          <a:xfrm rot="19800000" flipH="1">
            <a:off x="1437288" y="9633132"/>
            <a:ext cx="8371724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137">
            <a:extLst>
              <a:ext uri="{FF2B5EF4-FFF2-40B4-BE49-F238E27FC236}">
                <a16:creationId xmlns:a16="http://schemas.microsoft.com/office/drawing/2014/main" id="{662CC88A-E59C-4250-F666-CF040302F7B9}"/>
              </a:ext>
            </a:extLst>
          </p:cNvPr>
          <p:cNvSpPr/>
          <p:nvPr/>
        </p:nvSpPr>
        <p:spPr>
          <a:xfrm>
            <a:off x="4315771" y="7892043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DB26B418-5E1D-FC20-8340-8F3765484BE6}"/>
              </a:ext>
            </a:extLst>
          </p:cNvPr>
          <p:cNvSpPr/>
          <p:nvPr/>
        </p:nvSpPr>
        <p:spPr>
          <a:xfrm>
            <a:off x="6322327" y="11328018"/>
            <a:ext cx="250257" cy="250257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>
            <a:extLst>
              <a:ext uri="{FF2B5EF4-FFF2-40B4-BE49-F238E27FC236}">
                <a16:creationId xmlns:a16="http://schemas.microsoft.com/office/drawing/2014/main" id="{79855C9E-A9D4-C18C-80A4-539CAC9CF3DA}"/>
              </a:ext>
            </a:extLst>
          </p:cNvPr>
          <p:cNvSpPr/>
          <p:nvPr/>
        </p:nvSpPr>
        <p:spPr>
          <a:xfrm>
            <a:off x="4375206" y="11310876"/>
            <a:ext cx="250257" cy="25025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459F4B98-C91F-185A-8BAF-521B99F2D9D7}"/>
              </a:ext>
            </a:extLst>
          </p:cNvPr>
          <p:cNvSpPr/>
          <p:nvPr/>
        </p:nvSpPr>
        <p:spPr>
          <a:xfrm>
            <a:off x="8351355" y="1132313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FC2AA579-37EC-DA7B-A221-729250EECD0C}"/>
              </a:ext>
            </a:extLst>
          </p:cNvPr>
          <p:cNvSpPr/>
          <p:nvPr/>
        </p:nvSpPr>
        <p:spPr>
          <a:xfrm rot="18000000" flipH="1">
            <a:off x="5288657" y="623130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E8FAA8FB-AFEB-4CA1-0FB7-F4F89152B7CA}"/>
              </a:ext>
            </a:extLst>
          </p:cNvPr>
          <p:cNvSpPr/>
          <p:nvPr/>
        </p:nvSpPr>
        <p:spPr>
          <a:xfrm rot="18000000" flipH="1">
            <a:off x="3350805" y="9587028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FF6583BD-A708-B2B8-65EE-B3F609B66ABC}"/>
              </a:ext>
            </a:extLst>
          </p:cNvPr>
          <p:cNvSpPr/>
          <p:nvPr/>
        </p:nvSpPr>
        <p:spPr>
          <a:xfrm>
            <a:off x="7347563" y="965267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8914197A-CC71-946E-89F4-38A2D82CA6AB}"/>
              </a:ext>
            </a:extLst>
          </p:cNvPr>
          <p:cNvSpPr/>
          <p:nvPr/>
        </p:nvSpPr>
        <p:spPr>
          <a:xfrm>
            <a:off x="5355838" y="9590926"/>
            <a:ext cx="250257" cy="250257"/>
          </a:xfrm>
          <a:prstGeom prst="ellipse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73268307-C74A-E058-912E-7A39F4CFD22E}"/>
              </a:ext>
            </a:extLst>
          </p:cNvPr>
          <p:cNvSpPr/>
          <p:nvPr/>
        </p:nvSpPr>
        <p:spPr>
          <a:xfrm>
            <a:off x="9376591" y="9647792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09AAA931-5A2B-7423-0E22-E4ECA4EF0489}"/>
              </a:ext>
            </a:extLst>
          </p:cNvPr>
          <p:cNvSpPr/>
          <p:nvPr/>
        </p:nvSpPr>
        <p:spPr>
          <a:xfrm>
            <a:off x="8287379" y="7926331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A1654FD5-7C7A-4871-F53D-B00EF36287D2}"/>
              </a:ext>
            </a:extLst>
          </p:cNvPr>
          <p:cNvSpPr/>
          <p:nvPr/>
        </p:nvSpPr>
        <p:spPr>
          <a:xfrm>
            <a:off x="6340258" y="790918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C7D256C2-A121-B8D4-1DEE-E3595083D52F}"/>
              </a:ext>
            </a:extLst>
          </p:cNvPr>
          <p:cNvSpPr/>
          <p:nvPr/>
        </p:nvSpPr>
        <p:spPr>
          <a:xfrm>
            <a:off x="7354477" y="6191115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43F14A93-0C2E-017D-7ED6-973E7581DD1A}"/>
              </a:ext>
            </a:extLst>
          </p:cNvPr>
          <p:cNvCxnSpPr/>
          <p:nvPr/>
        </p:nvCxnSpPr>
        <p:spPr>
          <a:xfrm>
            <a:off x="6868816" y="12641399"/>
            <a:ext cx="243840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243277CC-51C4-8A5C-5985-C70C5DC2A9B5}"/>
              </a:ext>
            </a:extLst>
          </p:cNvPr>
          <p:cNvSpPr txBox="1"/>
          <p:nvPr/>
        </p:nvSpPr>
        <p:spPr>
          <a:xfrm>
            <a:off x="9833827" y="7195578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y</a:t>
            </a: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E7381454-A114-CE11-EB85-9E3532416B73}"/>
              </a:ext>
            </a:extLst>
          </p:cNvPr>
          <p:cNvCxnSpPr>
            <a:cxnSpLocks/>
          </p:cNvCxnSpPr>
          <p:nvPr/>
        </p:nvCxnSpPr>
        <p:spPr>
          <a:xfrm flipH="1" flipV="1">
            <a:off x="9575139" y="7701778"/>
            <a:ext cx="1019064" cy="18516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D4A75DA8-6F23-8DAC-B1BC-9B052E486E7B}"/>
              </a:ext>
            </a:extLst>
          </p:cNvPr>
          <p:cNvCxnSpPr>
            <a:cxnSpLocks/>
          </p:cNvCxnSpPr>
          <p:nvPr/>
        </p:nvCxnSpPr>
        <p:spPr>
          <a:xfrm>
            <a:off x="2489855" y="8017171"/>
            <a:ext cx="2531763" cy="4353076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45F06F09-9F20-9850-2101-415942F8A226}"/>
              </a:ext>
            </a:extLst>
          </p:cNvPr>
          <p:cNvCxnSpPr>
            <a:cxnSpLocks/>
          </p:cNvCxnSpPr>
          <p:nvPr/>
        </p:nvCxnSpPr>
        <p:spPr>
          <a:xfrm>
            <a:off x="3367463" y="7725778"/>
            <a:ext cx="2897850" cy="4982521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F70E6713-3749-4237-46AB-EEBBFE7A4D14}"/>
              </a:ext>
            </a:extLst>
          </p:cNvPr>
          <p:cNvSpPr txBox="1"/>
          <p:nvPr/>
        </p:nvSpPr>
        <p:spPr>
          <a:xfrm>
            <a:off x="4322004" y="8993444"/>
            <a:ext cx="16706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5"/>
                </a:solidFill>
              </a:rPr>
              <a:t>(L/2,L/4)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5901AA1F-9173-6987-213D-337CE3CA4BBB}"/>
              </a:ext>
            </a:extLst>
          </p:cNvPr>
          <p:cNvSpPr txBox="1"/>
          <p:nvPr/>
        </p:nvSpPr>
        <p:spPr>
          <a:xfrm>
            <a:off x="8513086" y="5878837"/>
            <a:ext cx="9893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L=4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7BA5BD80-4B35-C7B4-B621-758B6DBDDAD3}"/>
              </a:ext>
            </a:extLst>
          </p:cNvPr>
          <p:cNvSpPr txBox="1"/>
          <p:nvPr/>
        </p:nvSpPr>
        <p:spPr>
          <a:xfrm>
            <a:off x="6488585" y="10803752"/>
            <a:ext cx="1326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1"/>
                </a:solidFill>
              </a:rPr>
              <a:t>(L/2,0)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E9949C3E-A1A0-2D15-0FD0-6D44A1915604}"/>
              </a:ext>
            </a:extLst>
          </p:cNvPr>
          <p:cNvSpPr txBox="1"/>
          <p:nvPr/>
        </p:nvSpPr>
        <p:spPr>
          <a:xfrm>
            <a:off x="9452827" y="12367574"/>
            <a:ext cx="393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x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A9AD85E-3BA4-7424-18B3-CE05D9ED1928}"/>
              </a:ext>
            </a:extLst>
          </p:cNvPr>
          <p:cNvSpPr txBox="1"/>
          <p:nvPr/>
        </p:nvSpPr>
        <p:spPr>
          <a:xfrm>
            <a:off x="3807282" y="1092501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552BBA9-BFFF-EA28-167B-76D8FA63B760}"/>
              </a:ext>
            </a:extLst>
          </p:cNvPr>
          <p:cNvSpPr txBox="1"/>
          <p:nvPr/>
        </p:nvSpPr>
        <p:spPr>
          <a:xfrm>
            <a:off x="4863665" y="1090508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7104E33D-9D87-32E4-9A1D-6B6F5BA9037A}"/>
              </a:ext>
            </a:extLst>
          </p:cNvPr>
          <p:cNvSpPr txBox="1"/>
          <p:nvPr/>
        </p:nvSpPr>
        <p:spPr>
          <a:xfrm>
            <a:off x="5766245" y="1087921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9225804C-45C2-07EA-7B04-20431199E0C0}"/>
              </a:ext>
            </a:extLst>
          </p:cNvPr>
          <p:cNvSpPr txBox="1"/>
          <p:nvPr/>
        </p:nvSpPr>
        <p:spPr>
          <a:xfrm>
            <a:off x="5310535" y="1060378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D3542E97-3177-67BA-BB4C-9A6AE8278502}"/>
              </a:ext>
            </a:extLst>
          </p:cNvPr>
          <p:cNvSpPr txBox="1"/>
          <p:nvPr/>
        </p:nvSpPr>
        <p:spPr>
          <a:xfrm>
            <a:off x="4335917" y="10566593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46EBD06B-4F90-DEF2-7CEC-0781B966583B}"/>
              </a:ext>
            </a:extLst>
          </p:cNvPr>
          <p:cNvSpPr txBox="1"/>
          <p:nvPr/>
        </p:nvSpPr>
        <p:spPr>
          <a:xfrm>
            <a:off x="5251273" y="10031511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5A4EFDB5-8A45-FAB0-661E-1BB13623E9B8}"/>
              </a:ext>
            </a:extLst>
          </p:cNvPr>
          <p:cNvSpPr txBox="1"/>
          <p:nvPr/>
        </p:nvSpPr>
        <p:spPr>
          <a:xfrm>
            <a:off x="5801055" y="978802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x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512C5356-224E-F711-5973-AD9C15E0A0C2}"/>
              </a:ext>
            </a:extLst>
          </p:cNvPr>
          <p:cNvSpPr txBox="1"/>
          <p:nvPr/>
        </p:nvSpPr>
        <p:spPr>
          <a:xfrm>
            <a:off x="3319147" y="1063285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B3E4B072-9A21-BBD0-D13E-C57C35D52037}"/>
              </a:ext>
            </a:extLst>
          </p:cNvPr>
          <p:cNvSpPr txBox="1"/>
          <p:nvPr/>
        </p:nvSpPr>
        <p:spPr>
          <a:xfrm>
            <a:off x="2808627" y="10913715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264C4F58-EF64-7C2A-4148-C2252A46D2F4}"/>
              </a:ext>
            </a:extLst>
          </p:cNvPr>
          <p:cNvSpPr txBox="1"/>
          <p:nvPr/>
        </p:nvSpPr>
        <p:spPr>
          <a:xfrm>
            <a:off x="4347294" y="10027851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2EC3C5D4-95B8-BA1B-47A9-2D0446A4A487}"/>
              </a:ext>
            </a:extLst>
          </p:cNvPr>
          <p:cNvSpPr txBox="1"/>
          <p:nvPr/>
        </p:nvSpPr>
        <p:spPr>
          <a:xfrm>
            <a:off x="4857314" y="974293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4929ED7E-4A5D-0ACE-F178-ACB705AB94F0}"/>
              </a:ext>
            </a:extLst>
          </p:cNvPr>
          <p:cNvSpPr txBox="1"/>
          <p:nvPr/>
        </p:nvSpPr>
        <p:spPr>
          <a:xfrm>
            <a:off x="5791046" y="9197709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x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0CC905B1-94FB-19B0-6413-8F7FD1590850}"/>
              </a:ext>
            </a:extLst>
          </p:cNvPr>
          <p:cNvSpPr txBox="1"/>
          <p:nvPr/>
        </p:nvSpPr>
        <p:spPr>
          <a:xfrm>
            <a:off x="6285325" y="8917718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x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DAD2149-077A-2316-7EE5-833030109C34}"/>
              </a:ext>
            </a:extLst>
          </p:cNvPr>
          <p:cNvSpPr txBox="1"/>
          <p:nvPr/>
        </p:nvSpPr>
        <p:spPr>
          <a:xfrm>
            <a:off x="6268874" y="10038660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90D07454-0247-D22B-1C8F-DBD52F762AE5}"/>
              </a:ext>
            </a:extLst>
          </p:cNvPr>
          <p:cNvSpPr txBox="1"/>
          <p:nvPr/>
        </p:nvSpPr>
        <p:spPr>
          <a:xfrm>
            <a:off x="6277321" y="10639102"/>
            <a:ext cx="32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206" name="Triangle 205">
            <a:extLst>
              <a:ext uri="{FF2B5EF4-FFF2-40B4-BE49-F238E27FC236}">
                <a16:creationId xmlns:a16="http://schemas.microsoft.com/office/drawing/2014/main" id="{8D69E110-C07C-0835-67CE-F5E34019001C}"/>
              </a:ext>
            </a:extLst>
          </p:cNvPr>
          <p:cNvSpPr/>
          <p:nvPr/>
        </p:nvSpPr>
        <p:spPr>
          <a:xfrm>
            <a:off x="1476631" y="11892667"/>
            <a:ext cx="1003774" cy="865322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D1AFB5F4-A048-A79D-FEB2-D567A0718815}"/>
              </a:ext>
            </a:extLst>
          </p:cNvPr>
          <p:cNvSpPr txBox="1"/>
          <p:nvPr/>
        </p:nvSpPr>
        <p:spPr>
          <a:xfrm>
            <a:off x="1785945" y="12270395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XZ</a:t>
            </a:r>
          </a:p>
        </p:txBody>
      </p:sp>
      <p:sp>
        <p:nvSpPr>
          <p:cNvPr id="208" name="Triangle 207">
            <a:extLst>
              <a:ext uri="{FF2B5EF4-FFF2-40B4-BE49-F238E27FC236}">
                <a16:creationId xmlns:a16="http://schemas.microsoft.com/office/drawing/2014/main" id="{B4F48251-B14F-8980-0DBC-70D848ECD13B}"/>
              </a:ext>
            </a:extLst>
          </p:cNvPr>
          <p:cNvSpPr/>
          <p:nvPr/>
        </p:nvSpPr>
        <p:spPr>
          <a:xfrm flipV="1">
            <a:off x="2366647" y="11930121"/>
            <a:ext cx="1003774" cy="86532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EADCE9AB-A02D-DFB3-12BD-578B638BC128}"/>
              </a:ext>
            </a:extLst>
          </p:cNvPr>
          <p:cNvSpPr txBox="1"/>
          <p:nvPr/>
        </p:nvSpPr>
        <p:spPr>
          <a:xfrm>
            <a:off x="2655573" y="12063516"/>
            <a:ext cx="427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ZY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0AAC336C-E23D-ABBC-9E7C-2A2A961DF6C4}"/>
              </a:ext>
            </a:extLst>
          </p:cNvPr>
          <p:cNvSpPr/>
          <p:nvPr/>
        </p:nvSpPr>
        <p:spPr>
          <a:xfrm rot="18000000" flipH="1">
            <a:off x="1380468" y="12608840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5346772D-7C4C-91C5-F228-202EF10F667D}"/>
              </a:ext>
            </a:extLst>
          </p:cNvPr>
          <p:cNvSpPr/>
          <p:nvPr/>
        </p:nvSpPr>
        <p:spPr>
          <a:xfrm rot="18000000" flipH="1">
            <a:off x="2748887" y="12608839"/>
            <a:ext cx="250257" cy="2502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817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64FFE-4272-A178-8109-2DF8D23C3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7749D18C-0602-60D2-9031-A3626FD2D9FA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91AA61FA-B974-E8C9-EE9C-38FEF86B7CF2}"/>
                  </a:ext>
                </a:extLst>
              </p:cNvPr>
              <p:cNvSpPr txBox="1"/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91AA61FA-B974-E8C9-EE9C-38FEF86B7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36D0180F-4971-7653-AA12-60891098245C}"/>
              </a:ext>
            </a:extLst>
          </p:cNvPr>
          <p:cNvSpPr/>
          <p:nvPr/>
        </p:nvSpPr>
        <p:spPr>
          <a:xfrm>
            <a:off x="5205754" y="220476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D04E6B-0D45-F957-7B43-DBB25628D188}"/>
              </a:ext>
            </a:extLst>
          </p:cNvPr>
          <p:cNvSpPr/>
          <p:nvPr/>
        </p:nvSpPr>
        <p:spPr>
          <a:xfrm>
            <a:off x="5209518" y="183727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A84AC8-E7CB-81E7-1ED9-0130CA21AE12}"/>
              </a:ext>
            </a:extLst>
          </p:cNvPr>
          <p:cNvSpPr/>
          <p:nvPr/>
        </p:nvSpPr>
        <p:spPr>
          <a:xfrm>
            <a:off x="5209517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30AB170-7A4B-8311-8E04-21E8B2603D06}"/>
              </a:ext>
            </a:extLst>
          </p:cNvPr>
          <p:cNvGrpSpPr/>
          <p:nvPr/>
        </p:nvGrpSpPr>
        <p:grpSpPr>
          <a:xfrm>
            <a:off x="5559236" y="187168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34352141-7C52-3377-8D4F-2D46BC2DE4A3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57C8FB4-B1CE-90BC-8E66-7134E1A63ACB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D67F2D8-BD88-ACCA-487A-357CCFDCF46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2E1C11F5-9DA2-99A0-E7B5-6D2AE266497F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C7AAC62B-D4E8-77AD-62E2-934ABA31BAA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FB3D9AE9-9DEF-ED84-3444-4A209F6DC6C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B7D6BC0-2BB7-F333-F7BB-4185A86F4A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49C165B-3FA9-2BFD-E001-77E09E246382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30DE5B2F-EF7F-ACC4-E036-5B4121AE69E1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6B7C306-1C8C-792B-3C6F-7EFE35D56C75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61B9FF5-71B4-E26A-2C06-9975E325AEFA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CDEFDC1-67E3-AD71-F0ED-F909C5D24D00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A9C206A-86CF-6F2D-627D-CFCA56F72FD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29EEA5E-259B-C747-9D06-4639599142D4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22985C6-756B-6C0F-6684-AD6D3259394E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8A453CFD-1E7B-B90D-39DD-4880E3DD8F66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05975E7B-C091-22E4-9F9B-D310DC7E9482}"/>
              </a:ext>
            </a:extLst>
          </p:cNvPr>
          <p:cNvSpPr/>
          <p:nvPr/>
        </p:nvSpPr>
        <p:spPr>
          <a:xfrm>
            <a:off x="5208256" y="220281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24680D-6D92-D82C-2FE0-E6BEC9005B72}"/>
              </a:ext>
            </a:extLst>
          </p:cNvPr>
          <p:cNvGrpSpPr/>
          <p:nvPr/>
        </p:nvGrpSpPr>
        <p:grpSpPr>
          <a:xfrm>
            <a:off x="5557975" y="223722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B1FD99C7-DA0A-CD6D-EEBC-1B4F604DD251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30DC942-8C25-9AE6-826A-C6C931400FB1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B4550EB8-F8EB-45BC-05A0-5C484B876FC0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637DC9E-9DA9-D8CC-59CC-ACE0A39AC9F5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8C4DA5DD-232E-D88D-8BFE-8389815B63A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9234F8A1-9537-4FC3-C9A0-D90C4ED6B02F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3007390-3499-3368-FAE4-DEC0B3C23AE5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97E58A99-3B93-CFC5-12FA-E27C5770FFC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19E7EAD3-43BE-839A-91F3-27A180B78BF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DA3320BD-E523-E5D6-BA17-E8ED1CE38B17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23A77C96-27B4-FC7E-F3FD-37099C6EE3EE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37B07B5-6CBC-D4A3-1E98-936090518B48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3EFEA3CD-5276-EEE4-44CF-EB72289464DF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16D34BB5-35E8-639A-673B-49DED070B8E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793FC1A0-2F4A-0AC0-342F-5CBC59EFF0E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B5A1378C-ED5E-7779-9853-A8BF10C1B9F8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F6CD536-9AFE-E747-F87C-08F5FF250C4E}"/>
                  </a:ext>
                </a:extLst>
              </p:cNvPr>
              <p:cNvSpPr txBox="1"/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F6CD536-9AFE-E747-F87C-08F5FF250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640F4CA-E493-EDB0-698A-BA6D17982F8B}"/>
                  </a:ext>
                </a:extLst>
              </p:cNvPr>
              <p:cNvSpPr txBox="1"/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F640F4CA-E493-EDB0-698A-BA6D17982F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3CA420E3-8145-9288-A2DE-F4144CC8EB1D}"/>
                  </a:ext>
                </a:extLst>
              </p:cNvPr>
              <p:cNvSpPr txBox="1"/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3CA420E3-8145-9288-A2DE-F4144CC8EB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blipFill>
                <a:blip r:embed="rId6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4D2D3718-F53B-8B7C-C2C6-4E754377B838}"/>
                  </a:ext>
                </a:extLst>
              </p:cNvPr>
              <p:cNvSpPr txBox="1"/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4D2D3718-F53B-8B7C-C2C6-4E754377B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blipFill>
                <a:blip r:embed="rId7"/>
                <a:stretch>
                  <a:fillRect l="-1667" t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25C5660B-9E94-EF9B-F364-AC80484DB0E0}"/>
              </a:ext>
            </a:extLst>
          </p:cNvPr>
          <p:cNvSpPr/>
          <p:nvPr/>
        </p:nvSpPr>
        <p:spPr>
          <a:xfrm>
            <a:off x="13984521" y="2255920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5E5D909-F229-7179-BD6C-23101EDF2325}"/>
              </a:ext>
            </a:extLst>
          </p:cNvPr>
          <p:cNvSpPr txBox="1"/>
          <p:nvPr/>
        </p:nvSpPr>
        <p:spPr>
          <a:xfrm>
            <a:off x="14221138" y="22737263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A8D9DB52-B982-E666-C2CF-BFD7E2608330}"/>
              </a:ext>
            </a:extLst>
          </p:cNvPr>
          <p:cNvSpPr/>
          <p:nvPr/>
        </p:nvSpPr>
        <p:spPr>
          <a:xfrm>
            <a:off x="7398730" y="14090837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C5DEC46-C8ED-C49F-026B-2525E6807AC2}"/>
              </a:ext>
            </a:extLst>
          </p:cNvPr>
          <p:cNvSpPr txBox="1"/>
          <p:nvPr/>
        </p:nvSpPr>
        <p:spPr>
          <a:xfrm>
            <a:off x="7635348" y="14268900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BE7A147-CD72-178D-AA90-48549170B32C}"/>
                  </a:ext>
                </a:extLst>
              </p:cNvPr>
              <p:cNvSpPr txBox="1"/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BE7A147-CD72-178D-AA90-48549170B3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FC986BB0-D41A-994E-60A9-C131A7FDAFAA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4C975408-B701-C418-546D-ED4A748025AE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5C7735AF-BE78-78AF-94B3-5C9F14BDC9F4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BAA5F596-96F5-37B9-25AF-DA4FE837F37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B2FD3B8F-5A8B-3E56-5901-01D71051A2A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1DE44268-5439-0568-31A4-0B008E223E6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A6F24AEB-8110-D689-3445-D1FCB5AC95F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3C967819-6A0B-4B63-790D-8C9A54DDE46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0E1D75AE-1491-9514-EDD6-BA02476854DE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3ECF7176-0211-A12E-8B5A-8B8B326AA2AB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3519186C-1159-DD50-AF78-CCD84651995E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46600D5D-33A9-C883-9CF0-11D2C4B45A7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FF1BCC89-E48C-D28C-7D70-603BDBBDFFCD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1384C35A-AEC9-74EB-9E78-2BC294C774C3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2229433C-941B-EF8A-C3B4-725700B17BE2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3BA52AE8-8A27-CEB5-C4B7-DE719DF885C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429A75C1-3CBC-78B8-35D8-3B7554BB759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7E17B24C-95CF-26EA-B8D5-1B6F92A9218A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28978A58-A07D-F92E-E0DE-7991B583B89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370D4BAE-BD23-7A8A-9ED9-E61D75A404E1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7E0DB85-C77E-5093-39CD-E0829D428529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DF7C95A8-D8BB-E890-559C-2489AC82D6D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E160DABF-5812-93F5-2B75-2F829051290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CFE5C865-EDF5-6A1D-10BF-F94DA4990768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8C2C6A53-DC6C-1651-E606-A5B590D9E0CC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555D1B06-0BA2-E13D-A9E7-9571CE702F0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9AF065F6-8918-8BDF-9823-15B44220888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C424D5F0-037A-C5D4-3152-D9D0CE28BB98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AFBCFBA0-6334-B2E4-4E43-D9376A9F0C3B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7EF983FE-1FDD-A9C0-3F99-C85F81FB6679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05CC088E-CD8A-19EB-8D58-2CC1BB3E424F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020EAD1A-307F-5753-3FB2-597EB1D5BD0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CE503531-2707-7629-8650-9148EC83F26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5BE19352-81BA-1CBE-C6EE-0701F233446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6FD79ED7-24D8-FD4D-79BD-194504AEF1E0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E74EDCF7-DB40-DFF4-73E9-755A89EA7064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174354E6-1A5B-5925-9EE5-235D3DC7FBDA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FEAFE3B4-2BC7-9802-AB6D-47232D6EBCD3}"/>
                  </a:ext>
                </a:extLst>
              </p:cNvPr>
              <p:cNvSpPr txBox="1"/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FEAFE3B4-2BC7-9802-AB6D-47232D6EB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45E375F5-1E14-57B8-369B-C69660B9C718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632BBB0E-F33E-D1FC-1735-A5CCA6F073D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4C7B5F18-8E3A-BE2D-205A-F3D47BF9C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2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1CA48EDB-17A1-7CD9-747E-557C6C8AD77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FE1CEA2F-90BA-567C-753F-A99191AA7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BE5F7E38-1C3F-E2C3-B616-FEFC4B250B1E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C1E46F33-7861-74AD-A3C4-BE03279F1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01133104-A0A8-075F-4D83-D283425B382F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C14B58E8-0526-0A14-3389-785E36294A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97D5F977-A2AA-1DFC-D057-58C52F6C5EE6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1EDAF50F-DDBC-CD90-4C41-18582DC5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6A20CF9B-E6C1-AD10-EE02-2F79872E55A1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B8453E26-A955-7028-05F5-4DC2855764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62577FFB-1757-BBCB-97DC-640B547FBE99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0EA9D819-3E3B-6615-0D3E-1CF72099E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48F3D7CB-47C5-5246-3396-72BC43E54FC7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574B8A02-9E5A-E1AD-88CC-7CB91B2AF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343345D-569C-658E-EC63-4022448A119A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A18901E5-6898-9141-6E8A-4A1D607EB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8D81B1DB-C2D4-939C-0870-FF13B4C6D2A5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A990E558-E2D9-5F52-A2B4-C5525A5F6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5B49C48F-6577-C893-8B88-1682B30DB196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E13CBE15-D2FF-A536-BEC1-6F8FB7AD8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3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BEC92F8D-FDBC-8783-263E-712320CEFFA9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8E472EC5-2168-C189-1E72-5BDE40C1CA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166BFC1-19E8-7D66-9BED-9FC881968CFD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7326766E-A885-64B8-E87B-C7FF881B7F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0C22B7D9-933D-661D-6B1E-337965DA6200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FF2DA618-2CD2-CCDB-1059-6E881977C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2E11BF32-126F-C6CA-28D6-93F20FED26B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B0F53832-410D-8633-9C13-FF0E7EEC9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0F949860-701B-1DF2-AE66-14366741545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A0AB570B-7879-ECEE-58CA-934507FB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C36AEBEF-5EBB-D93D-D45D-40DB3B1356C7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969C3F63-EFFF-37C7-8883-822E261D27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ACE4D3AA-4A97-62B9-AD8A-58ADB98C62F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23D47391-48D4-2AAF-E3E2-8D738BF48F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10D5E266-3A1E-E0E0-C53C-F11AD4CCAB6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4FACA9D6-6EF6-E549-B36B-77B365CA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009E4902-6D65-9523-A5E1-810655AF2990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D41DF49-3BFA-F26D-E97C-3D5E8CABA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968B0598-437B-05E7-F4FD-4D892E206A4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001F4137-5495-FDF6-42E6-F6699F68B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49E90ACF-BD26-B2F7-4A24-7B09A512DB5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77B64866-7116-4245-E3FB-AF500959A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4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80F797DA-1CB3-DCF6-6E11-DDE6D69F86B5}"/>
              </a:ext>
            </a:extLst>
          </p:cNvPr>
          <p:cNvSpPr/>
          <p:nvPr/>
        </p:nvSpPr>
        <p:spPr>
          <a:xfrm>
            <a:off x="12578548" y="147401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CF7AFF2E-3F89-A417-4DFB-CDAF9ADD7B1E}"/>
              </a:ext>
            </a:extLst>
          </p:cNvPr>
          <p:cNvSpPr/>
          <p:nvPr/>
        </p:nvSpPr>
        <p:spPr>
          <a:xfrm>
            <a:off x="12582312" y="110652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55EA95F6-7FB8-4ED5-751D-F1F8D4324FBC}"/>
              </a:ext>
            </a:extLst>
          </p:cNvPr>
          <p:cNvSpPr/>
          <p:nvPr/>
        </p:nvSpPr>
        <p:spPr>
          <a:xfrm>
            <a:off x="12582311" y="110652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CD0DF0F9-E006-A243-6FD9-5FB7B6F4B930}"/>
              </a:ext>
            </a:extLst>
          </p:cNvPr>
          <p:cNvGrpSpPr/>
          <p:nvPr/>
        </p:nvGrpSpPr>
        <p:grpSpPr>
          <a:xfrm>
            <a:off x="12932030" y="11409383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1988583A-E59F-D85B-9094-79EC72208E57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67713DED-E2F6-0996-CFE3-E0F87F6FD994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65204497-8F1E-FE4A-9068-1F801F8EA199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D90CBB88-307D-9380-E7E7-3FF9998E0D3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E170A93D-5BC3-4E39-3A89-ABFCA1E07EE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AC292922-ED02-1F1A-8F22-DB0750FCA884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F0428133-DCBD-031C-7F95-AEEB6A3D9150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C93C0415-5216-685C-1592-E797237E99B2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603F69D0-8C8C-CBB4-F735-E99BC266C8AB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C762559E-1BBB-607E-7F5E-5D88D31F4E8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A3BCB61E-94E2-3791-EA82-CEB9106FFD0F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064D9A2D-D620-0BA3-3DEE-59844239FD2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3C92A63A-BAD5-11E5-A79B-A27FEA3055B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67976AA3-B376-2E26-A355-7C0A63CD2B94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FAC59699-CD42-1D5B-5136-BF8DB9BED421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843A9539-579B-8B98-4D51-600A04DD6891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40C3726D-916C-673E-6597-C9D9B2BE4BF8}"/>
              </a:ext>
            </a:extLst>
          </p:cNvPr>
          <p:cNvSpPr/>
          <p:nvPr/>
        </p:nvSpPr>
        <p:spPr>
          <a:xfrm>
            <a:off x="12581050" y="147206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4EF9E104-8CCA-FC43-B9BA-C52545D08FDB}"/>
              </a:ext>
            </a:extLst>
          </p:cNvPr>
          <p:cNvGrpSpPr/>
          <p:nvPr/>
        </p:nvGrpSpPr>
        <p:grpSpPr>
          <a:xfrm>
            <a:off x="12930769" y="150647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71FFF689-4CFE-E240-0D2F-71EA461F9C24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FD2376C0-6F37-110C-05D6-5F756C38B33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5838A536-D3C3-F9CF-8CF3-CF85AEF2AD4F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81BDD612-4D35-FD65-0100-DA22F1571A52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297CBF85-8FA3-5D60-9FC1-F471DDAD4AED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210F0D88-6AB4-50D8-1FB8-C99BF7C2D74A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DB7DA8F6-7D17-92E0-D801-C25612F085BE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4622F733-171A-996F-77EE-1039A3B9BE3C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B0482D6C-A70D-6773-7B7E-80E916940A4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C477C24E-BA08-87DC-F434-54A31D3FC5A1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20B96CBC-CE96-860B-5264-00BBCF204521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543F16CD-4282-014D-43CB-7F000C22D4D0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B3ED6CB-75D7-28AE-4C46-B48B1028714B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439B5A87-6F17-C6A2-6CFB-9D32215E4BAE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1F51F3D7-C323-5ABA-EEBC-5441E61BEB03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26C80ACC-4753-466D-FDC1-1518AD56FC4E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217337E3-C186-4346-816E-2415F96BF4BD}"/>
                  </a:ext>
                </a:extLst>
              </p:cNvPr>
              <p:cNvSpPr txBox="1"/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217337E3-C186-4346-816E-2415F96BF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960457F0-9405-B420-F63C-0D8DAAF8FBD1}"/>
                  </a:ext>
                </a:extLst>
              </p:cNvPr>
              <p:cNvSpPr txBox="1"/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960457F0-9405-B420-F63C-0D8DAAF8F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D4357328-E689-2A12-1EC6-09F7A3E525F0}"/>
              </a:ext>
            </a:extLst>
          </p:cNvPr>
          <p:cNvGrpSpPr/>
          <p:nvPr/>
        </p:nvGrpSpPr>
        <p:grpSpPr>
          <a:xfrm>
            <a:off x="12547907" y="110730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B8587C02-2157-1C20-E99B-49B15443C926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3ACCF180-4784-7A39-2F7B-571234C95E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B2081776-9BEB-49C0-755C-E4D82A34305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78308B60-CC52-EFE9-5809-022DA411A8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DD1EAF5-CF9A-6784-20EA-38E5DB47AF55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C4367E4A-2629-B5CB-9E23-E008BF21F3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69F8C17A-1C9C-8887-BF9E-481FEB0B64F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BE98AAAD-7C8B-90C0-D703-DB148C645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4DB87579-208A-EE2C-335F-A43AE693950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DA1B9B99-1CD0-E66A-3D6D-E1863CE75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51BC2E3C-273F-6937-E8F2-8E17F5FDFC6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3BCA218C-0812-2F22-6F34-1E7FB1729D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7AD26B02-6DC9-B861-AD7D-2695F909271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9B5EF13-4298-20B8-A4DF-A829F3654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BD8D62E3-D40E-1CA6-5D43-73018DE4F8F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5390B9C6-73E9-D29B-843E-9A8580BBB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9DD48A78-7E21-5920-5679-C5CD3FD2FCC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A12EDFEB-46DE-C6FD-2AAB-61F6AEEE45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0060D592-257A-A2D5-F7BD-BD8BE8617927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D86535D-893B-E21D-8BCB-BCEB50A11D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01B38AA3-2AD6-79D5-8107-B8AE9624D6E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8800BFAA-B43E-05BB-D907-6A3E999A92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7F5FFB52-BB10-CDFB-8804-C3BCEE17D150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EC960B6-EE52-F492-1F48-8DF396D76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7001CB8C-C149-6926-5948-34EFAE5099AA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FFA42CBA-ACE3-13DF-2BC1-52F3D65DF7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08FAE4DA-FFEA-0C3D-70A9-E2F606FE0119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7A3F1E40-7BFA-F07C-CC7C-10732B3DCB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DD17778D-32A7-BB84-962A-151B94D3E944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3916D9DF-7E3F-868F-57D2-8251EA016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ADE33637-04EA-0835-E31C-44A193516A1C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5C014C9-DE14-217F-24C7-6A33B6E5B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4ACD8D63-D157-B3F8-46B0-59E72DEE80D1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A294FC08-59E0-4A18-FA93-4F550211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55E274A1-BD20-FC93-A1A4-2C04BA8968E7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804D29D-CC83-DB66-94FB-A8C2A77379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2EC682EF-B71E-F843-513B-F1DF838625B9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49CE24F0-EF90-D7F5-CC7B-117F6AD73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D536E2B8-2559-9868-D4C6-93E2EF4397A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2B5DB69F-0FAF-6B00-F1D2-363322C3C5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540024CC-EC34-C2BB-345F-77D57FC4EE2F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889928E8-E1A5-9478-5FA9-18BD6EE2C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782F1F25-0A65-9BF0-A5D6-D662E54F991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1C6A062-5701-E5F3-1F6D-F983AB3A8E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68685FB7-939D-004B-4B85-0145916A14F5}"/>
              </a:ext>
            </a:extLst>
          </p:cNvPr>
          <p:cNvGrpSpPr/>
          <p:nvPr/>
        </p:nvGrpSpPr>
        <p:grpSpPr>
          <a:xfrm>
            <a:off x="12572988" y="147329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FCE622E7-3B7E-9DF9-8EAB-9AE4636EFAE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4B6AC79F-5F14-EA80-E9AB-992EE4F66A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BAF22DE6-3AF6-8ED9-7F95-CADC1EF131A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064EEE4F-A8AD-B2A2-7B3E-540D1E580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D1588AA9-91CD-0DFE-E398-6D8826CFBA3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90C0C75B-E177-17F9-328D-443E0CCE2C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4C58DFF0-8AAB-4FA2-0308-383C5352FD30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2F38B5D-CFC1-3CFB-7520-CDFE1CE10B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5312E6A1-DDE4-81E1-0A33-6281AE2152F1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0E2FFAFE-90D4-38B6-B398-D2337DA971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33B0D5F-645B-D7A5-C42F-75FC31F4E468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B425DB72-8BB4-DC04-7FF4-FA7B12A26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C804EDFB-EEC4-62D0-CCD9-098B0F2F3E6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3E36A5F5-E80F-9770-BF3D-3A5777FCF1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6B5672A3-5C51-A5B3-2C6D-D6C6991C175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0C428B92-DC02-D741-849D-AD37DF1C96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CAD4F811-977A-FB95-E9B3-A30B8393F61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081DCBE7-2F13-A5FD-A10A-1EC12E2701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67C67C2A-E1F8-509B-E859-196DB06FC227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08ECD251-210D-F236-412C-3A27398A6D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BA883CCA-743D-34DE-B8E1-51220F89E96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1C0ED99A-D747-6D4D-CF6D-9D6D564691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B3148A55-376F-F066-A8B4-49D016C22E5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5F5C26D2-6C50-0DDA-2F5E-9EFE2401E2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BE8DCE8-8A59-CC20-5757-ACBB474A8269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D73541EC-E073-6BB3-A083-FBB83C91B4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85D8F1F7-55EE-A732-8754-8E7797161EFC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20E465A6-F07A-90FB-DCFB-B17DF2A2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DA685274-40DD-EEA2-A160-66328492E09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7044F71-901E-0583-E259-B174A9CBBD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F26331A8-1C39-075B-E647-DDAC26F99FC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403D159A-1CCF-443D-6472-4CE9EA4BB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4D05181A-8BA4-5062-8082-411D67DE9A6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C31B0C06-0AB5-C0A6-9E16-8149490359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71FD85E5-E78F-5FF7-B60E-9FEBE11A9CAB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5329EB51-068E-7F87-93B8-CBFC744D7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FFAB048-43CA-3C6F-91A6-4E4585BED146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7DDC6AF7-9C65-B6CE-59A1-717288F5B4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11846F3F-D224-45F2-7DED-CE40FB4B4052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E05BF1F0-7036-9FCC-AFF0-05684A0C9C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97E5527C-73A3-5BEE-AE24-2ECCB1A06A2C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46C7013-28C9-F90C-94A9-21C422FF63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07700D04-E6FE-38FD-9F3D-4CAC7E03C99F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DBE163F5-8F6D-AE10-AA87-355096EF63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A421838B-BB1B-9B62-582E-FA2D76CB6DDD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B3B9AF2D-32FA-55CE-7347-EC39876DA7C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7E910A06-F17E-8E41-BAB2-01841F8279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071FA936-2688-BB37-7030-67C29BAC50A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D6692CAA-BC86-51B4-EA7C-8967CB4BE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A5F9D9DC-6CB6-6C95-5479-37BE13364D11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B5848C27-071C-1E53-9908-6C310FC127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2E7F24EB-DF7E-9E8C-464A-94F511CFF907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7BF072AE-DF3A-90C1-AE75-C11ACA5EE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9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8F86DBB8-1D71-FF46-94D6-ED967F02932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582248FC-D8D8-06CB-6338-A2404C30E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64280502-A339-BF41-BB75-FF6B221CAFF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B7A1D332-09DA-FD17-4EE4-C255D711F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8441FFE0-5F5D-238C-4E5D-6F6D2CCF54CC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FF0362CF-8DCA-3A99-9BBF-EE3A3B61E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44D16DEE-AA3C-EAF2-F2D0-673CE4D4F81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F2CB3E78-C74A-9C88-75CB-839B912B1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278FEE2D-616E-F820-F08C-18051FE038F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50C675F9-B587-FE22-0F79-03A634A3FA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4A079D1-2665-E546-FA18-C4E41253C02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795D13C-8A9C-42B2-B373-E065283A97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50EF513-A1DD-C836-8063-6948D89E0BE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F8AD97A3-278B-6FD6-7454-BF31036C1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D336B693-9303-D3B6-C2DA-09D49A067634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4AAC5C66-E370-9C37-20E6-48DB66D1B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2BC004DB-C693-E8B6-04C6-A5FA09B30E3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B02F49C-7D9B-9889-6E0B-5ED4C8B6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DA70B89E-A045-CA5C-4D7D-47957D4140CC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3A696E0A-4E24-9140-CDBF-DF9FF0DA9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C4D5F209-9F40-2C37-EE3B-9D8025C94471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51B4C755-F052-F00F-27BD-A0E2AB6D4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66236FA7-DFD0-07B0-4F8A-D92D53A1B2FA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1C762992-BD9C-4F1B-541A-A85747FE23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F3D58119-6A91-8CB4-9D7D-6E1EAAE062F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2816C68-7E61-8B06-6079-5F890E3B2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DAC3C91B-0586-8A1C-EE41-28CB580A1B58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BE98000-FB06-7062-E43A-C72348707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9538B733-DE0E-A5EB-804C-9B169598E65F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C7D55979-F34C-42E7-A9AB-B6E899AEB4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3822B421-C762-CD76-D5B7-B9F781B2A044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7A2B8D3A-D9C9-10C0-7B79-CA4EB4895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7E18C362-0631-E028-97EA-E1941F6A9B5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A1FCFDA2-5DA2-F0F8-5A65-5EC960D62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ADB4D092-6133-F8F1-20C3-00262ECD629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64EA9789-918E-7D3A-FB26-8C4B16515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9F78050F-434D-101F-9715-AD61C985C1FD}"/>
              </a:ext>
            </a:extLst>
          </p:cNvPr>
          <p:cNvGrpSpPr/>
          <p:nvPr/>
        </p:nvGrpSpPr>
        <p:grpSpPr>
          <a:xfrm>
            <a:off x="5189148" y="183803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6A993F4-3925-0BAB-8D09-4B9FFB0A52D5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0D9E1E0B-B51C-48E2-C72F-A16039A7D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E660D63-97B5-D3E3-626F-739D34C93FF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A34C586D-DBCB-105E-04F7-7B00AB78F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4CDAC8EE-706B-F405-F98C-DB79703D5BF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63B4C528-17EE-E6D4-69A5-7DC0AEF4F4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5827458-F5D6-6E12-FF42-5CABEFCB1F5C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7184A6A4-EAB9-97F2-77AB-0E74DEA278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615199ED-2E25-731B-A074-517EE7F288CD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2032C2F5-7C1C-B3BA-7535-AA6D98A0C8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161B0AD7-7BB2-8C96-5213-05AD3D805DEB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6F4B74DB-294F-B690-5FEF-80606B515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BE78F588-3F0B-11CB-DBE3-32F3731BF2FB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7EA9D03-2BCD-6984-2AE2-9211EE85D5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90D24A82-24A2-C43E-696B-C39DFD15751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7BFF123A-EAF1-2FF4-E5C4-F46D9402DC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D85B903F-DDB3-06BC-242D-3B920CC5C55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8C7B3422-FD7E-268C-95D2-FF91CF45BE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0DBBB186-7139-9983-911C-B7F12D99C8CA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3FB9AD7-4978-21E6-72BA-B816026FC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C9B33139-5A43-F92B-D15E-5F150DBFE4B8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B4762D25-C4AF-09B9-1A37-D84229C0D4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FEE37544-D079-66BB-DF8B-D0248892A564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25A4E2CA-205A-6568-D6FE-F1F8C941B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42B6D1E8-E5DE-F114-6E59-DCC2A5827BB9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6B68A0B-CEBE-223F-7CD7-BD4A37A18F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F31ED51B-3AF5-382A-FB43-526C647F939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1037DD44-6CF5-26C9-4E54-6B2898BCBC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616B3871-265E-2F1C-D801-53CE306B7B0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7573F6E5-6E49-28E7-FB4A-AD00D7532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510293EB-60E9-7540-3517-D51A5BF6FE26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3A936AAA-C397-4130-7B22-CCC869B14E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48FFC9D-5907-6F5B-31DE-1AEB386B1CA4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7399A42A-710D-639E-2E8B-EBE606DD7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30328F0E-6D81-01B6-1DC3-3F7F872D726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EDA82A5-DC9B-C659-27E2-CBFF0A21B0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5505E831-5550-02B3-6515-B135CD999D3E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8C065B8-F175-E207-1126-5CB952C974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64B431C0-EC5F-F185-9D51-59B7CF4967A6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378E6804-9A6D-3370-D82F-BB559221D7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F6EF08BB-ABCC-F040-0FC7-85AB7990239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C0100580-1390-4638-14E6-D91F4C96E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2C48CCAF-F08F-724F-74A7-C2CCA3340627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4B88CE47-E39F-D877-2733-1C67D3C150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CBA6A848-B960-C382-BEAD-7DDE4E0CFD77}"/>
              </a:ext>
            </a:extLst>
          </p:cNvPr>
          <p:cNvGrpSpPr/>
          <p:nvPr/>
        </p:nvGrpSpPr>
        <p:grpSpPr>
          <a:xfrm>
            <a:off x="5205755" y="220207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BBB01EF8-0C36-C906-82FB-E23CE159976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4AB4F9C6-2F5F-B0AC-E1A2-4F2B6E4AFC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3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01DEB6C2-3FDF-E197-275D-FA16A6D57469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C4C3AF77-BA6E-564A-CDCD-87A5C31BE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3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16763336-5C81-E5B0-CC9C-C7FF2B6ADFF5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BD40D369-CF99-AE08-BA28-DA6141CD57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3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21B5C81A-3F31-2D1F-C860-45AC10B2B4D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BF26BF49-2155-2EBB-25F4-5D8968EA45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AE2F320A-3266-BCA8-0C52-9B817821C37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2CF0F1E0-5340-AA09-02D7-D2CF860A36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0D3AB74D-DB83-F1EF-EF10-81FB8FDAB6F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4B12CDD3-6562-A307-7D2E-2854AE758E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B7F25D58-CEF3-CECF-67BF-E4B09C0C751F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F284C84A-9B79-C0F1-5A14-D14EC200FF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98AE8678-554F-E0BD-1212-2E4003699D2C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F7E2DB7C-8DBC-72FC-7DEB-7626FEBA3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D9A7D5F1-EC49-5155-36BE-6927E56ACCEB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445AE5BE-5E0C-AB24-A638-E3DCA12109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09EB7A16-8FAF-38DD-7527-1FC700937D73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CA71F40E-53A5-C34C-9DC4-E71839CB1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4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E8320CB3-2501-8FCB-400A-0AE149F31CF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D39808BC-3A2D-3441-6A25-9A00D77229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4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1281AAE3-B6A4-6978-6341-D3FCEB720736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272AEE05-0F7C-E9BC-B300-34A37AF035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4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908C475A-675C-7279-A51D-F0F89A0723DD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D2018DBA-B9A8-C33D-769D-6272212DBE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024C38B3-74A6-BCD5-BEC9-6E6201BBEF25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B4C98270-981F-5CFA-F178-64725F72D5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4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F276B997-140A-00B8-1907-D69665D39E8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11CC0B74-C30F-36B5-4C39-94CA3D9AF3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F0377C86-E7B1-3D47-A617-583661C6871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4C440466-1386-8370-FC7F-F8ADED5909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4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8008658E-CEF0-0CF4-F3E9-196F5C3D61C3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CDE0ADBB-AC4D-20BD-379A-4B8CE3A4E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4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1B6091DC-6DCA-642F-52EE-30FB1590DC01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6A29FAE2-6621-8A87-F2F5-60FF9BAA3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4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73CA8000-0F15-C79A-1209-FB95AF82099F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3513CAEF-1B42-3124-9947-5606E3706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4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1913ECF8-2583-DEF9-CA0A-7134C36199B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BBC2A947-5F7F-A516-AC83-568F5DE6F1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2E54A84C-886F-1918-49F6-1E75FB914D4B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079F74-5BF7-ACFD-8888-953E7E9564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5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6E2B145D-27B0-E9F8-DD1F-BA157ABE6DC8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20E4713E-1DE9-F6DB-EF97-81539B2FD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AF61D2F1-F205-5A11-9748-63341CB6B6AF}"/>
              </a:ext>
            </a:extLst>
          </p:cNvPr>
          <p:cNvSpPr txBox="1"/>
          <p:nvPr/>
        </p:nvSpPr>
        <p:spPr>
          <a:xfrm>
            <a:off x="7659399" y="10742622"/>
            <a:ext cx="3213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Southern communication</a:t>
            </a:r>
          </a:p>
        </p:txBody>
      </p:sp>
    </p:spTree>
    <p:extLst>
      <p:ext uri="{BB962C8B-B14F-4D97-AF65-F5344CB8AC3E}">
        <p14:creationId xmlns:p14="http://schemas.microsoft.com/office/powerpoint/2010/main" val="16458751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CC90E-B7CD-2BDC-5640-D46190D3F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957563B5-171E-4938-B295-9F22C06ECD96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6AC14467-A10D-4889-031C-53E810B2544B}"/>
                  </a:ext>
                </a:extLst>
              </p:cNvPr>
              <p:cNvSpPr txBox="1"/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6AC14467-A10D-4889-031C-53E810B25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8668" y="16280886"/>
                <a:ext cx="1945341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586484D4-20D6-4340-06E4-E0A9708FE872}"/>
              </a:ext>
            </a:extLst>
          </p:cNvPr>
          <p:cNvSpPr/>
          <p:nvPr/>
        </p:nvSpPr>
        <p:spPr>
          <a:xfrm rot="16200000">
            <a:off x="8884849" y="22049826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A0DAB1-F7C8-0F47-589B-C13ABF03B7E5}"/>
              </a:ext>
            </a:extLst>
          </p:cNvPr>
          <p:cNvSpPr/>
          <p:nvPr/>
        </p:nvSpPr>
        <p:spPr>
          <a:xfrm>
            <a:off x="5209518" y="183727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D88FE3-7F7E-6A49-D022-FBAB21A3E5FF}"/>
              </a:ext>
            </a:extLst>
          </p:cNvPr>
          <p:cNvSpPr/>
          <p:nvPr/>
        </p:nvSpPr>
        <p:spPr>
          <a:xfrm>
            <a:off x="5209517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E5C9E4E-CAEB-1380-70CB-DBB23082FA90}"/>
              </a:ext>
            </a:extLst>
          </p:cNvPr>
          <p:cNvGrpSpPr/>
          <p:nvPr/>
        </p:nvGrpSpPr>
        <p:grpSpPr>
          <a:xfrm>
            <a:off x="5559236" y="187168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DDC71C0-B4D9-E686-8416-BC609861C7C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D0303D1-E148-D657-881A-26DCDBB1E2B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E60278A-4F65-E1D2-D436-11051D2F9593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CEC4FB0-13B5-4B87-20A3-C08BB35601D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99AD35F-AF9F-9AE2-A81C-0C12027B21FB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645B01E-0CD0-DB99-635C-BB237C432633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7F7CA0-CA2D-DA81-9A60-FDB3918C2FB5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B0EF22D-AF58-AC2E-9F4E-2EF353EDBF98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5F705DF3-18AD-6D63-33F7-8A69A23980D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3CCCEDF4-43DF-7727-745F-32248ABD76DA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AC3CF28-4576-B2C1-99E6-B7FE86C39B3E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2F480C8B-A6F8-2072-287F-6BF81BF8DDFB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1EBF6D2-8F83-1B2E-358C-B5CF821BB7BF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4FB77CC8-3791-8A62-B308-C10AD19F3A80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EF445D36-D446-F0A5-7F9D-B51D30D14781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FD09DD6-A01F-9A28-69F0-397663AFB31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E29B4E56-1C97-55FC-146B-DBD7DA72BBEE}"/>
              </a:ext>
            </a:extLst>
          </p:cNvPr>
          <p:cNvSpPr/>
          <p:nvPr/>
        </p:nvSpPr>
        <p:spPr>
          <a:xfrm rot="16200000">
            <a:off x="8887351" y="22030347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88E4F54-B7EA-543B-D41C-ECA375901C71}"/>
              </a:ext>
            </a:extLst>
          </p:cNvPr>
          <p:cNvGrpSpPr/>
          <p:nvPr/>
        </p:nvGrpSpPr>
        <p:grpSpPr>
          <a:xfrm rot="16200000">
            <a:off x="9237070" y="22374448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5489F388-DD39-42C6-F909-653CAE872EA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6853690E-A8C4-E180-B508-D743E58494B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CD48F183-6DC4-6E12-5F8D-E537A54F407A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610A15C-9CD8-7EA6-AFBE-616C09E38A9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16EEAEE3-94B8-18A2-E43B-465629117D2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F1CF63CF-E2A7-AF23-BE7F-613A58508ABB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08FCD99F-329C-5560-92FD-3836A752ED87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EA415A2E-8A12-CA68-ECEB-A60750EE9531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BB5AC1BE-F1DE-E587-3140-4D5C6C99342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CA37ADCD-EC2D-DB5C-AFED-08F2796DC4D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D0356819-BEEA-EB12-B3F0-D91F7B829EF6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22288005-B209-093B-2D8D-013C7E33149F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D03478E7-691A-FEAE-C530-2D2B94C66A6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AD9EFD1-9129-6CE3-B502-3777D48EDAA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4911E670-9714-0291-3729-8781BD809477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6879325E-07FB-8368-549F-73A22C3B8E66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8202B30-8298-69B5-DA09-7649180FD3E4}"/>
                  </a:ext>
                </a:extLst>
              </p:cNvPr>
              <p:cNvSpPr txBox="1"/>
              <p:nvPr/>
            </p:nvSpPr>
            <p:spPr>
              <a:xfrm>
                <a:off x="5914683" y="1459974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8202B30-8298-69B5-DA09-7649180FD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459974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E5C73DCB-2197-DCCB-A023-9C8B988B119E}"/>
                  </a:ext>
                </a:extLst>
              </p:cNvPr>
              <p:cNvSpPr txBox="1"/>
              <p:nvPr/>
            </p:nvSpPr>
            <p:spPr>
              <a:xfrm>
                <a:off x="10071381" y="23553474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E5C73DCB-2197-DCCB-A023-9C8B988B1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1381" y="23553474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8B641D92-A05E-B8AB-A63D-906E1FCD7893}"/>
                  </a:ext>
                </a:extLst>
              </p:cNvPr>
              <p:cNvSpPr txBox="1"/>
              <p:nvPr/>
            </p:nvSpPr>
            <p:spPr>
              <a:xfrm>
                <a:off x="5910822" y="1422405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8B641D92-A05E-B8AB-A63D-906E1FCD7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4224058"/>
                <a:ext cx="2407647" cy="566181"/>
              </a:xfrm>
              <a:prstGeom prst="rect">
                <a:avLst/>
              </a:prstGeom>
              <a:blipFill>
                <a:blip r:embed="rId6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38068C49-88EF-3EEE-7FA7-46B8E461F04B}"/>
                  </a:ext>
                </a:extLst>
              </p:cNvPr>
              <p:cNvSpPr txBox="1"/>
              <p:nvPr/>
            </p:nvSpPr>
            <p:spPr>
              <a:xfrm>
                <a:off x="5887201" y="1382364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38068C49-88EF-3EEE-7FA7-46B8E461F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3823648"/>
                <a:ext cx="3032818" cy="566181"/>
              </a:xfrm>
              <a:prstGeom prst="rect">
                <a:avLst/>
              </a:prstGeom>
              <a:blipFill>
                <a:blip r:embed="rId7"/>
                <a:stretch>
                  <a:fillRect l="-1667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1122C69E-3A46-A259-04BC-B1EA1168C905}"/>
              </a:ext>
            </a:extLst>
          </p:cNvPr>
          <p:cNvSpPr/>
          <p:nvPr/>
        </p:nvSpPr>
        <p:spPr>
          <a:xfrm>
            <a:off x="12948125" y="21473325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81D8D038-9271-660E-8716-2323EC7BE9CD}"/>
              </a:ext>
            </a:extLst>
          </p:cNvPr>
          <p:cNvSpPr txBox="1"/>
          <p:nvPr/>
        </p:nvSpPr>
        <p:spPr>
          <a:xfrm>
            <a:off x="13184742" y="21651388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3012A52-4455-C1AA-D74B-66085D6DA60A}"/>
                  </a:ext>
                </a:extLst>
              </p:cNvPr>
              <p:cNvSpPr txBox="1"/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3012A52-4455-C1AA-D74B-66085D6DA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05FDD710-F54E-DC74-9D18-B122564B833F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0BA576ED-1A99-9770-F213-4598539AEFE2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DFD315CA-EB4E-15AB-9C2E-D68BD86269AC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FEA573EC-8525-267F-DBE5-159B85AE6DA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3C41EC8E-D9A2-C690-0153-5978A9BC83C2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5EB005F0-1BBF-F023-0B7C-0C0DB9AEF63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EB9C491E-8A74-C1EB-9D52-AB094F1BF54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5875949E-22D3-1A02-972B-3491E768A839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40F5617B-96CD-25F8-D130-0B4896E6259B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FD0CB673-9DF3-F83A-D48F-882A9795BF04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BEB220F8-322F-F858-1CA7-AFF1DB1FF68C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604C7F1B-D67B-9751-C3A9-8F9274DC758A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C431B619-E69E-902D-AE7F-E5586AC30844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CBF9EDDC-F97F-2F43-0724-82EC459BADAF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443EAE7D-7219-7701-5304-DEC2289D8D5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8CEBE0BD-CA0D-02BB-E948-28644EE5CBC1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777F35E4-D8A1-C737-7116-03CB726F44E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33D3CADC-7232-2418-CCDA-CECF0645EAD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97EBE212-670B-AED5-9DB6-48BD7AEA03B0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56868704-4E50-1DA2-48FE-A7A72C7887CE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576AEC3A-F796-48DB-73DA-B0681FD41DF4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5113EACE-1EF2-8E0F-C1A4-3FF072A98A4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D9B9A4C0-770B-8138-586C-3F6F71468E8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6D447629-2311-4FAA-40B3-C3106CA9FA4A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E14BD385-399B-D182-96A1-532A9E0F4225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F37BA518-3FEC-6E86-1021-824C9351CC84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A6BD8A02-4018-437C-FD88-28D29541285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956409F7-970C-7DDB-D871-CF0EA0C1B317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11EDA807-232C-479E-D057-AC969FC041F4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4FBE9DFA-122A-2693-9B2E-C615F2161EA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53818F3E-6CEA-856E-A394-737ED633DD81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DF8B8D77-15E3-D06A-6E58-80491712C9F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D1510919-CDF2-5825-62E4-98CF38EE1AA7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B75AAC73-59E2-66C1-5BC1-F1510CE9AA8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80EB670C-8E6A-1B49-DBE4-9AB7AAD05EF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E837805C-3F75-C886-6573-9AC89B5C2420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5A234847-FBE7-BD45-B0D3-0AC24FD74E9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932C4C4F-AE50-2A8E-D4CA-A54146769EFC}"/>
                  </a:ext>
                </a:extLst>
              </p:cNvPr>
              <p:cNvSpPr txBox="1"/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932C4C4F-AE50-2A8E-D4CA-A54146769E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4105" y="19914793"/>
                <a:ext cx="1256819" cy="5661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B404CBC2-414C-C031-48AE-424721462613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5531070F-42BD-3635-9626-1D7213C58122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5531070F-42BD-3635-9626-1D7213C581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29055AEF-D029-10D1-3232-DCCC356BC96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29055AEF-D029-10D1-3232-DCCC356BC9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4B2E9C4D-556D-DC4E-1889-CC05AA4E6A6B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4B2E9C4D-556D-DC4E-1889-CC05AA4E6A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2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18C1195B-8392-46A1-0AED-842FFE8A2B72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18C1195B-8392-46A1-0AED-842FFE8A2B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FE5DB687-85E3-C61D-B243-E02BE2950633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FE5DB687-85E3-C61D-B243-E02BE29506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3835EA90-FDAA-DA59-E3EF-859306ACD7D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3835EA90-FDAA-DA59-E3EF-859306ACD7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5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2E715F49-9805-FEC9-3D52-2A55234BB4B3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2E715F49-9805-FEC9-3D52-2A55234BB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C0F7B1F3-7559-2360-C6BC-11DFDA46E2F6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C0F7B1F3-7559-2360-C6BC-11DFDA46E2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90D7CEB9-8545-8CA9-A5E0-D7496A372CBE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90D7CEB9-8545-8CA9-A5E0-D7496A372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C5263869-DF3F-CD7B-8580-415AC49BE43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C5263869-DF3F-CD7B-8580-415AC49BE4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8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FCB07D49-8044-F58B-D01C-05A3FEB35A1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FCB07D49-8044-F58B-D01C-05A3FEB35A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3E1E6B9F-6640-C22C-4F68-97C22CC28282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3E1E6B9F-6640-C22C-4F68-97C22CC282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20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3B9EFAE-24DC-BC39-510B-D147524BCCCA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3B9EFAE-24DC-BC39-510B-D147524BCC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21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ED4E6BCE-40B4-E39F-A39F-F10578DDD9F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ED4E6BCE-40B4-E39F-A39F-F10578DDD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22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433FE332-513A-99D7-B36A-A357DA8670F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433FE332-513A-99D7-B36A-A357DA8670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23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1C7FA9B3-5CC7-C2DA-17B2-C42A0F96E5AC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1C7FA9B3-5CC7-C2DA-17B2-C42A0F96E5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2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F4797CE6-9904-2431-9589-5523BD91341C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F4797CE6-9904-2431-9589-5523BD9134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25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0140A4ED-C40F-C3C2-0A3F-F0D8D448A10C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0140A4ED-C40F-C3C2-0A3F-F0D8D448A1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2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9A06E21D-FE95-9AB3-A40D-0FD17081515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9A06E21D-FE95-9AB3-A40D-0FD170815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2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DD6CE6E-1218-C3F1-5587-749D5D415C81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DD6CE6E-1218-C3F1-5587-749D5D415C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2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7205DCE6-58DC-DC0D-4002-3B0E21C45BC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7205DCE6-58DC-DC0D-4002-3B0E21C45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2333207D-B6C6-340F-AE59-2A89513E8B2B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2333207D-B6C6-340F-AE59-2A89513E8B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29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B682E671-D8A4-9D5B-493D-ADDD6375757D}"/>
              </a:ext>
            </a:extLst>
          </p:cNvPr>
          <p:cNvSpPr/>
          <p:nvPr/>
        </p:nvSpPr>
        <p:spPr>
          <a:xfrm rot="5400000">
            <a:off x="12548568" y="17472586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2C1FEF9A-3BA3-7062-E0DC-DE792D062CBC}"/>
              </a:ext>
            </a:extLst>
          </p:cNvPr>
          <p:cNvSpPr/>
          <p:nvPr/>
        </p:nvSpPr>
        <p:spPr>
          <a:xfrm rot="5400000">
            <a:off x="12551070" y="17453107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1CDC52E8-AA13-446A-4FAA-57F47001FE6A}"/>
              </a:ext>
            </a:extLst>
          </p:cNvPr>
          <p:cNvGrpSpPr/>
          <p:nvPr/>
        </p:nvGrpSpPr>
        <p:grpSpPr>
          <a:xfrm rot="5400000">
            <a:off x="12900789" y="17797208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990531E4-3839-9AE3-BB81-88F7A1EA3B3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F6908594-AF8B-D953-B1FB-5B8D0DBFDA97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822567FB-9AB1-82A0-6275-592FDD21ACBB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9D978BFC-EAD1-D49F-C640-9AFBA67B1ACB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D462A388-169B-E92D-019B-AAB1AF39661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E8E43EAC-2B74-B273-AF74-7DF05DBF4DAF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D6CDFB6D-C50F-6B7A-51FF-C74AFAB86DE6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3885E701-AC1D-6600-4B87-E59D793859D9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2A5CC061-8F60-B804-7E7E-C4D4B97B184E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797DA4E2-DB5A-DB46-88B5-BBE937745329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B24D38F0-C4D6-2BF4-8771-E2E8F9AE5BAA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FBB03A1F-A739-E70B-8C5A-449812A5A83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8EDD33E9-945E-14C9-E8FA-558D74A05AA2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AE363E79-F91C-78E2-A0F0-1DD61912447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79546B1B-F933-DED8-2F9C-49669F20535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8FE6074F-4988-23E2-D7E5-CB9F945E52E9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031760BC-726F-DC36-4251-05D20102A24C}"/>
                  </a:ext>
                </a:extLst>
              </p:cNvPr>
              <p:cNvSpPr txBox="1"/>
              <p:nvPr/>
            </p:nvSpPr>
            <p:spPr>
              <a:xfrm>
                <a:off x="13819767" y="19018568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031760BC-726F-DC36-4251-05D20102A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9767" y="19018568"/>
                <a:ext cx="1945341" cy="5661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7" name="Group 486">
            <a:extLst>
              <a:ext uri="{FF2B5EF4-FFF2-40B4-BE49-F238E27FC236}">
                <a16:creationId xmlns:a16="http://schemas.microsoft.com/office/drawing/2014/main" id="{7C21BE1E-4E61-B80A-2590-10B806F0E19C}"/>
              </a:ext>
            </a:extLst>
          </p:cNvPr>
          <p:cNvGrpSpPr/>
          <p:nvPr/>
        </p:nvGrpSpPr>
        <p:grpSpPr>
          <a:xfrm rot="5400000">
            <a:off x="12876756" y="17242645"/>
            <a:ext cx="3184051" cy="3644810"/>
            <a:chOff x="2484338" y="12638545"/>
            <a:chExt cx="3184051" cy="36448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57918DF8-321C-6888-C37D-85D2D1E6E299}"/>
                    </a:ext>
                  </a:extLst>
                </p:cNvPr>
                <p:cNvSpPr txBox="1"/>
                <p:nvPr/>
              </p:nvSpPr>
              <p:spPr>
                <a:xfrm rot="16200000"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57918DF8-321C-6888-C37D-85D2D1E6E2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A35DA4DB-0FD0-F4EC-8079-B41178C21DF1}"/>
                    </a:ext>
                  </a:extLst>
                </p:cNvPr>
                <p:cNvSpPr txBox="1"/>
                <p:nvPr/>
              </p:nvSpPr>
              <p:spPr>
                <a:xfrm rot="16200000"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A35DA4DB-0FD0-F4EC-8079-B41178C21D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D6FC1BCA-A529-FF02-4A10-9C2DA99B5E8B}"/>
                    </a:ext>
                  </a:extLst>
                </p:cNvPr>
                <p:cNvSpPr txBox="1"/>
                <p:nvPr/>
              </p:nvSpPr>
              <p:spPr>
                <a:xfrm rot="16200000">
                  <a:off x="5072463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D6FC1BCA-A529-FF02-4A10-9C2DA99B5E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72463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D41525A6-2B0D-D8E6-FAF0-5A6535AF9626}"/>
                    </a:ext>
                  </a:extLst>
                </p:cNvPr>
                <p:cNvSpPr txBox="1"/>
                <p:nvPr/>
              </p:nvSpPr>
              <p:spPr>
                <a:xfrm>
                  <a:off x="3977142" y="1568640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D41525A6-2B0D-D8E6-FAF0-5A6535AF9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7142" y="15686403"/>
                  <a:ext cx="474810" cy="400110"/>
                </a:xfrm>
                <a:prstGeom prst="rect">
                  <a:avLst/>
                </a:prstGeom>
                <a:blipFill>
                  <a:blip r:embed="rId34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6C0C701E-9A7D-3681-4330-63FB46E09B58}"/>
                    </a:ext>
                  </a:extLst>
                </p:cNvPr>
                <p:cNvSpPr txBox="1"/>
                <p:nvPr/>
              </p:nvSpPr>
              <p:spPr>
                <a:xfrm rot="16200000"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6C0C701E-9A7D-3681-4330-63FB46E09B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1639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8FC291E9-D9A5-6FFA-3B8C-204B14221EB2}"/>
                    </a:ext>
                  </a:extLst>
                </p:cNvPr>
                <p:cNvSpPr txBox="1"/>
                <p:nvPr/>
              </p:nvSpPr>
              <p:spPr>
                <a:xfrm rot="16200000"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8FC291E9-D9A5-6FFA-3B8C-204B14221E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8DC6456E-09CC-337F-5CF6-2A6C49CAAA94}"/>
                    </a:ext>
                  </a:extLst>
                </p:cNvPr>
                <p:cNvSpPr txBox="1"/>
                <p:nvPr/>
              </p:nvSpPr>
              <p:spPr>
                <a:xfrm rot="16200000"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8DC6456E-09CC-337F-5CF6-2A6C49CAAA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E991CEC5-E732-272E-5A2A-D024AFB493CD}"/>
                    </a:ext>
                  </a:extLst>
                </p:cNvPr>
                <p:cNvSpPr txBox="1"/>
                <p:nvPr/>
              </p:nvSpPr>
              <p:spPr>
                <a:xfrm rot="16200000">
                  <a:off x="5061867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E991CEC5-E732-272E-5A2A-D024AFB49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61867" y="14862972"/>
                  <a:ext cx="772904" cy="261610"/>
                </a:xfrm>
                <a:prstGeom prst="rect">
                  <a:avLst/>
                </a:prstGeom>
                <a:blipFill>
                  <a:blip r:embed="rId38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8F07B940-C350-B0E2-13A5-AAE6968BD0E0}"/>
                    </a:ext>
                  </a:extLst>
                </p:cNvPr>
                <p:cNvSpPr txBox="1"/>
                <p:nvPr/>
              </p:nvSpPr>
              <p:spPr>
                <a:xfrm rot="16200000">
                  <a:off x="4279940" y="1439704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8F07B940-C350-B0E2-13A5-AAE6968BD0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279940" y="14397041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FBA68EF-26FA-708D-4282-48C3C9703F4B}"/>
                    </a:ext>
                  </a:extLst>
                </p:cNvPr>
                <p:cNvSpPr txBox="1"/>
                <p:nvPr/>
              </p:nvSpPr>
              <p:spPr>
                <a:xfrm rot="16200000"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FBA68EF-26FA-708D-4282-48C3C9703F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40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EC385B91-44EA-65D6-8878-ED1589D81AA0}"/>
                    </a:ext>
                  </a:extLst>
                </p:cNvPr>
                <p:cNvSpPr txBox="1"/>
                <p:nvPr/>
              </p:nvSpPr>
              <p:spPr>
                <a:xfrm rot="5400000">
                  <a:off x="2447538" y="14375004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EC385B91-44EA-65D6-8878-ED1589D81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47538" y="14375004"/>
                  <a:ext cx="474810" cy="400110"/>
                </a:xfrm>
                <a:prstGeom prst="rect">
                  <a:avLst/>
                </a:prstGeom>
                <a:blipFill>
                  <a:blip r:embed="rId41"/>
                  <a:stretch>
                    <a:fillRect l="-17949" t="-24242" b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D9D179EE-38EF-CD3B-5BBB-22FA2E8D0DFA}"/>
                    </a:ext>
                  </a:extLst>
                </p:cNvPr>
                <p:cNvSpPr txBox="1"/>
                <p:nvPr/>
              </p:nvSpPr>
              <p:spPr>
                <a:xfrm rot="5400000">
                  <a:off x="5230929" y="1439447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D9D179EE-38EF-CD3B-5BBB-22FA2E8D0D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230929" y="14394478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l="-21053" t="-28125" b="-93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407C2C3-EF4C-EE47-228C-4B7F5D38A1FF}"/>
                    </a:ext>
                  </a:extLst>
                </p:cNvPr>
                <p:cNvSpPr txBox="1"/>
                <p:nvPr/>
              </p:nvSpPr>
              <p:spPr>
                <a:xfrm rot="16200000">
                  <a:off x="2241371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407C2C3-EF4C-EE47-228C-4B7F5D38A1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41371" y="13916375"/>
                  <a:ext cx="796436" cy="261610"/>
                </a:xfrm>
                <a:prstGeom prst="rect">
                  <a:avLst/>
                </a:prstGeom>
                <a:blipFill>
                  <a:blip r:embed="rId43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107055DD-C531-C9BF-A42D-EAFE48100784}"/>
                    </a:ext>
                  </a:extLst>
                </p:cNvPr>
                <p:cNvSpPr txBox="1"/>
                <p:nvPr/>
              </p:nvSpPr>
              <p:spPr>
                <a:xfrm rot="16200000">
                  <a:off x="316746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107055DD-C531-C9BF-A42D-EAFE481007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67464" y="13916375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17671DF-0BDA-24B9-2260-47BCB6921810}"/>
                    </a:ext>
                  </a:extLst>
                </p:cNvPr>
                <p:cNvSpPr txBox="1"/>
                <p:nvPr/>
              </p:nvSpPr>
              <p:spPr>
                <a:xfrm rot="16200000">
                  <a:off x="4905359" y="13907908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717671DF-0BDA-24B9-2260-47BCB69218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05359" y="13907908"/>
                  <a:ext cx="1043171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2F350941-68E4-BA10-CBE6-BA6E1ED83FDC}"/>
                    </a:ext>
                  </a:extLst>
                </p:cNvPr>
                <p:cNvSpPr txBox="1"/>
                <p:nvPr/>
              </p:nvSpPr>
              <p:spPr>
                <a:xfrm rot="16200000">
                  <a:off x="3996312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2F350941-68E4-BA10-CBE6-BA6E1ED83F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996312" y="13916375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221F397F-8051-90A5-6235-4913D4FD5251}"/>
                    </a:ext>
                  </a:extLst>
                </p:cNvPr>
                <p:cNvSpPr txBox="1"/>
                <p:nvPr/>
              </p:nvSpPr>
              <p:spPr>
                <a:xfrm rot="16200000"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221F397F-8051-90A5-6235-4913D4FD52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34853A7B-C922-A013-21FE-BEC0940A0B9B}"/>
                    </a:ext>
                  </a:extLst>
                </p:cNvPr>
                <p:cNvSpPr txBox="1"/>
                <p:nvPr/>
              </p:nvSpPr>
              <p:spPr>
                <a:xfrm rot="16200000">
                  <a:off x="3168418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34853A7B-C922-A013-21FE-BEC0940A0B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68418" y="13037793"/>
                  <a:ext cx="796436" cy="261610"/>
                </a:xfrm>
                <a:prstGeom prst="rect">
                  <a:avLst/>
                </a:prstGeom>
                <a:blipFill>
                  <a:blip r:embed="rId4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D6D3E076-0488-16F3-A60C-FD33914EBFCE}"/>
                    </a:ext>
                  </a:extLst>
                </p:cNvPr>
                <p:cNvSpPr txBox="1"/>
                <p:nvPr/>
              </p:nvSpPr>
              <p:spPr>
                <a:xfrm rot="16200000">
                  <a:off x="4906314" y="13029326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D6D3E076-0488-16F3-A60C-FD33914EBF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06314" y="13029326"/>
                  <a:ext cx="1043171" cy="261610"/>
                </a:xfrm>
                <a:prstGeom prst="rect">
                  <a:avLst/>
                </a:prstGeom>
                <a:blipFill>
                  <a:blip r:embed="rId49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D82768BB-F64C-37E4-BB57-DC71A3A2F948}"/>
                    </a:ext>
                  </a:extLst>
                </p:cNvPr>
                <p:cNvSpPr txBox="1"/>
                <p:nvPr/>
              </p:nvSpPr>
              <p:spPr>
                <a:xfrm rot="16200000">
                  <a:off x="3980334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D82768BB-F64C-37E4-BB57-DC71A3A2F9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980334" y="13037793"/>
                  <a:ext cx="1043171" cy="261610"/>
                </a:xfrm>
                <a:prstGeom prst="rect">
                  <a:avLst/>
                </a:prstGeom>
                <a:blipFill>
                  <a:blip r:embed="rId5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7085F208-B49E-0495-18D5-14CCEB37EA6C}"/>
                    </a:ext>
                  </a:extLst>
                </p:cNvPr>
                <p:cNvSpPr txBox="1"/>
                <p:nvPr/>
              </p:nvSpPr>
              <p:spPr>
                <a:xfrm rot="16200000">
                  <a:off x="3325743" y="143462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7085F208-B49E-0495-18D5-14CCEB37EA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25743" y="14346240"/>
                  <a:ext cx="474810" cy="400110"/>
                </a:xfrm>
                <a:prstGeom prst="rect">
                  <a:avLst/>
                </a:prstGeom>
                <a:blipFill>
                  <a:blip r:embed="rId51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7C60C8F5-3F4B-B1D2-3AAE-83F7488D0AA1}"/>
                    </a:ext>
                  </a:extLst>
                </p:cNvPr>
                <p:cNvSpPr txBox="1"/>
                <p:nvPr/>
              </p:nvSpPr>
              <p:spPr>
                <a:xfrm>
                  <a:off x="3960207" y="1293323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7C60C8F5-3F4B-B1D2-3AAE-83F7488D0A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0207" y="12933233"/>
                  <a:ext cx="474810" cy="400110"/>
                </a:xfrm>
                <a:prstGeom prst="rect">
                  <a:avLst/>
                </a:prstGeom>
                <a:blipFill>
                  <a:blip r:embed="rId52"/>
                  <a:stretch>
                    <a:fillRect l="-24242" r="-909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A2C6E38D-23AD-C678-490F-8C1E057236F8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DB62FCA-2C96-4B64-E3ED-4169445511D8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DB62FCA-2C96-4B64-E3ED-4169445511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A2B863EC-88CA-6B00-3F58-23D3848264C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A2B863EC-88CA-6B00-3F58-23D3848264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E0674023-5E6A-3840-7D60-0F989E430AE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E0674023-5E6A-3840-7D60-0F989E430A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5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AE26A041-CDA8-78F2-19D7-BA7C39731C53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AE26A041-CDA8-78F2-19D7-BA7C39731C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6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4EA34ED1-8D0A-FE98-179C-1FA3DA263A58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4EA34ED1-8D0A-FE98-179C-1FA3DA263A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8632AE6B-65B3-EA4F-BA8A-B0CAA7C843F2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8632AE6B-65B3-EA4F-BA8A-B0CAA7C843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6FC9C508-0FA1-EF9C-9EF2-97C3DF21D47F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6FC9C508-0FA1-EF9C-9EF2-97C3DF21D4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4F785793-088A-C1A6-700A-274E3A8B46C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4F785793-088A-C1A6-700A-274E3A8B46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6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8BFCC35-2E40-ED62-F4EE-0EAF98460C2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8BFCC35-2E40-ED62-F4EE-0EAF98460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1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00A8A8E-2910-A1B4-A21A-D872A1665E04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400A8A8E-2910-A1B4-A21A-D872A1665E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2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27A7A4F-F067-B31B-CBCE-26687F4E074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27A7A4F-F067-B31B-CBCE-26687F4E07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510794EB-FC8F-B0B9-1AA3-101E2AA3EC40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510794EB-FC8F-B0B9-1AA3-101E2AA3EC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4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1595BC45-8E6D-5B49-1261-6538BBE3DEC2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1595BC45-8E6D-5B49-1261-6538BBE3DE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EC62A7A8-DA9B-1C00-945C-657D386ED2A2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EC62A7A8-DA9B-1C00-945C-657D386ED2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6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8E6523A3-F6D4-2B8C-422D-4276AA60D705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8E6523A3-F6D4-2B8C-422D-4276AA60D7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47A64C3B-97D4-4148-BE8D-E54349BC70AB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47A64C3B-97D4-4148-BE8D-E54349BC70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D6BF1AC8-9ECA-A549-7C98-E6BAC152779E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D6BF1AC8-9ECA-A549-7C98-E6BAC1527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ED7C2255-E211-3643-E291-555AD540A61E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ED7C2255-E211-3643-E291-555AD540A6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70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D75206A5-27CF-848E-EE3D-C66BC816CA9A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D75206A5-27CF-848E-EE3D-C66BC816CA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4B29416B-63DB-44B9-B041-171F92B6306E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4B29416B-63DB-44B9-B041-171F92B630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EF097A2F-280B-6EA8-68C7-03ADE514C01E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EF097A2F-280B-6EA8-68C7-03ADE514C0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225CE317-7959-B18A-638F-544CA87854E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225CE317-7959-B18A-638F-544CA87854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C7B05AF3-35F8-CF12-990E-B6EB0B3A6A6C}"/>
              </a:ext>
            </a:extLst>
          </p:cNvPr>
          <p:cNvGrpSpPr/>
          <p:nvPr/>
        </p:nvGrpSpPr>
        <p:grpSpPr>
          <a:xfrm>
            <a:off x="5189148" y="183803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154D1C-82D7-9BAF-F071-A75FFCADDDB1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154D1C-82D7-9BAF-F071-A75FFCADDD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4A502D5-DA00-A00C-8F1B-BA17DB4C2903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4A502D5-DA00-A00C-8F1B-BA17DB4C29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C537BFA6-4C1B-D255-6501-0DBF03BD90D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C537BFA6-4C1B-D255-6501-0DBF03BD9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F24F12A-6859-BB6E-6080-74B25CED6504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8F24F12A-6859-BB6E-6080-74B25CED6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94D2A769-3B79-3BD5-0B08-AB6AA0A89ADC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94D2A769-3B79-3BD5-0B08-AB6AA0A89A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FDFAD3B6-ED93-E7AD-7243-E79EEFC1B62D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FDFAD3B6-ED93-E7AD-7243-E79EEFC1B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3E4A6A8-C4DE-EF66-1631-7DA484206BDA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3E4A6A8-C4DE-EF66-1631-7DA484206B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C7D07896-BC49-33C1-F7AC-A32E5969B80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C7D07896-BC49-33C1-F7AC-A32E5969B8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0FD0518-F8E3-1A22-E812-3390C4527EB1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C0FD0518-F8E3-1A22-E812-3390C4527E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49F5B787-C55D-8102-6F34-BF0A3D223E02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49F5B787-C55D-8102-6F34-BF0A3D223E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AA166924-8A24-53C9-49F0-58E24168FDCA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AA166924-8A24-53C9-49F0-58E24168F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114CE25D-17E2-6A16-6CAA-BF4A07B2F3AA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114CE25D-17E2-6A16-6CAA-BF4A07B2F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34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EB7A442-3313-8652-E48F-2FB57984138E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8EB7A442-3313-8652-E48F-2FB5798413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3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C59D4207-3DB2-1481-AE3B-72E6C1A83023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C59D4207-3DB2-1481-AE3B-72E6C1A83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4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29C5827F-15D0-1B07-289E-DAF7AE6BF6D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29C5827F-15D0-1B07-289E-DAF7AE6BF6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7DB605E8-93AA-016C-C838-3B4BB5CB9C66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7DB605E8-93AA-016C-C838-3B4BB5CB9C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46002EA-3BE1-EA9C-9238-39F36C77189D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46002EA-3BE1-EA9C-9238-39F36C7718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54BE9CD7-835F-21AB-78DD-1CF113A7C69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54BE9CD7-835F-21AB-78DD-1CF113A7C6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A267D990-4E09-BE1D-BD75-66960140861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A267D990-4E09-BE1D-BD75-669601408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68D087ED-745B-0F04-7CCD-D26B1647DBD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68D087ED-745B-0F04-7CCD-D26B1647DB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00EEB43-70C9-AA2C-3ED4-5F1234600779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00EEB43-70C9-AA2C-3ED4-5F12346007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8C05B7DF-35BD-505B-D874-7295F69E422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8C05B7DF-35BD-505B-D874-7295F69E42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63B03C14-9835-E230-D148-1CE63E13EBFD}"/>
              </a:ext>
            </a:extLst>
          </p:cNvPr>
          <p:cNvGrpSpPr/>
          <p:nvPr/>
        </p:nvGrpSpPr>
        <p:grpSpPr>
          <a:xfrm rot="16200000">
            <a:off x="9114312" y="21775299"/>
            <a:ext cx="3154146" cy="3647227"/>
            <a:chOff x="2467955" y="12636128"/>
            <a:chExt cx="3154146" cy="36472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C9E55554-75DD-61A0-82C1-6F81D4B93B77}"/>
                    </a:ext>
                  </a:extLst>
                </p:cNvPr>
                <p:cNvSpPr txBox="1"/>
                <p:nvPr/>
              </p:nvSpPr>
              <p:spPr>
                <a:xfrm rot="5400000">
                  <a:off x="2380313" y="1575521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C9E55554-75DD-61A0-82C1-6F81D4B93B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80313" y="15755219"/>
                  <a:ext cx="526170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1E12F745-BCF9-6513-37DC-5FA74B690AF8}"/>
                    </a:ext>
                  </a:extLst>
                </p:cNvPr>
                <p:cNvSpPr txBox="1"/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1E12F745-BCF9-6513-37DC-5FA74B690A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E1C102F3-3669-D7F5-FAC0-BB31EB6F1852}"/>
                    </a:ext>
                  </a:extLst>
                </p:cNvPr>
                <p:cNvSpPr txBox="1"/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E1C102F3-3669-D7F5-FAC0-BB31EB6F18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13A806ED-4B84-E6A4-DC97-C6CEF42DE823}"/>
                    </a:ext>
                  </a:extLst>
                </p:cNvPr>
                <p:cNvSpPr txBox="1"/>
                <p:nvPr/>
              </p:nvSpPr>
              <p:spPr>
                <a:xfrm>
                  <a:off x="3615656" y="1561580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13A806ED-4B84-E6A4-DC97-C6CEF42DE8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5656" y="15615801"/>
                  <a:ext cx="474810" cy="400110"/>
                </a:xfrm>
                <a:prstGeom prst="rect">
                  <a:avLst/>
                </a:prstGeom>
                <a:blipFill>
                  <a:blip r:embed="rId94"/>
                  <a:stretch>
                    <a:fillRect l="-6061" t="-17949" r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149002B1-DC05-D4F1-BB4F-0222410F4470}"/>
                    </a:ext>
                  </a:extLst>
                </p:cNvPr>
                <p:cNvSpPr txBox="1"/>
                <p:nvPr/>
              </p:nvSpPr>
              <p:spPr>
                <a:xfrm rot="5400000">
                  <a:off x="4097485" y="15729495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149002B1-DC05-D4F1-BB4F-0222410F44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97485" y="15729495"/>
                  <a:ext cx="772904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1B2022B3-6F36-DD2A-770B-7EA7CDADBBA8}"/>
                    </a:ext>
                  </a:extLst>
                </p:cNvPr>
                <p:cNvSpPr txBox="1"/>
                <p:nvPr/>
              </p:nvSpPr>
              <p:spPr>
                <a:xfrm rot="5400000">
                  <a:off x="2369717" y="14852095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1B2022B3-6F36-DD2A-770B-7EA7CDADB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69717" y="14852095"/>
                  <a:ext cx="526170" cy="261610"/>
                </a:xfrm>
                <a:prstGeom prst="rect">
                  <a:avLst/>
                </a:prstGeom>
                <a:blipFill>
                  <a:blip r:embed="rId96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C49CA8FB-BEFB-AAE4-9028-91A2FFD50147}"/>
                    </a:ext>
                  </a:extLst>
                </p:cNvPr>
                <p:cNvSpPr txBox="1"/>
                <p:nvPr/>
              </p:nvSpPr>
              <p:spPr>
                <a:xfrm rot="5400000">
                  <a:off x="3292886" y="14862977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C49CA8FB-BEFB-AAE4-9028-91A2FFD501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292886" y="14862977"/>
                  <a:ext cx="526170" cy="261610"/>
                </a:xfrm>
                <a:prstGeom prst="rect">
                  <a:avLst/>
                </a:prstGeom>
                <a:blipFill>
                  <a:blip r:embed="rId9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C9EA4439-7A82-482A-A9FF-DBE05ACC8090}"/>
                    </a:ext>
                  </a:extLst>
                </p:cNvPr>
                <p:cNvSpPr txBox="1"/>
                <p:nvPr/>
              </p:nvSpPr>
              <p:spPr>
                <a:xfrm rot="5400000">
                  <a:off x="5011066" y="14895630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C9EA4439-7A82-482A-A9FF-DBE05ACC8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11066" y="14895630"/>
                  <a:ext cx="772904" cy="261610"/>
                </a:xfrm>
                <a:prstGeom prst="rect">
                  <a:avLst/>
                </a:prstGeom>
                <a:blipFill>
                  <a:blip r:embed="rId98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11ED7BD5-FD09-5F11-4A94-24D5BFD1A6E2}"/>
                    </a:ext>
                  </a:extLst>
                </p:cNvPr>
                <p:cNvSpPr txBox="1"/>
                <p:nvPr/>
              </p:nvSpPr>
              <p:spPr>
                <a:xfrm rot="5400000">
                  <a:off x="3306770" y="1437076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11ED7BD5-FD09-5F11-4A94-24D5BFD1A6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06770" y="14370766"/>
                  <a:ext cx="474810" cy="400110"/>
                </a:xfrm>
                <a:prstGeom prst="rect">
                  <a:avLst/>
                </a:prstGeom>
                <a:blipFill>
                  <a:blip r:embed="rId99"/>
                  <a:stretch>
                    <a:fillRect t="-9375" r="-1794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239A3F35-277E-C28D-5A4C-0CCEB5962950}"/>
                    </a:ext>
                  </a:extLst>
                </p:cNvPr>
                <p:cNvSpPr txBox="1"/>
                <p:nvPr/>
              </p:nvSpPr>
              <p:spPr>
                <a:xfrm rot="5400000">
                  <a:off x="4097775" y="14862977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239A3F35-277E-C28D-5A4C-0CCEB59629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97775" y="14862977"/>
                  <a:ext cx="772904" cy="261610"/>
                </a:xfrm>
                <a:prstGeom prst="rect">
                  <a:avLst/>
                </a:prstGeom>
                <a:blipFill>
                  <a:blip r:embed="rId10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C10A8F20-2E8B-E92E-6916-B87D033DC023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10085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C10A8F20-2E8B-E92E-6916-B87D033DC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10085"/>
                  <a:ext cx="474810" cy="400110"/>
                </a:xfrm>
                <a:prstGeom prst="rect">
                  <a:avLst/>
                </a:prstGeom>
                <a:blipFill>
                  <a:blip r:embed="rId51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D3FBCA0F-2AEE-B9CE-F5A5-D637912483EC}"/>
                    </a:ext>
                  </a:extLst>
                </p:cNvPr>
                <p:cNvSpPr txBox="1"/>
                <p:nvPr/>
              </p:nvSpPr>
              <p:spPr>
                <a:xfrm rot="5400000">
                  <a:off x="5184641" y="1438140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D3FBCA0F-2AEE-B9CE-F5A5-D637912483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84641" y="14381402"/>
                  <a:ext cx="474810" cy="400110"/>
                </a:xfrm>
                <a:prstGeom prst="rect">
                  <a:avLst/>
                </a:prstGeom>
                <a:blipFill>
                  <a:blip r:embed="rId101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A89CF0C3-BF56-056C-F072-67952ED3781A}"/>
                    </a:ext>
                  </a:extLst>
                </p:cNvPr>
                <p:cNvSpPr txBox="1"/>
                <p:nvPr/>
              </p:nvSpPr>
              <p:spPr>
                <a:xfrm rot="5400000">
                  <a:off x="2236534" y="1390549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A89CF0C3-BF56-056C-F072-67952ED37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36534" y="13905495"/>
                  <a:ext cx="796436" cy="261610"/>
                </a:xfrm>
                <a:prstGeom prst="rect">
                  <a:avLst/>
                </a:prstGeom>
                <a:blipFill>
                  <a:blip r:embed="rId102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7A4E5634-4942-ECB8-0A36-AEEF854482BF}"/>
                    </a:ext>
                  </a:extLst>
                </p:cNvPr>
                <p:cNvSpPr txBox="1"/>
                <p:nvPr/>
              </p:nvSpPr>
              <p:spPr>
                <a:xfrm rot="5400000">
                  <a:off x="3169129" y="1391793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7A4E5634-4942-ECB8-0A36-AEEF85448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69129" y="13917931"/>
                  <a:ext cx="796436" cy="261610"/>
                </a:xfrm>
                <a:prstGeom prst="rect">
                  <a:avLst/>
                </a:prstGeom>
                <a:blipFill>
                  <a:blip r:embed="rId103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C18003FC-C588-399C-0E92-B711D738F610}"/>
                    </a:ext>
                  </a:extLst>
                </p:cNvPr>
                <p:cNvSpPr txBox="1"/>
                <p:nvPr/>
              </p:nvSpPr>
              <p:spPr>
                <a:xfrm rot="5400000">
                  <a:off x="4902940" y="13883718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C18003FC-C588-399C-0E92-B711D738F6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902940" y="13883718"/>
                  <a:ext cx="1043171" cy="261610"/>
                </a:xfrm>
                <a:prstGeom prst="rect">
                  <a:avLst/>
                </a:prstGeom>
                <a:blipFill>
                  <a:blip r:embed="rId104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34E7031E-F9A7-5C79-6D4F-21AED63563F9}"/>
                    </a:ext>
                  </a:extLst>
                </p:cNvPr>
                <p:cNvSpPr txBox="1"/>
                <p:nvPr/>
              </p:nvSpPr>
              <p:spPr>
                <a:xfrm rot="5400000">
                  <a:off x="3968492" y="13894604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34E7031E-F9A7-5C79-6D4F-21AED63563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68492" y="13894604"/>
                  <a:ext cx="1043171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A76AB8A-EAE2-5468-8B89-59EBB33E8A63}"/>
                    </a:ext>
                  </a:extLst>
                </p:cNvPr>
                <p:cNvSpPr txBox="1"/>
                <p:nvPr/>
              </p:nvSpPr>
              <p:spPr>
                <a:xfrm rot="5400000">
                  <a:off x="2238697" y="13026910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A76AB8A-EAE2-5468-8B89-59EBB33E8A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38697" y="13026910"/>
                  <a:ext cx="796436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B4E5F2DE-CBC3-F4AD-2229-E5211E8C18E1}"/>
                    </a:ext>
                  </a:extLst>
                </p:cNvPr>
                <p:cNvSpPr txBox="1"/>
                <p:nvPr/>
              </p:nvSpPr>
              <p:spPr>
                <a:xfrm rot="5400000">
                  <a:off x="3159453" y="1305826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B4E5F2DE-CBC3-F4AD-2229-E5211E8C18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59453" y="13058261"/>
                  <a:ext cx="796436" cy="261610"/>
                </a:xfrm>
                <a:prstGeom prst="rect">
                  <a:avLst/>
                </a:prstGeom>
                <a:blipFill>
                  <a:blip r:embed="rId10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60172260-6E7F-7975-6305-95738F766FC4}"/>
                    </a:ext>
                  </a:extLst>
                </p:cNvPr>
                <p:cNvSpPr txBox="1"/>
                <p:nvPr/>
              </p:nvSpPr>
              <p:spPr>
                <a:xfrm rot="5400000"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60172260-6E7F-7975-6305-95738F766F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0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F51103D0-89F1-570D-A933-0DB394D9161E}"/>
                    </a:ext>
                  </a:extLst>
                </p:cNvPr>
                <p:cNvSpPr txBox="1"/>
                <p:nvPr/>
              </p:nvSpPr>
              <p:spPr>
                <a:xfrm rot="5400000">
                  <a:off x="3959771" y="13026909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F51103D0-89F1-570D-A933-0DB394D916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59771" y="13026909"/>
                  <a:ext cx="1043171" cy="261610"/>
                </a:xfrm>
                <a:prstGeom prst="rect">
                  <a:avLst/>
                </a:prstGeom>
                <a:blipFill>
                  <a:blip r:embed="rId109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CFD5E385-C9B0-7BDD-6CB8-D7E8743AA983}"/>
                    </a:ext>
                  </a:extLst>
                </p:cNvPr>
                <p:cNvSpPr txBox="1"/>
                <p:nvPr/>
              </p:nvSpPr>
              <p:spPr>
                <a:xfrm rot="5400000">
                  <a:off x="4273407" y="1436963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CFD5E385-C9B0-7BDD-6CB8-D7E8743AA9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273407" y="14369632"/>
                  <a:ext cx="474810" cy="400110"/>
                </a:xfrm>
                <a:prstGeom prst="rect">
                  <a:avLst/>
                </a:prstGeom>
                <a:blipFill>
                  <a:blip r:embed="rId110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50D175E3-181F-2377-84F3-30AD588BC7E7}"/>
                    </a:ext>
                  </a:extLst>
                </p:cNvPr>
                <p:cNvSpPr txBox="1"/>
                <p:nvPr/>
              </p:nvSpPr>
              <p:spPr>
                <a:xfrm>
                  <a:off x="3625528" y="12926054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50D175E3-181F-2377-84F3-30AD588BC7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5528" y="12926054"/>
                  <a:ext cx="474810" cy="400110"/>
                </a:xfrm>
                <a:prstGeom prst="rect">
                  <a:avLst/>
                </a:prstGeom>
                <a:blipFill>
                  <a:blip r:embed="rId94"/>
                  <a:stretch>
                    <a:fillRect l="-6061" t="-17949" r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150B1602-5044-A010-27A0-1667B3A43D1D}"/>
              </a:ext>
            </a:extLst>
          </p:cNvPr>
          <p:cNvSpPr txBox="1"/>
          <p:nvPr/>
        </p:nvSpPr>
        <p:spPr>
          <a:xfrm>
            <a:off x="7659398" y="12637962"/>
            <a:ext cx="31609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Southern communication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674C8-C638-1FE2-0AF5-7F65CF7B1EEC}"/>
              </a:ext>
            </a:extLst>
          </p:cNvPr>
          <p:cNvSpPr txBox="1"/>
          <p:nvPr/>
        </p:nvSpPr>
        <p:spPr>
          <a:xfrm>
            <a:off x="8317146" y="22275386"/>
            <a:ext cx="359394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4FA430-6EC4-1EE4-8FF0-EBB87226D6B9}"/>
              </a:ext>
            </a:extLst>
          </p:cNvPr>
          <p:cNvCxnSpPr/>
          <p:nvPr/>
        </p:nvCxnSpPr>
        <p:spPr>
          <a:xfrm>
            <a:off x="14961143" y="26458055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01E4B5C-F8E5-DE60-777F-2CEB76DA952D}"/>
              </a:ext>
            </a:extLst>
          </p:cNvPr>
          <p:cNvCxnSpPr>
            <a:cxnSpLocks/>
          </p:cNvCxnSpPr>
          <p:nvPr/>
        </p:nvCxnSpPr>
        <p:spPr>
          <a:xfrm rot="5400000">
            <a:off x="14982986" y="26419145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1E314A-410D-68DA-8A81-25B3E83C14DD}"/>
              </a:ext>
            </a:extLst>
          </p:cNvPr>
          <p:cNvCxnSpPr>
            <a:cxnSpLocks/>
          </p:cNvCxnSpPr>
          <p:nvPr/>
        </p:nvCxnSpPr>
        <p:spPr>
          <a:xfrm flipH="1">
            <a:off x="15106405" y="25199473"/>
            <a:ext cx="2476906" cy="25074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0860F730-6D28-CE9E-3FBC-D4D8BE34F2F7}"/>
              </a:ext>
            </a:extLst>
          </p:cNvPr>
          <p:cNvSpPr/>
          <p:nvPr/>
        </p:nvSpPr>
        <p:spPr>
          <a:xfrm>
            <a:off x="16201368" y="2636078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C92DE5-C945-1C60-40D7-C2367CBCB607}"/>
              </a:ext>
            </a:extLst>
          </p:cNvPr>
          <p:cNvSpPr txBox="1"/>
          <p:nvPr/>
        </p:nvSpPr>
        <p:spPr>
          <a:xfrm>
            <a:off x="16437985" y="26538843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9F478B2-8221-B3B4-BDEC-F1CDB8759807}"/>
                  </a:ext>
                </a:extLst>
              </p:cNvPr>
              <p:cNvSpPr txBox="1"/>
              <p:nvPr/>
            </p:nvSpPr>
            <p:spPr>
              <a:xfrm>
                <a:off x="13128991" y="26268550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9F478B2-8221-B3B4-BDEC-F1CDB8759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28991" y="26268550"/>
                <a:ext cx="1759521" cy="369332"/>
              </a:xfrm>
              <a:prstGeom prst="rect">
                <a:avLst/>
              </a:prstGeom>
              <a:blipFill>
                <a:blip r:embed="rId1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5D8F0F-384F-23A3-4EC5-1AEF3F93F9DF}"/>
                  </a:ext>
                </a:extLst>
              </p:cNvPr>
              <p:cNvSpPr txBox="1"/>
              <p:nvPr/>
            </p:nvSpPr>
            <p:spPr>
              <a:xfrm>
                <a:off x="15406732" y="24648951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5D8F0F-384F-23A3-4EC5-1AEF3F93F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06732" y="24648951"/>
                <a:ext cx="1759521" cy="369332"/>
              </a:xfrm>
              <a:prstGeom prst="rect">
                <a:avLst/>
              </a:prstGeom>
              <a:blipFill>
                <a:blip r:embed="rId1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EAA06A9-B07A-F4C9-6299-BC37C7A0AB48}"/>
                  </a:ext>
                </a:extLst>
              </p:cNvPr>
              <p:cNvSpPr txBox="1"/>
              <p:nvPr/>
            </p:nvSpPr>
            <p:spPr>
              <a:xfrm>
                <a:off x="17544402" y="24851225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=2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EAA06A9-B07A-F4C9-6299-BC37C7A0AB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44402" y="24851225"/>
                <a:ext cx="1759521" cy="369332"/>
              </a:xfrm>
              <a:prstGeom prst="rect">
                <a:avLst/>
              </a:prstGeom>
              <a:blipFill>
                <a:blip r:embed="rId1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F767265-C007-E667-40F3-A8D68BE633ED}"/>
                  </a:ext>
                </a:extLst>
              </p:cNvPr>
              <p:cNvSpPr txBox="1"/>
              <p:nvPr/>
            </p:nvSpPr>
            <p:spPr>
              <a:xfrm>
                <a:off x="17626523" y="26241705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=3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F767265-C007-E667-40F3-A8D68BE63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26523" y="26241705"/>
                <a:ext cx="1759521" cy="369332"/>
              </a:xfrm>
              <a:prstGeom prst="rect">
                <a:avLst/>
              </a:prstGeom>
              <a:blipFill>
                <a:blip r:embed="rId1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5DD15F0-A1E7-BB35-F0C8-646FA931EF92}"/>
                  </a:ext>
                </a:extLst>
              </p:cNvPr>
              <p:cNvSpPr txBox="1"/>
              <p:nvPr/>
            </p:nvSpPr>
            <p:spPr>
              <a:xfrm>
                <a:off x="15558224" y="27777414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=4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5DD15F0-A1E7-BB35-F0C8-646FA931E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8224" y="27777414"/>
                <a:ext cx="1759521" cy="369332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B53631C0-49C4-7F15-6932-91B74A926BB8}"/>
              </a:ext>
            </a:extLst>
          </p:cNvPr>
          <p:cNvSpPr txBox="1"/>
          <p:nvPr/>
        </p:nvSpPr>
        <p:spPr>
          <a:xfrm>
            <a:off x="14625593" y="27619569"/>
            <a:ext cx="597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void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275A88-3687-84E1-454E-056EE637305E}"/>
              </a:ext>
            </a:extLst>
          </p:cNvPr>
          <p:cNvCxnSpPr>
            <a:cxnSpLocks/>
          </p:cNvCxnSpPr>
          <p:nvPr/>
        </p:nvCxnSpPr>
        <p:spPr>
          <a:xfrm flipV="1">
            <a:off x="11887200" y="20210585"/>
            <a:ext cx="1535723" cy="16177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47D9EF4-4DA0-B8D5-2AEE-B382EF5694E2}"/>
              </a:ext>
            </a:extLst>
          </p:cNvPr>
          <p:cNvCxnSpPr>
            <a:cxnSpLocks/>
          </p:cNvCxnSpPr>
          <p:nvPr/>
        </p:nvCxnSpPr>
        <p:spPr>
          <a:xfrm>
            <a:off x="11713627" y="21598453"/>
            <a:ext cx="17092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A26482E-965F-431D-30C8-C4A7DE4A053D}"/>
              </a:ext>
            </a:extLst>
          </p:cNvPr>
          <p:cNvCxnSpPr>
            <a:cxnSpLocks/>
          </p:cNvCxnSpPr>
          <p:nvPr/>
        </p:nvCxnSpPr>
        <p:spPr>
          <a:xfrm>
            <a:off x="13029064" y="20338566"/>
            <a:ext cx="47997" cy="1489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A48B7E5-4329-F723-FF23-C8F3F76F49D7}"/>
              </a:ext>
            </a:extLst>
          </p:cNvPr>
          <p:cNvCxnSpPr>
            <a:cxnSpLocks/>
            <a:stCxn id="518" idx="0"/>
          </p:cNvCxnSpPr>
          <p:nvPr/>
        </p:nvCxnSpPr>
        <p:spPr>
          <a:xfrm flipH="1">
            <a:off x="12120901" y="20287615"/>
            <a:ext cx="12443" cy="23601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A491F39-E268-4929-3E40-05003D7CAB61}"/>
              </a:ext>
            </a:extLst>
          </p:cNvPr>
          <p:cNvCxnSpPr>
            <a:cxnSpLocks/>
            <a:stCxn id="257" idx="7"/>
          </p:cNvCxnSpPr>
          <p:nvPr/>
        </p:nvCxnSpPr>
        <p:spPr>
          <a:xfrm flipH="1">
            <a:off x="11900465" y="21509974"/>
            <a:ext cx="1261268" cy="11377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D0A57173-5115-69EA-31B6-E870E985AEE1}"/>
              </a:ext>
            </a:extLst>
          </p:cNvPr>
          <p:cNvCxnSpPr>
            <a:cxnSpLocks/>
          </p:cNvCxnSpPr>
          <p:nvPr/>
        </p:nvCxnSpPr>
        <p:spPr>
          <a:xfrm>
            <a:off x="8991453" y="20668799"/>
            <a:ext cx="534374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6" name="TextBox 455">
            <a:extLst>
              <a:ext uri="{FF2B5EF4-FFF2-40B4-BE49-F238E27FC236}">
                <a16:creationId xmlns:a16="http://schemas.microsoft.com/office/drawing/2014/main" id="{F54A5F3E-F0E3-F6C5-9B76-85CF7D4920F9}"/>
              </a:ext>
            </a:extLst>
          </p:cNvPr>
          <p:cNvSpPr txBox="1"/>
          <p:nvPr/>
        </p:nvSpPr>
        <p:spPr>
          <a:xfrm>
            <a:off x="13679199" y="21506798"/>
            <a:ext cx="1590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(L-1,0,s+1,XZ)</a:t>
            </a:r>
          </a:p>
        </p:txBody>
      </p: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EFCC1ED9-54A6-53D8-9804-546DB5ED34EF}"/>
              </a:ext>
            </a:extLst>
          </p:cNvPr>
          <p:cNvCxnSpPr>
            <a:cxnSpLocks/>
          </p:cNvCxnSpPr>
          <p:nvPr/>
        </p:nvCxnSpPr>
        <p:spPr>
          <a:xfrm>
            <a:off x="8964281" y="21589802"/>
            <a:ext cx="17092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7E36D620-70F1-E105-4CDA-5974934282FF}"/>
              </a:ext>
            </a:extLst>
          </p:cNvPr>
          <p:cNvCxnSpPr>
            <a:cxnSpLocks/>
          </p:cNvCxnSpPr>
          <p:nvPr/>
        </p:nvCxnSpPr>
        <p:spPr>
          <a:xfrm flipH="1">
            <a:off x="9371555" y="20278964"/>
            <a:ext cx="12443" cy="23601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AEC8D0BA-8ED3-1D18-0B89-ECEEA2AE1C1C}"/>
              </a:ext>
            </a:extLst>
          </p:cNvPr>
          <p:cNvCxnSpPr>
            <a:cxnSpLocks/>
          </p:cNvCxnSpPr>
          <p:nvPr/>
        </p:nvCxnSpPr>
        <p:spPr>
          <a:xfrm flipH="1">
            <a:off x="9151119" y="21501323"/>
            <a:ext cx="1261268" cy="11377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Straight Connector 460">
            <a:extLst>
              <a:ext uri="{FF2B5EF4-FFF2-40B4-BE49-F238E27FC236}">
                <a16:creationId xmlns:a16="http://schemas.microsoft.com/office/drawing/2014/main" id="{D2585098-EA93-4C4E-D490-4F5F80B4DD51}"/>
              </a:ext>
            </a:extLst>
          </p:cNvPr>
          <p:cNvCxnSpPr>
            <a:cxnSpLocks/>
          </p:cNvCxnSpPr>
          <p:nvPr/>
        </p:nvCxnSpPr>
        <p:spPr>
          <a:xfrm flipV="1">
            <a:off x="9078991" y="20303140"/>
            <a:ext cx="1535723" cy="16177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5F32AA2C-F8D0-C033-784B-6EE7A1877197}"/>
              </a:ext>
            </a:extLst>
          </p:cNvPr>
          <p:cNvCxnSpPr>
            <a:cxnSpLocks/>
          </p:cNvCxnSpPr>
          <p:nvPr/>
        </p:nvCxnSpPr>
        <p:spPr>
          <a:xfrm>
            <a:off x="10299518" y="20308531"/>
            <a:ext cx="47997" cy="1489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6EC153-3A22-9C56-9A98-94BAA564E86C}"/>
              </a:ext>
            </a:extLst>
          </p:cNvPr>
          <p:cNvSpPr txBox="1"/>
          <p:nvPr/>
        </p:nvSpPr>
        <p:spPr>
          <a:xfrm>
            <a:off x="17943918" y="27522294"/>
            <a:ext cx="2884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(POLE NOT IMPLEMENTED)</a:t>
            </a:r>
          </a:p>
        </p:txBody>
      </p:sp>
    </p:spTree>
    <p:extLst>
      <p:ext uri="{BB962C8B-B14F-4D97-AF65-F5344CB8AC3E}">
        <p14:creationId xmlns:p14="http://schemas.microsoft.com/office/powerpoint/2010/main" val="1312272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F06C6-D171-B33D-C830-6F13490DA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9996A91D-369F-5500-B484-B3066EADFB36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104C86F-C134-7CFA-53B6-A93F315F5F13}"/>
                  </a:ext>
                </a:extLst>
              </p:cNvPr>
              <p:cNvSpPr txBox="1"/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104C86F-C134-7CFA-53B6-A93F315F5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6FE1C05F-4C50-2F8A-CD5D-EE2242170299}"/>
              </a:ext>
            </a:extLst>
          </p:cNvPr>
          <p:cNvSpPr/>
          <p:nvPr/>
        </p:nvSpPr>
        <p:spPr>
          <a:xfrm>
            <a:off x="5205754" y="22047614"/>
            <a:ext cx="3652800" cy="3652800"/>
          </a:xfrm>
          <a:prstGeom prst="rect">
            <a:avLst/>
          </a:prstGeom>
          <a:pattFill prst="pct40">
            <a:fgClr>
              <a:schemeClr val="accent2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3284F7-5E72-DF5F-0E00-75E4BC0A16FC}"/>
              </a:ext>
            </a:extLst>
          </p:cNvPr>
          <p:cNvSpPr/>
          <p:nvPr/>
        </p:nvSpPr>
        <p:spPr>
          <a:xfrm>
            <a:off x="5209518" y="18372745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889C0F-5905-A965-78B8-195CDDCF9943}"/>
              </a:ext>
            </a:extLst>
          </p:cNvPr>
          <p:cNvSpPr/>
          <p:nvPr/>
        </p:nvSpPr>
        <p:spPr>
          <a:xfrm>
            <a:off x="5209517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49AE56C-97A6-CA4D-3E91-269282DED9FF}"/>
              </a:ext>
            </a:extLst>
          </p:cNvPr>
          <p:cNvGrpSpPr/>
          <p:nvPr/>
        </p:nvGrpSpPr>
        <p:grpSpPr>
          <a:xfrm>
            <a:off x="5559236" y="18716846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F42D213-80D9-D0EB-9C6A-DC90C41586D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BE9FCBF-A9D9-3FAE-E825-9C8B5B88894B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E31F46F-4C33-DDD4-F845-C603B0878CD0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592BA4D-9FF8-77CE-7CD0-6BC8C2261CBD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0CD371B-7D88-59FE-E543-8540B28F5636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ABBDA3C-94F5-A9B7-5A99-838DF86737A5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2495BD-B0E9-186E-4138-BE7813544525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6D9D3AA-6B52-3864-6067-E989FF324FEB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FEF392A-1566-FCA5-DCE1-196E0D63B2B4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CD91E53-008A-7516-A8B0-EE7EFE5BB664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247574E-BC84-19C1-6D76-D18C5205223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03491D3-0C31-41B2-4C9E-9709DBFCA6D8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115BF3A-E155-F02C-F0FF-F4AA16F76046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59D9D731-EB4F-D618-2FF3-8CA4168EABA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311948C0-0811-7C4D-0AA5-4EE46B4B598F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B447932-AF5F-F7E5-1AC2-EAE8CAF284CB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5B0BAF1E-977D-35BD-88D1-CEB0BF57D973}"/>
              </a:ext>
            </a:extLst>
          </p:cNvPr>
          <p:cNvSpPr/>
          <p:nvPr/>
        </p:nvSpPr>
        <p:spPr>
          <a:xfrm>
            <a:off x="5208256" y="2202813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74C2B37-1DCF-D558-4609-4FEC51AF0D50}"/>
              </a:ext>
            </a:extLst>
          </p:cNvPr>
          <p:cNvGrpSpPr/>
          <p:nvPr/>
        </p:nvGrpSpPr>
        <p:grpSpPr>
          <a:xfrm>
            <a:off x="5557975" y="2237223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A6146CFC-EDF6-CE9E-54FD-CDFA9371CED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D659FF85-3762-5EEF-459C-06684A57B0F8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3620D493-1AB8-170F-F854-C459BD9B9C41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670D2BD8-0062-0FED-8C82-F05A2EAC35E3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D397DD5-8DE8-106C-901E-A28D0DB05ABA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C065038-C633-70AE-5FB6-3C6A1B186696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488C2647-E741-D75C-4CFA-5CD179F38C2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3DD0E339-E8AD-A846-06DD-A6D3420FCB54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3B58298F-D9BE-B929-323F-7A02F93720E1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426CAC4E-2D05-7DA8-2791-DA572996435A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2A42D41-B0D6-6FA0-0870-AB2955D6651A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D9108BB-1A47-9485-B52A-CE27040B9351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9E2BD9E4-EB57-3A5A-5571-42447FB2659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A1E2A6D1-0CCF-C1E3-18B0-63AA89A64559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C78B5C25-6D2D-D5FE-CA95-19690E28D5C0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3392457B-B307-8348-981B-9A1EE8B99D8E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23279F5A-C00A-9E9A-DAE5-9F14FE1BCAAB}"/>
                  </a:ext>
                </a:extLst>
              </p:cNvPr>
              <p:cNvSpPr txBox="1"/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23279F5A-C00A-9E9A-DAE5-9F14FE1BCA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DAE2D8D0-74DE-DD7D-4A22-4D27CBC23248}"/>
                  </a:ext>
                </a:extLst>
              </p:cNvPr>
              <p:cNvSpPr txBox="1"/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DAE2D8D0-74DE-DD7D-4A22-4D27CBC23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286" y="23551262"/>
                <a:ext cx="1945341" cy="5661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AEA1063-B484-43CE-885C-4B340CEEAEC3}"/>
                  </a:ext>
                </a:extLst>
              </p:cNvPr>
              <p:cNvSpPr txBox="1"/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AEA1063-B484-43CE-885C-4B340CEEAE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blipFill>
                <a:blip r:embed="rId6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D211A67E-6AC2-C5F0-A3C9-9BB9A98C34AB}"/>
                  </a:ext>
                </a:extLst>
              </p:cNvPr>
              <p:cNvSpPr txBox="1"/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D211A67E-6AC2-C5F0-A3C9-9BB9A98C3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blipFill>
                <a:blip r:embed="rId7"/>
                <a:stretch>
                  <a:fillRect l="-1667" t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Oval 256">
            <a:extLst>
              <a:ext uri="{FF2B5EF4-FFF2-40B4-BE49-F238E27FC236}">
                <a16:creationId xmlns:a16="http://schemas.microsoft.com/office/drawing/2014/main" id="{FA61FA8D-CED8-26FE-375F-8937A79A07CB}"/>
              </a:ext>
            </a:extLst>
          </p:cNvPr>
          <p:cNvSpPr/>
          <p:nvPr/>
        </p:nvSpPr>
        <p:spPr>
          <a:xfrm>
            <a:off x="13984521" y="22559200"/>
            <a:ext cx="250257" cy="250257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68E3747-C76B-0B55-49B3-580B9A9A6395}"/>
              </a:ext>
            </a:extLst>
          </p:cNvPr>
          <p:cNvSpPr txBox="1"/>
          <p:nvPr/>
        </p:nvSpPr>
        <p:spPr>
          <a:xfrm>
            <a:off x="14221138" y="22737263"/>
            <a:ext cx="635110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SP</a:t>
            </a: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AEA40EF5-7771-C5D4-9421-B9C544DB3B4E}"/>
              </a:ext>
            </a:extLst>
          </p:cNvPr>
          <p:cNvSpPr/>
          <p:nvPr/>
        </p:nvSpPr>
        <p:spPr>
          <a:xfrm>
            <a:off x="7398730" y="14090837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9955C6B9-D1E5-E052-41C3-E5D54BBD797A}"/>
              </a:ext>
            </a:extLst>
          </p:cNvPr>
          <p:cNvSpPr txBox="1"/>
          <p:nvPr/>
        </p:nvSpPr>
        <p:spPr>
          <a:xfrm>
            <a:off x="7635348" y="14268900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2D17E98F-1BAB-62D3-92A7-CBE529FD6D34}"/>
                  </a:ext>
                </a:extLst>
              </p:cNvPr>
              <p:cNvSpPr txBox="1"/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2D17E98F-1BAB-62D3-92A7-CBE529FD6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2271" y="19936276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AE3B372C-9E16-C82F-A0E4-3AC595ACFA39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8521E32F-6504-8FCD-84B6-E32EBC8F115F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6A638EC1-5817-FDFB-A29F-6625FB73DFA5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BB09A44B-44F8-7406-13E0-9550D20D2C89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84710A1D-91DE-485C-5D33-67003D8964B0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5909DF4C-31B7-81BD-057C-B4374543361D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B1B0CD66-7D97-31EF-FE54-0E41D5E704CE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5A0F637C-7B22-C373-C9A7-4D5A88532ED3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E297F411-A576-2800-E1F7-4AF97C88AEE7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E89F9002-90B8-AAAA-7413-82DC7270F901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99EA804C-3C51-62B6-B2B9-C08DBF69C5CD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65A264DD-2578-4562-CE24-CE346C5FCD7E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A2A2FFFC-5C81-B58E-AD4A-36903D4CEF1F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2C100670-8331-31EE-B3B8-B69115A7EB98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561A943D-658F-BE3C-F27D-B775B3C2DD0D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443E81F1-B4C6-339E-6DA9-9A47155EDCC3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428925D5-1A92-F428-02B9-C5FA264EB13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E13C092C-7E84-220D-B7BE-EA576DB6874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E1E3A116-F50A-3C29-EA67-BCB529898F4F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8604ADCD-5F56-2DA8-1492-831DDFF32BB5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919EF1E-9E96-5E26-C60D-9A54E225DDC8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58861FC4-E025-F2F2-0931-334723106EF1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87914F2C-F10F-EA9F-6D8C-6A66BA6E5E8C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7BA2988F-9F17-C637-9969-D268A084495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A252E08A-2AF4-31E9-0874-4D1A3A0E57B4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B76B0C45-29E0-A293-0BE3-B0E3F4330F88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3CA5BC65-60CA-E4AD-2CCB-AEBC4E57AF7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00CDD33B-CD58-984F-D67F-4AB793F32B06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9F023556-2FBD-8777-C1E3-6AD4CCF0C977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5EBBDE04-2567-E56D-C2A5-A28959929EE2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682CC1DD-0551-9241-A8F3-831DC8FD2E08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6684F661-9F9E-96D8-92DB-EEDDFF81F560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535A9DC2-1F52-E850-C674-07D1AB66F715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5640B587-E627-9936-8472-24305CEBB104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0FE53AFA-8D3D-7458-87AD-701D206B79C5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73D2B7F9-F12B-B7B0-8D99-ED52E4DC725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B753A184-07DA-2C07-2A48-5487113AAE8A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D7248C3B-B8A9-56A0-9154-B3DB83713187}"/>
                  </a:ext>
                </a:extLst>
              </p:cNvPr>
              <p:cNvSpPr txBox="1"/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D7248C3B-B8A9-56A0-9154-B3DB83713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29FE614D-C22C-093C-42D1-34AA16EAC495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9B3A0E9-E2FE-7B78-AC20-9BF07E733C3E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9B3A0E9-E2FE-7B78-AC20-9BF07E733C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1B5F5605-3730-19F3-EB76-4C6B0E2E5D2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1B5F5605-3730-19F3-EB76-4C6B0E2E5D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ECB1725C-DB40-33D5-5645-BA6A2DCD5976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ECB1725C-DB40-33D5-5645-BA6A2DCD59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2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7432F30D-81A1-5ADF-1289-DA626D30B74B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7432F30D-81A1-5ADF-1289-DA626D30B7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70B49EBB-B8A5-6085-330F-A78F878165AF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70B49EBB-B8A5-6085-330F-A78F878165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85C5C0C4-F695-0317-2EA8-8CC3BCB68979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85C5C0C4-F695-0317-2EA8-8CC3BCB689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5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3C2BC97B-4053-6384-BB55-F549D07A3CBE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3C2BC97B-4053-6384-BB55-F549D07A3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F1932166-BF05-79A6-7DA2-57D689994D78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F1932166-BF05-79A6-7DA2-57D689994D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12AA5A5B-90BD-BDE6-E51A-FFF890A06C96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12AA5A5B-90BD-BDE6-E51A-FFF890A06C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63C1C553-9782-1EF0-D625-D341C7FDEF1F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63C1C553-9782-1EF0-D625-D341C7FDEF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8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9C535D6B-D651-828F-583A-10E86AC1590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9C535D6B-D651-828F-583A-10E86AC15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EA13971F-BECB-FEE2-899D-E495DC0B1391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EA13971F-BECB-FEE2-899D-E495DC0B1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20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F0D60C3B-4ECB-2BE5-8989-67D89E9987AE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F0D60C3B-4ECB-2BE5-8989-67D89E9987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21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A3F9FE05-5747-7C02-E816-E2813CB73F7D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A3F9FE05-5747-7C02-E816-E2813CB73F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22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6C1D1955-07C5-6B1B-9B7C-C6D72A98BF39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6C1D1955-07C5-6B1B-9B7C-C6D72A98BF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23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B39A964D-1CCA-107B-0FFE-00252562D71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B39A964D-1CCA-107B-0FFE-00252562D7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2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7AB817AC-64D3-D90C-6FF5-F5645DF82E0B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7AB817AC-64D3-D90C-6FF5-F5645DF82E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25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A59A1899-29E3-7ABE-0603-CBCAD0A627B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A59A1899-29E3-7ABE-0603-CBCAD0A627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2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97514A1-A94C-0BD3-02E2-E3292E55914A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97514A1-A94C-0BD3-02E2-E3292E5591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2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3EF4408-9AC7-39FB-A696-42ECBC820B53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B3EF4408-9AC7-39FB-A696-42ECBC820B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2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90834F4-FB18-7912-15B2-0A25E9CF75E7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90834F4-FB18-7912-15B2-0A25E9CF7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EF673F22-072F-94C0-34BF-2C947F00411C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EF673F22-072F-94C0-34BF-2C947F0041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29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0BC24ACB-B63C-6CA8-C9CC-82855B73A117}"/>
              </a:ext>
            </a:extLst>
          </p:cNvPr>
          <p:cNvSpPr/>
          <p:nvPr/>
        </p:nvSpPr>
        <p:spPr>
          <a:xfrm>
            <a:off x="12578548" y="147401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DC4BC898-02CF-CC59-0E9D-5FA6BD2B57CE}"/>
              </a:ext>
            </a:extLst>
          </p:cNvPr>
          <p:cNvSpPr/>
          <p:nvPr/>
        </p:nvSpPr>
        <p:spPr>
          <a:xfrm>
            <a:off x="12582312" y="11065282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4DB0A060-61F0-E58F-EB0F-CC444020F166}"/>
              </a:ext>
            </a:extLst>
          </p:cNvPr>
          <p:cNvSpPr/>
          <p:nvPr/>
        </p:nvSpPr>
        <p:spPr>
          <a:xfrm>
            <a:off x="12582311" y="1106528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041C027D-A33A-E28D-DC40-D58A981C589E}"/>
              </a:ext>
            </a:extLst>
          </p:cNvPr>
          <p:cNvGrpSpPr/>
          <p:nvPr/>
        </p:nvGrpSpPr>
        <p:grpSpPr>
          <a:xfrm>
            <a:off x="12932030" y="11409383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AB597587-7324-2B87-421A-DB17429B67E8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41DC381E-1AFD-F006-0128-AD126F1592B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8ECE4A2A-40AF-4E01-4004-2DF52E4644FA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2FA02FD6-EDDD-C029-7A71-1E5F35402734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ED9354DE-0878-4374-FD64-0ACC1E1BA09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8C5F9634-E4F5-F2C5-5BAB-7B83CD52B23C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70396AEB-08F0-B3E1-3051-6700B0B2ADC6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CBEDEC0E-A9EA-607F-7924-FA2079E71BDC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958E4E06-B303-DD8E-0AED-4BAF45AB0003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E5B24BB2-64D0-D4C3-D579-A6127E9FEF51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98DF8393-B9B7-A05A-09E8-20B8299E88FC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26A14A38-77D4-6249-F717-9174717674E9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EE8DBA5E-BB37-F8EC-9E76-92E675682BE5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F732EAE1-423F-54BC-1A6F-B6AEB0F61011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8D4F0D6B-6AFC-CC4E-78D6-3051F5AAA9B8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3DF1DD67-362B-7BB9-51A3-A778CD904313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F5062B48-53D7-E6FD-1915-EFA8D990A517}"/>
              </a:ext>
            </a:extLst>
          </p:cNvPr>
          <p:cNvSpPr/>
          <p:nvPr/>
        </p:nvSpPr>
        <p:spPr>
          <a:xfrm>
            <a:off x="12581050" y="147206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FBA9E678-BE70-7009-42C6-CF6DE0906A50}"/>
              </a:ext>
            </a:extLst>
          </p:cNvPr>
          <p:cNvGrpSpPr/>
          <p:nvPr/>
        </p:nvGrpSpPr>
        <p:grpSpPr>
          <a:xfrm>
            <a:off x="12930769" y="150647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68267F0B-BF47-E035-0EDC-CE549CFE280A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D72341A6-DF47-A01A-205B-4C594530F776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4F94B7AF-709C-2820-6EF9-93A9BAD5726F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5006576E-5E08-1A95-9238-FB24E851C97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8F960AED-FAB5-D119-54B5-E4A625289E12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F6BB00DB-77CC-BC20-6BEE-602BAE06E219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4BF31350-A22D-4F17-C7F6-144CB28281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2E948388-C093-CE47-2549-16BB9D9400FA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8DD4DAE0-D65A-4BEE-25E9-AECBC3453090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401E42F4-9937-C14D-ECCF-187D3CF3F4E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DFE85CB2-31B8-9783-F3F0-A5A3BD579A39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31EC48F6-F9D2-99D1-C0D6-EB093371EA0B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5AB4F114-3320-178B-549D-38E13B36E557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26BC66A7-779C-98DD-1835-363A80C3E25A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16064EE5-4ED8-05F8-5706-09D0DBAFBFC4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988B95B8-3784-0327-0DB0-BA8CAE4D0438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F38E7287-8A49-A1A7-3DD1-9748EF100B91}"/>
                  </a:ext>
                </a:extLst>
              </p:cNvPr>
              <p:cNvSpPr txBox="1"/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F38E7287-8A49-A1A7-3DD1-9748EF100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D3D605C3-30AE-BF90-4C1D-C81B05A06F91}"/>
                  </a:ext>
                </a:extLst>
              </p:cNvPr>
              <p:cNvSpPr txBox="1"/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D3D605C3-30AE-BF90-4C1D-C81B05A06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5065" y="12628813"/>
                <a:ext cx="1945341" cy="566181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81239C12-2C5D-B4A2-6EB8-221ACAD3F7C2}"/>
              </a:ext>
            </a:extLst>
          </p:cNvPr>
          <p:cNvGrpSpPr/>
          <p:nvPr/>
        </p:nvGrpSpPr>
        <p:grpSpPr>
          <a:xfrm>
            <a:off x="12547907" y="11073006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4009A783-772C-1DC9-82A6-0FD720037BB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4009A783-772C-1DC9-82A6-0FD720037B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3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CC53EA29-CECB-D6FA-11FD-65782CA79C8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CC53EA29-CECB-D6FA-11FD-65782CA79C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3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F86AA1AB-2FBA-749A-F18E-21060F079CC8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F86AA1AB-2FBA-749A-F18E-21060F079C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A7B7015-6F4A-45BD-3971-02931D329C0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A7B7015-6F4A-45BD-3971-02931D329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3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5FAADBF2-E85C-AB7D-9DDB-96F1F9B6FAA0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5FAADBF2-E85C-AB7D-9DDB-96F1F9B6F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DB22F87E-52E3-028D-F519-2A86F3D48D67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DB22F87E-52E3-028D-F519-2A86F3D48D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7AB92A3-3AD8-DE90-AB58-166A9E4C276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27AB92A3-3AD8-DE90-AB58-166A9E4C27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D4253F9C-16D3-7CD5-35C3-5B050B2A1D3F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D4253F9C-16D3-7CD5-35C3-5B050B2A1D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374E79B6-C3F7-75A9-C8EE-489B03CA1BF9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374E79B6-C3F7-75A9-C8EE-489B03CA1B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40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00419988-F230-226C-6C6C-B432C34F1042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00419988-F230-226C-6C6C-B432C34F1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41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A792BDE3-24AE-5D56-5627-3F953C3C9D71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A792BDE3-24AE-5D56-5627-3F953C3C9D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569CF56-2F7B-D00B-3356-121C7C23075F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5569CF56-2F7B-D00B-3356-121C7C2307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43"/>
                  <a:stretch>
                    <a:fillRect l="-24242" r="-6061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AD11101-FC43-C88C-529E-C11FFFA83CA5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AD11101-FC43-C88C-529E-C11FFFA83C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654F6BDD-A596-A0F0-DBE3-5C8F930DBCB2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654F6BDD-A596-A0F0-DBE3-5C8F930DB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4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26233376-58E5-B100-C1E3-620A52B19870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26233376-58E5-B100-C1E3-620A52B198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36F55516-8F54-E7A7-B539-4FCD461C5838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36F55516-8F54-E7A7-B539-4FCD461C58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4BF6BA19-5B75-4F4B-684C-10A86D8E44D0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4BF6BA19-5B75-4F4B-684C-10A86D8E44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48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448DDF04-CE11-5A3A-08DB-DABCE3BD8AD3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448DDF04-CE11-5A3A-08DB-DABCE3BD8A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49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FD599850-B0CC-AC19-E698-07D83C52CFD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FD599850-B0CC-AC19-E698-07D83C52CF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5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9273C029-FC48-3A39-9898-3CF8C9396F20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9273C029-FC48-3A39-9898-3CF8C9396F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5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4F3CA7DC-BFE1-5EC4-430F-42A7FC3450F7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4F3CA7DC-BFE1-5EC4-430F-42A7FC3450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5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AF18D3C-38CE-5673-C01C-68573B2592BF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2AF18D3C-38CE-5673-C01C-68573B259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53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19D725C9-72E5-8090-ACE6-4DF5ECCDA944}"/>
              </a:ext>
            </a:extLst>
          </p:cNvPr>
          <p:cNvGrpSpPr/>
          <p:nvPr/>
        </p:nvGrpSpPr>
        <p:grpSpPr>
          <a:xfrm>
            <a:off x="12572988" y="147329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DDBF2151-0A0D-804B-1684-0523D9EB034A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DDBF2151-0A0D-804B-1684-0523D9EB03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4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6AA09296-F814-59BD-F1AD-21BD1C9525CA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6AA09296-F814-59BD-F1AD-21BD1C9525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8E488BB7-BE19-F99B-2880-6047DA2B6954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8E488BB7-BE19-F99B-2880-6047DA2B69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6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5C56476F-F4B1-936D-2332-37BA5A68346E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5C56476F-F4B1-936D-2332-37BA5A6834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7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5F0C2B57-965B-0035-6F26-EF3B9B75FACF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5F0C2B57-965B-0035-6F26-EF3B9B75FA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ACDE0538-4A58-AB0D-AD11-A92DD10578BB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ACDE0538-4A58-AB0D-AD11-A92DD10578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4029C23F-41CB-698A-E8EE-81EBE0464D54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4029C23F-41CB-698A-E8EE-81EBE0464D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60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18D9F9BC-8117-5A99-8278-83846D48C06B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18D9F9BC-8117-5A99-8278-83846D48C0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6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D336F162-8EE1-9CD6-C07A-FC3F2F5A84E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D336F162-8EE1-9CD6-C07A-FC3F2F5A8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2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A773FBB-AA04-20F4-A2E6-F7E7CD71BCB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CA773FBB-AA04-20F4-A2E6-F7E7CD71BC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3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CB3F6F02-2D19-6E7F-1434-4E1EC18B6547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CB3F6F02-2D19-6E7F-1434-4E1EC18B65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4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A3C4FB21-E5F8-B942-26BC-F82426AF7AE8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A3C4FB21-E5F8-B942-26BC-F82426AF7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C6E45D8-3A6C-DDC6-6B66-F61A750778F3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1C6E45D8-3A6C-DDC6-6B66-F61A750778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E88091F4-06AD-12DE-36FF-8C87E76BDB11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E88091F4-06AD-12DE-36FF-8C87E76BDB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EF9E4246-50CA-3634-AF30-F481588BC45E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EF9E4246-50CA-3634-AF30-F481588BC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A1824902-36F9-4F76-C132-989AA1D4993D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A1824902-36F9-4F76-C132-989AA1D499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831ECC9F-D9FD-31A5-620F-C11570D10DA4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831ECC9F-D9FD-31A5-620F-C11570D10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81187759-2E88-B8B0-9758-06622D25ECFD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81187759-2E88-B8B0-9758-06622D25EC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43BFAAE8-C992-5398-493D-4808F080CC1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43BFAAE8-C992-5398-493D-4808F080CC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126C7609-0B3A-68D8-5A06-3732D03BCBAD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126C7609-0B3A-68D8-5A06-3732D03BC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933784CA-BA3C-6859-37F4-0A31114894C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933784CA-BA3C-6859-37F4-0A31114894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47B3B3A5-33DF-C4F4-4BC3-1F1C3AD857E4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47B3B3A5-33DF-C4F4-4BC3-1F1C3AD857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35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1229C466-124F-6023-CD4A-9816ED05588D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FC03949E-CFA9-7434-9BA3-BEC2B6A03EF3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FC03949E-CFA9-7434-9BA3-BEC2B6A03E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4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5D23867B-C126-E76E-1C67-513398240C3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5D23867B-C126-E76E-1C67-513398240C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03C48ED3-9153-56F6-007D-FCBDA8841A97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03C48ED3-9153-56F6-007D-FCBDA8841A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1C0B1671-2CC8-7A3D-924D-D57199362284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1C0B1671-2CC8-7A3D-924D-D571993622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77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D33E8790-31B7-B23D-62B6-6DD245829A6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D33E8790-31B7-B23D-62B6-6DD245829A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D7A2FEC9-EA32-9017-592A-58A3FA999804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D7A2FEC9-EA32-9017-592A-58A3FA9998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26EF8796-3891-67A3-5C9E-C91DAC887D0A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26EF8796-3891-67A3-5C9E-C91DAC887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189DCFE3-8B5E-8C68-5E75-E41BE7882A00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189DCFE3-8B5E-8C68-5E75-E41BE7882A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F15A2793-C5EE-93E2-0326-912741642143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F15A2793-C5EE-93E2-0326-9127416421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08C188D6-EBA1-EB1C-CF2D-5985FC895E8E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08C188D6-EBA1-EB1C-CF2D-5985FC895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1C2A94E-BD99-B3E5-1C4B-2A78119544E8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11C2A94E-BD99-B3E5-1C4B-2A78119544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7DE66C16-87CB-93C3-9A90-BE14768313E3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7DE66C16-87CB-93C3-9A90-BE14768313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4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C395CE1B-8F96-DA26-158F-72FA0508F860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C395CE1B-8F96-DA26-158F-72FA0508F8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76641EE9-C968-16E9-6954-412416B1FAF6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76641EE9-C968-16E9-6954-412416B1FA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9B342CCA-154D-BA91-FA18-8B12A94E070B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9B342CCA-154D-BA91-FA18-8B12A94E07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70140837-2C9C-C6F3-EDB3-F9795B7C0093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70140837-2C9C-C6F3-EDB3-F9795B7C0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131B5D3-23D0-32C2-BEDB-0A8118EEC9C8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6131B5D3-23D0-32C2-BEDB-0A8118EEC9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6EA69BB2-097D-C054-0D81-26330B019D6D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6EA69BB2-097D-C054-0D81-26330B019D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57AE5783-8A0B-9772-0094-3C2BE51D13B3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57AE5783-8A0B-9772-0094-3C2BE51D1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DB28B2B9-E0E1-4AD5-2EA8-533D8D1A6F2C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DB28B2B9-E0E1-4AD5-2EA8-533D8D1A6F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8306EEE6-442B-389B-19AC-21C73324AE65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8306EEE6-442B-389B-19AC-21C73324AE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355A5C69-257D-F9E5-F531-ABD57FC79AEE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355A5C69-257D-F9E5-F531-ABD57FC79A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9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75B8BAE9-C0C5-1CFD-B5B3-916CA2935025}"/>
              </a:ext>
            </a:extLst>
          </p:cNvPr>
          <p:cNvGrpSpPr/>
          <p:nvPr/>
        </p:nvGrpSpPr>
        <p:grpSpPr>
          <a:xfrm>
            <a:off x="5189148" y="1838034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1301B421-D194-48C1-2B61-5D08EAAB9E1B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1301B421-D194-48C1-2B61-5D08EAAB9E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3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D5A0C7DA-2E53-2AFB-CA8B-662184AA2D3D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D5A0C7DA-2E53-2AFB-CA8B-662184AA2D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AD8582FC-6AFD-AEE2-BDBE-FA341F4D7183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AD8582FC-6AFD-AEE2-BDBE-FA341F4D71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95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27250585-7D46-1486-F0FC-FD0801D2D297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27250585-7D46-1486-F0FC-FD0801D2D2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0BF3CD0F-F346-9984-8EEB-89FCD43DE707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0BF3CD0F-F346-9984-8EEB-89FCD43DE7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D815F13D-841F-B7F7-0EF4-6C7254A054A8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D815F13D-841F-B7F7-0EF4-6C7254A054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9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59BA826E-28BC-5D0B-A727-D0C95C9810E0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59BA826E-28BC-5D0B-A727-D0C95C9810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98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640DEEF7-C49D-A96D-6B15-39348D58F0EA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640DEEF7-C49D-A96D-6B15-39348D58F0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317EA52C-2558-60BE-7441-AC74DAAD299A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317EA52C-2558-60BE-7441-AC74DAAD29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00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CA306F3C-C97D-EF45-948E-A3AE2925D3D4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CA306F3C-C97D-EF45-948E-A3AE2925D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DB40ECD9-4A73-96E0-9614-3376A005C68D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DB40ECD9-4A73-96E0-9614-3376A005C6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D02A733D-3A85-B845-22DD-BDC74D5A2B8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D02A733D-3A85-B845-22DD-BDC74D5A2B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03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5DAAB36C-7501-4AB8-1830-009565ECBDCC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5DAAB36C-7501-4AB8-1830-009565ECBD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2DD8927A-AD02-EE9B-4B67-A4529337CD6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2DD8927A-AD02-EE9B-4B67-A4529337CD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6AE767BF-C813-AB24-8DDE-4C0937F1CE43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6AE767BF-C813-AB24-8DDE-4C0937F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888CEDA8-4963-BF73-341C-E0D30A7D8759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888CEDA8-4963-BF73-341C-E0D30A7D87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292436B-EAEE-0913-084F-6BEDEAA16D2F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E292436B-EAEE-0913-084F-6BEDEAA16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16422AA-88EB-2722-ADE6-9BD8DBA97875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D16422AA-88EB-2722-ADE6-9BD8DBA978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45016DD-7F43-8C7D-44F0-D87A1574E1D2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845016DD-7F43-8C7D-44F0-D87A1574E1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AFC21FCC-354D-49C3-EF04-C6A7D9E0DD3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AFC21FCC-354D-49C3-EF04-C6A7D9E0D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9CF29E1-F7A0-4AA5-CDE0-6ECF452C6ABE}"/>
                    </a:ext>
                  </a:extLst>
                </p:cNvPr>
                <p:cNvSpPr txBox="1"/>
                <p:nvPr/>
              </p:nvSpPr>
              <p:spPr>
                <a:xfrm>
                  <a:off x="3626636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39CF29E1-F7A0-4AA5-CDE0-6ECF452C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6636" y="13834811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2C86FC2A-3555-7665-EEA0-4ECBD64E40BD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2C86FC2A-3555-7665-EEA0-4ECBD64E40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F5A297E3-C8E4-4D88-69CB-58A07B9051FF}"/>
              </a:ext>
            </a:extLst>
          </p:cNvPr>
          <p:cNvGrpSpPr/>
          <p:nvPr/>
        </p:nvGrpSpPr>
        <p:grpSpPr>
          <a:xfrm>
            <a:off x="5205755" y="22020719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B839D838-9386-C798-5431-4E8161474BF4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7" name="TextBox 556">
                  <a:extLst>
                    <a:ext uri="{FF2B5EF4-FFF2-40B4-BE49-F238E27FC236}">
                      <a16:creationId xmlns:a16="http://schemas.microsoft.com/office/drawing/2014/main" id="{B839D838-9386-C798-5431-4E8161474B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112"/>
                  <a:stretch>
                    <a:fillRect r="-2381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8CABA1B7-17F1-9D41-8CB0-75ABF58A3148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8" name="TextBox 557">
                  <a:extLst>
                    <a:ext uri="{FF2B5EF4-FFF2-40B4-BE49-F238E27FC236}">
                      <a16:creationId xmlns:a16="http://schemas.microsoft.com/office/drawing/2014/main" id="{8CABA1B7-17F1-9D41-8CB0-75ABF58A31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13"/>
                  <a:stretch>
                    <a:fillRect r="-2326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AD6BF1A5-271D-14C5-5B29-835548AE0262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9" name="TextBox 558">
                  <a:extLst>
                    <a:ext uri="{FF2B5EF4-FFF2-40B4-BE49-F238E27FC236}">
                      <a16:creationId xmlns:a16="http://schemas.microsoft.com/office/drawing/2014/main" id="{AD6BF1A5-271D-14C5-5B29-835548AE02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4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81FCDD7B-CD7C-E595-9DC6-EA7B4A03A576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0" name="TextBox 559">
                  <a:extLst>
                    <a:ext uri="{FF2B5EF4-FFF2-40B4-BE49-F238E27FC236}">
                      <a16:creationId xmlns:a16="http://schemas.microsoft.com/office/drawing/2014/main" id="{81FCDD7B-CD7C-E595-9DC6-EA7B4A03A5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1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64EECE6F-9757-BA7A-BF83-46A75AAB4042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1" name="TextBox 560">
                  <a:extLst>
                    <a:ext uri="{FF2B5EF4-FFF2-40B4-BE49-F238E27FC236}">
                      <a16:creationId xmlns:a16="http://schemas.microsoft.com/office/drawing/2014/main" id="{64EECE6F-9757-BA7A-BF83-46A75AAB40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16"/>
                  <a:stretch>
                    <a:fillRect r="-1613" b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D8A1CDAC-1596-3075-8F2A-65739BF0DDBC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2" name="TextBox 561">
                  <a:extLst>
                    <a:ext uri="{FF2B5EF4-FFF2-40B4-BE49-F238E27FC236}">
                      <a16:creationId xmlns:a16="http://schemas.microsoft.com/office/drawing/2014/main" id="{D8A1CDAC-1596-3075-8F2A-65739BF0DD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1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000C7A7A-8EDD-4188-CBE9-D3116A335971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3" name="TextBox 562">
                  <a:extLst>
                    <a:ext uri="{FF2B5EF4-FFF2-40B4-BE49-F238E27FC236}">
                      <a16:creationId xmlns:a16="http://schemas.microsoft.com/office/drawing/2014/main" id="{000C7A7A-8EDD-4188-CBE9-D3116A3359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18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BFCFDA3C-0022-E166-4A79-C0A952D9D39F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4" name="TextBox 563">
                  <a:extLst>
                    <a:ext uri="{FF2B5EF4-FFF2-40B4-BE49-F238E27FC236}">
                      <a16:creationId xmlns:a16="http://schemas.microsoft.com/office/drawing/2014/main" id="{BFCFDA3C-0022-E166-4A79-C0A952D9D3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19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9FBBBA8C-341C-BB17-85D4-77C425CA18D5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5" name="TextBox 564">
                  <a:extLst>
                    <a:ext uri="{FF2B5EF4-FFF2-40B4-BE49-F238E27FC236}">
                      <a16:creationId xmlns:a16="http://schemas.microsoft.com/office/drawing/2014/main" id="{9FBBBA8C-341C-BB17-85D4-77C425CA18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15"/>
                  <a:stretch>
                    <a:fillRect t="-606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33AEA69A-E851-D928-98A5-E7DFB73D91F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6" name="TextBox 565">
                  <a:extLst>
                    <a:ext uri="{FF2B5EF4-FFF2-40B4-BE49-F238E27FC236}">
                      <a16:creationId xmlns:a16="http://schemas.microsoft.com/office/drawing/2014/main" id="{33AEA69A-E851-D928-98A5-E7DFB73D9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20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16721057-2F0A-E875-3661-D4035AA75C3A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7" name="TextBox 566">
                  <a:extLst>
                    <a:ext uri="{FF2B5EF4-FFF2-40B4-BE49-F238E27FC236}">
                      <a16:creationId xmlns:a16="http://schemas.microsoft.com/office/drawing/2014/main" id="{16721057-2F0A-E875-3661-D4035AA7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21"/>
                  <a:stretch>
                    <a:fillRect l="-28125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7382071F-B64A-888F-4D5F-CA5A0F7C0102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8" name="TextBox 567">
                  <a:extLst>
                    <a:ext uri="{FF2B5EF4-FFF2-40B4-BE49-F238E27FC236}">
                      <a16:creationId xmlns:a16="http://schemas.microsoft.com/office/drawing/2014/main" id="{7382071F-B64A-888F-4D5F-CA5A0F7C01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22"/>
                  <a:stretch>
                    <a:fillRect l="-28125" r="-9375" b="-205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0A608489-F6BA-F013-FF26-04EB426C7FEC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69" name="TextBox 568">
                  <a:extLst>
                    <a:ext uri="{FF2B5EF4-FFF2-40B4-BE49-F238E27FC236}">
                      <a16:creationId xmlns:a16="http://schemas.microsoft.com/office/drawing/2014/main" id="{0A608489-F6BA-F013-FF26-04EB426C7F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12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116D6112-0CC4-D589-D768-6EDA7084A71D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0" name="TextBox 569">
                  <a:extLst>
                    <a:ext uri="{FF2B5EF4-FFF2-40B4-BE49-F238E27FC236}">
                      <a16:creationId xmlns:a16="http://schemas.microsoft.com/office/drawing/2014/main" id="{116D6112-0CC4-D589-D768-6EDA7084A7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124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EC132636-ECBA-1C53-0AFF-6EF278302EAA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1" name="TextBox 570">
                  <a:extLst>
                    <a:ext uri="{FF2B5EF4-FFF2-40B4-BE49-F238E27FC236}">
                      <a16:creationId xmlns:a16="http://schemas.microsoft.com/office/drawing/2014/main" id="{EC132636-ECBA-1C53-0AFF-6EF278302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12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E2BFF86C-14EC-037C-0E56-1A8183632B10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2" name="TextBox 571">
                  <a:extLst>
                    <a:ext uri="{FF2B5EF4-FFF2-40B4-BE49-F238E27FC236}">
                      <a16:creationId xmlns:a16="http://schemas.microsoft.com/office/drawing/2014/main" id="{E2BFF86C-14EC-037C-0E56-1A8183632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126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EAC19BC-E6E9-F8C5-B563-A23B8FB40E76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3" name="TextBox 572">
                  <a:extLst>
                    <a:ext uri="{FF2B5EF4-FFF2-40B4-BE49-F238E27FC236}">
                      <a16:creationId xmlns:a16="http://schemas.microsoft.com/office/drawing/2014/main" id="{7EAC19BC-E6E9-F8C5-B563-A23B8FB40E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127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3D93EFB0-6C36-EAD9-E8B0-BAF7B49AB636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4" name="TextBox 573">
                  <a:extLst>
                    <a:ext uri="{FF2B5EF4-FFF2-40B4-BE49-F238E27FC236}">
                      <a16:creationId xmlns:a16="http://schemas.microsoft.com/office/drawing/2014/main" id="{3D93EFB0-6C36-EAD9-E8B0-BAF7B49AB6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128"/>
                  <a:stretch>
                    <a:fillRect r="-1587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DCBDF18F-5462-A890-7594-42C69347A0F1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5" name="TextBox 574">
                  <a:extLst>
                    <a:ext uri="{FF2B5EF4-FFF2-40B4-BE49-F238E27FC236}">
                      <a16:creationId xmlns:a16="http://schemas.microsoft.com/office/drawing/2014/main" id="{DCBDF18F-5462-A890-7594-42C69347A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129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C2D0C32C-9EA8-50B7-B689-C9F4C5606C8F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6" name="TextBox 575">
                  <a:extLst>
                    <a:ext uri="{FF2B5EF4-FFF2-40B4-BE49-F238E27FC236}">
                      <a16:creationId xmlns:a16="http://schemas.microsoft.com/office/drawing/2014/main" id="{C2D0C32C-9EA8-50B7-B689-C9F4C5606C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130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CF9C45-7008-089E-4F1D-21B63A17DF51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7" name="TextBox 576">
                  <a:extLst>
                    <a:ext uri="{FF2B5EF4-FFF2-40B4-BE49-F238E27FC236}">
                      <a16:creationId xmlns:a16="http://schemas.microsoft.com/office/drawing/2014/main" id="{9ECF9C45-7008-089E-4F1D-21B63A17D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31"/>
                  <a:stretch>
                    <a:fillRect t="-9091" r="-17949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D07137E1-6456-F476-D7DF-341E100F9071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78" name="TextBox 577">
                  <a:extLst>
                    <a:ext uri="{FF2B5EF4-FFF2-40B4-BE49-F238E27FC236}">
                      <a16:creationId xmlns:a16="http://schemas.microsoft.com/office/drawing/2014/main" id="{D07137E1-6456-F476-D7DF-341E100F9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115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96B48255-9651-5811-EA42-6D2E1BB266B7}"/>
              </a:ext>
            </a:extLst>
          </p:cNvPr>
          <p:cNvSpPr txBox="1"/>
          <p:nvPr/>
        </p:nvSpPr>
        <p:spPr>
          <a:xfrm>
            <a:off x="7659398" y="10742622"/>
            <a:ext cx="31384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Northern communication</a:t>
            </a:r>
          </a:p>
        </p:txBody>
      </p:sp>
    </p:spTree>
    <p:extLst>
      <p:ext uri="{BB962C8B-B14F-4D97-AF65-F5344CB8AC3E}">
        <p14:creationId xmlns:p14="http://schemas.microsoft.com/office/powerpoint/2010/main" val="13505077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B908C-13D2-C8EB-A65E-C2248391A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292">
            <a:extLst>
              <a:ext uri="{FF2B5EF4-FFF2-40B4-BE49-F238E27FC236}">
                <a16:creationId xmlns:a16="http://schemas.microsoft.com/office/drawing/2014/main" id="{73BCD484-D23F-6E68-910F-5AC80F4D737C}"/>
              </a:ext>
            </a:extLst>
          </p:cNvPr>
          <p:cNvSpPr/>
          <p:nvPr/>
        </p:nvSpPr>
        <p:spPr>
          <a:xfrm>
            <a:off x="8895915" y="14717355"/>
            <a:ext cx="3649037" cy="36490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47D1B86-8014-15EC-228D-06A2F8590F12}"/>
                  </a:ext>
                </a:extLst>
              </p:cNvPr>
              <p:cNvSpPr txBox="1"/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F47D1B86-8014-15EC-228D-06A2F8590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3538" y="16280886"/>
                <a:ext cx="1256819" cy="5661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624469E5-BAC4-3D76-190D-0AEC78DFC653}"/>
              </a:ext>
            </a:extLst>
          </p:cNvPr>
          <p:cNvSpPr/>
          <p:nvPr/>
        </p:nvSpPr>
        <p:spPr>
          <a:xfrm rot="5400000">
            <a:off x="5206078" y="14731270"/>
            <a:ext cx="3649037" cy="3649037"/>
          </a:xfrm>
          <a:prstGeom prst="rect">
            <a:avLst/>
          </a:prstGeom>
          <a:pattFill prst="pct40">
            <a:fgClr>
              <a:schemeClr val="accent1">
                <a:lumMod val="20000"/>
                <a:lumOff val="8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40E2A4-7FFA-AC92-36D7-BEED1BFF8714}"/>
              </a:ext>
            </a:extLst>
          </p:cNvPr>
          <p:cNvSpPr/>
          <p:nvPr/>
        </p:nvSpPr>
        <p:spPr>
          <a:xfrm rot="5400000">
            <a:off x="5206077" y="14731270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E8450B0-1945-B45C-679A-5F7EC4AD3280}"/>
              </a:ext>
            </a:extLst>
          </p:cNvPr>
          <p:cNvGrpSpPr/>
          <p:nvPr/>
        </p:nvGrpSpPr>
        <p:grpSpPr>
          <a:xfrm rot="5400000">
            <a:off x="5555796" y="15075371"/>
            <a:ext cx="3027141" cy="2995860"/>
            <a:chOff x="1386039" y="1479887"/>
            <a:chExt cx="3027141" cy="299586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DB55AA3-3319-4BEC-E494-9E7E87AB8910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2692295-D0FE-F639-F210-DB0B5E6A8601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9765383-2469-8681-D135-E01FC824B651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156FFEB-BED2-73C2-E8E8-8ACD5E266A5F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6E9936B-71BE-39F7-5FA1-5DFC307C5257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21B5859-849E-456D-9774-493D7F72AAE0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C4A277C-6BD4-A9DB-F221-2949F446B43B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45CF516-269E-4AD4-3AA8-2899BE08D6BE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8BD8EBF4-D682-F37B-59C7-3699EB6641BC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AC41467-7703-4B06-DD36-F4439C03FD96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0751F77-FF6B-8D50-C89B-4769C603EAA3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8CC7B2C3-F5FF-CADB-360A-EBB6B5604236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9E18AFDA-1C48-4B8C-E215-D430774420C5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FEB7A69A-3012-1529-8ACA-18DBBF1F80AE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2A5713B-7A69-1DFD-71DB-0C5DB96BC38C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21A9B554-CE0A-0F2F-312D-F6C776BD40AF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41CA08D2-8B91-B278-8DAD-43C1FF666C48}"/>
                  </a:ext>
                </a:extLst>
              </p:cNvPr>
              <p:cNvSpPr txBox="1"/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41CA08D2-8B91-B278-8DAD-43C1FF666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4683" y="12704403"/>
                <a:ext cx="1215269" cy="5661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9D0D3ADB-677C-8D6B-89A3-7A3DA59FD3FA}"/>
                  </a:ext>
                </a:extLst>
              </p:cNvPr>
              <p:cNvSpPr txBox="1"/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MPI=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.1.∗∗.1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9D0D3ADB-677C-8D6B-89A3-7A3DA59FD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822" y="12328718"/>
                <a:ext cx="2407647" cy="566181"/>
              </a:xfrm>
              <a:prstGeom prst="rect">
                <a:avLst/>
              </a:prstGeom>
              <a:blipFill>
                <a:blip r:embed="rId5"/>
                <a:stretch>
                  <a:fillRect l="-2094" t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8C702D8D-61EE-BA58-988B-12117A623CEE}"/>
                  </a:ext>
                </a:extLst>
              </p:cNvPr>
              <p:cNvSpPr txBox="1"/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Lattice=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.∗.10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8C702D8D-61EE-BA58-988B-12117A623C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7201" y="11928308"/>
                <a:ext cx="3032818" cy="566181"/>
              </a:xfrm>
              <a:prstGeom prst="rect">
                <a:avLst/>
              </a:prstGeom>
              <a:blipFill>
                <a:blip r:embed="rId6"/>
                <a:stretch>
                  <a:fillRect l="-1667" t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0" name="Oval 259">
            <a:extLst>
              <a:ext uri="{FF2B5EF4-FFF2-40B4-BE49-F238E27FC236}">
                <a16:creationId xmlns:a16="http://schemas.microsoft.com/office/drawing/2014/main" id="{00EEAF3E-C64E-2B67-B26D-1362A7DDE8A3}"/>
              </a:ext>
            </a:extLst>
          </p:cNvPr>
          <p:cNvSpPr/>
          <p:nvPr/>
        </p:nvSpPr>
        <p:spPr>
          <a:xfrm>
            <a:off x="9228643" y="14181793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C0B50E9D-E414-0172-9419-B763DDCEE81E}"/>
              </a:ext>
            </a:extLst>
          </p:cNvPr>
          <p:cNvSpPr txBox="1"/>
          <p:nvPr/>
        </p:nvSpPr>
        <p:spPr>
          <a:xfrm>
            <a:off x="8775550" y="13972822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983E2327-B376-64D2-C652-189A8177B663}"/>
                  </a:ext>
                </a:extLst>
              </p:cNvPr>
              <p:cNvSpPr txBox="1"/>
              <p:nvPr/>
            </p:nvSpPr>
            <p:spPr>
              <a:xfrm>
                <a:off x="6438831" y="16294801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983E2327-B376-64D2-C652-189A8177B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8831" y="16294801"/>
                <a:ext cx="1945341" cy="56618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2" name="Rectangle 291">
            <a:extLst>
              <a:ext uri="{FF2B5EF4-FFF2-40B4-BE49-F238E27FC236}">
                <a16:creationId xmlns:a16="http://schemas.microsoft.com/office/drawing/2014/main" id="{ABA77E5D-9DD6-C6D2-CDB4-A24C9A8639AE}"/>
              </a:ext>
            </a:extLst>
          </p:cNvPr>
          <p:cNvSpPr/>
          <p:nvPr/>
        </p:nvSpPr>
        <p:spPr>
          <a:xfrm>
            <a:off x="8892151" y="18392224"/>
            <a:ext cx="3652800" cy="3652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E92D5E89-C3A1-F1FA-40EF-E421BFC2CCC5}"/>
              </a:ext>
            </a:extLst>
          </p:cNvPr>
          <p:cNvSpPr/>
          <p:nvPr/>
        </p:nvSpPr>
        <p:spPr>
          <a:xfrm>
            <a:off x="8895914" y="1471735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75C6F1BA-5792-35F3-1825-A47549A8D5B5}"/>
              </a:ext>
            </a:extLst>
          </p:cNvPr>
          <p:cNvGrpSpPr/>
          <p:nvPr/>
        </p:nvGrpSpPr>
        <p:grpSpPr>
          <a:xfrm>
            <a:off x="9245633" y="15061456"/>
            <a:ext cx="3027141" cy="2995860"/>
            <a:chOff x="1386039" y="1479887"/>
            <a:chExt cx="3027141" cy="2995860"/>
          </a:xfrm>
        </p:grpSpPr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5CE88638-7EEA-1D81-B849-05430BBBDFC7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Oval 296">
              <a:extLst>
                <a:ext uri="{FF2B5EF4-FFF2-40B4-BE49-F238E27FC236}">
                  <a16:creationId xmlns:a16="http://schemas.microsoft.com/office/drawing/2014/main" id="{F5AF03E9-0AB9-7628-10A5-371BCC94A123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Oval 297">
              <a:extLst>
                <a:ext uri="{FF2B5EF4-FFF2-40B4-BE49-F238E27FC236}">
                  <a16:creationId xmlns:a16="http://schemas.microsoft.com/office/drawing/2014/main" id="{2352E6B6-D7BD-4D43-47A6-DE2D72FB1BCD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Oval 298">
              <a:extLst>
                <a:ext uri="{FF2B5EF4-FFF2-40B4-BE49-F238E27FC236}">
                  <a16:creationId xmlns:a16="http://schemas.microsoft.com/office/drawing/2014/main" id="{9FDDF42E-2061-05E7-9DBE-0D02EE1902E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Oval 299">
              <a:extLst>
                <a:ext uri="{FF2B5EF4-FFF2-40B4-BE49-F238E27FC236}">
                  <a16:creationId xmlns:a16="http://schemas.microsoft.com/office/drawing/2014/main" id="{A05B0C00-E0A2-FDD6-470A-86CBA02F874D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Oval 300">
              <a:extLst>
                <a:ext uri="{FF2B5EF4-FFF2-40B4-BE49-F238E27FC236}">
                  <a16:creationId xmlns:a16="http://schemas.microsoft.com/office/drawing/2014/main" id="{2829B51D-1BC1-01DF-204B-C823BFFCB6FD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8E998146-D964-EC8B-E81D-7FA0264348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F92F8682-FBE0-AF0C-2613-76D8D96F3099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5B59FE55-C75A-0463-D46C-633CCCDD531D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F4CACBB0-996F-50C3-274E-5F76896227BB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89D7458C-D58B-ACED-093C-A0069878D46D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674CF404-4318-912B-C6C4-5BDE0037499C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43338C40-D409-6F1F-F6DD-BCEEAC93A5A8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88C3E95E-8732-578B-D845-9C16AB58ADA7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E9C4E8ED-D1D5-B325-CCDD-122E302B3FAB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D08D2D7F-E961-9848-A819-C1428D5988DA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2" name="Rectangle 311">
            <a:extLst>
              <a:ext uri="{FF2B5EF4-FFF2-40B4-BE49-F238E27FC236}">
                <a16:creationId xmlns:a16="http://schemas.microsoft.com/office/drawing/2014/main" id="{CF41BFCF-0EE9-58D8-6A9F-FAA209219F4B}"/>
              </a:ext>
            </a:extLst>
          </p:cNvPr>
          <p:cNvSpPr/>
          <p:nvPr/>
        </p:nvSpPr>
        <p:spPr>
          <a:xfrm>
            <a:off x="8894653" y="18372745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DF747388-8F9C-48F1-048F-CC3E956E9B2D}"/>
              </a:ext>
            </a:extLst>
          </p:cNvPr>
          <p:cNvGrpSpPr/>
          <p:nvPr/>
        </p:nvGrpSpPr>
        <p:grpSpPr>
          <a:xfrm>
            <a:off x="9244372" y="18716846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8AB465CA-D9CA-BFD7-9439-B93593236323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04A3A946-A47F-879D-8887-F59611BBCDC5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A6AB4909-BDEE-FE44-799E-8795EA4B3775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7B3DD104-F1B7-0D90-5584-679F60CB3066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449E3021-0ED0-19B3-45A8-3A4D14A01844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B896CACE-DA92-EDEC-29AD-D66FB15AE3FD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0" name="Oval 319">
              <a:extLst>
                <a:ext uri="{FF2B5EF4-FFF2-40B4-BE49-F238E27FC236}">
                  <a16:creationId xmlns:a16="http://schemas.microsoft.com/office/drawing/2014/main" id="{55A4EB81-87A2-CE45-BA8E-53235183B7A2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Oval 320">
              <a:extLst>
                <a:ext uri="{FF2B5EF4-FFF2-40B4-BE49-F238E27FC236}">
                  <a16:creationId xmlns:a16="http://schemas.microsoft.com/office/drawing/2014/main" id="{CA8FA89E-9DF8-8C3E-ADE0-5375C88A8A06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Oval 321">
              <a:extLst>
                <a:ext uri="{FF2B5EF4-FFF2-40B4-BE49-F238E27FC236}">
                  <a16:creationId xmlns:a16="http://schemas.microsoft.com/office/drawing/2014/main" id="{941CF29E-EA43-0C26-0827-3E2A1C391264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Oval 322">
              <a:extLst>
                <a:ext uri="{FF2B5EF4-FFF2-40B4-BE49-F238E27FC236}">
                  <a16:creationId xmlns:a16="http://schemas.microsoft.com/office/drawing/2014/main" id="{3FF494B8-6F4B-B733-5908-E2BA49ED86C3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Oval 323">
              <a:extLst>
                <a:ext uri="{FF2B5EF4-FFF2-40B4-BE49-F238E27FC236}">
                  <a16:creationId xmlns:a16="http://schemas.microsoft.com/office/drawing/2014/main" id="{116F68AC-38D9-496B-2A41-CFDCD1C1D60C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Oval 324">
              <a:extLst>
                <a:ext uri="{FF2B5EF4-FFF2-40B4-BE49-F238E27FC236}">
                  <a16:creationId xmlns:a16="http://schemas.microsoft.com/office/drawing/2014/main" id="{483CBDE6-B995-2B10-3CEF-37B5F4CBA114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Oval 325">
              <a:extLst>
                <a:ext uri="{FF2B5EF4-FFF2-40B4-BE49-F238E27FC236}">
                  <a16:creationId xmlns:a16="http://schemas.microsoft.com/office/drawing/2014/main" id="{C0D86007-0651-3986-141A-85CDD8DA9F9D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Oval 326">
              <a:extLst>
                <a:ext uri="{FF2B5EF4-FFF2-40B4-BE49-F238E27FC236}">
                  <a16:creationId xmlns:a16="http://schemas.microsoft.com/office/drawing/2014/main" id="{FA58765C-1A96-35B4-4CC0-D31AE2A54EA2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Oval 327">
              <a:extLst>
                <a:ext uri="{FF2B5EF4-FFF2-40B4-BE49-F238E27FC236}">
                  <a16:creationId xmlns:a16="http://schemas.microsoft.com/office/drawing/2014/main" id="{8C79D084-6DAE-A8E0-F1C2-C1A9209D1AB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Oval 328">
              <a:extLst>
                <a:ext uri="{FF2B5EF4-FFF2-40B4-BE49-F238E27FC236}">
                  <a16:creationId xmlns:a16="http://schemas.microsoft.com/office/drawing/2014/main" id="{4E033CDD-A0C6-6B5C-4390-E00E099798C7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617F028A-2A53-54E2-0A0C-998302D3F2A1}"/>
                  </a:ext>
                </a:extLst>
              </p:cNvPr>
              <p:cNvSpPr txBox="1"/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0" name="TextBox 329">
                <a:extLst>
                  <a:ext uri="{FF2B5EF4-FFF2-40B4-BE49-F238E27FC236}">
                    <a16:creationId xmlns:a16="http://schemas.microsoft.com/office/drawing/2014/main" id="{617F028A-2A53-54E2-0A0C-998302D3F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4285" y="19914793"/>
                <a:ext cx="1945341" cy="5661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4" name="Group 353">
            <a:extLst>
              <a:ext uri="{FF2B5EF4-FFF2-40B4-BE49-F238E27FC236}">
                <a16:creationId xmlns:a16="http://schemas.microsoft.com/office/drawing/2014/main" id="{97C191C4-B3F0-0DD2-0211-FD47B0D3AFD2}"/>
              </a:ext>
            </a:extLst>
          </p:cNvPr>
          <p:cNvGrpSpPr/>
          <p:nvPr/>
        </p:nvGrpSpPr>
        <p:grpSpPr>
          <a:xfrm>
            <a:off x="8920345" y="14725055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488FFB1-D4A6-23AC-83FD-FDD38E086902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5" name="TextBox 354">
                  <a:extLst>
                    <a:ext uri="{FF2B5EF4-FFF2-40B4-BE49-F238E27FC236}">
                      <a16:creationId xmlns:a16="http://schemas.microsoft.com/office/drawing/2014/main" id="{3488FFB1-D4A6-23AC-83FD-FDD38E0869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A13FD298-49DF-B14F-4831-709C96489DFF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6" name="TextBox 355">
                  <a:extLst>
                    <a:ext uri="{FF2B5EF4-FFF2-40B4-BE49-F238E27FC236}">
                      <a16:creationId xmlns:a16="http://schemas.microsoft.com/office/drawing/2014/main" id="{A13FD298-49DF-B14F-4831-709C96489D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1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0A7546AC-204F-DEFC-59DB-BDAB99865A49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7" name="TextBox 356">
                  <a:extLst>
                    <a:ext uri="{FF2B5EF4-FFF2-40B4-BE49-F238E27FC236}">
                      <a16:creationId xmlns:a16="http://schemas.microsoft.com/office/drawing/2014/main" id="{0A7546AC-204F-DEFC-59DB-BDAB99865A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1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F4771608-6EEE-AC61-957D-B1F02CCE9751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F4771608-6EEE-AC61-957D-B1F02CCE97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5CF7C8D3-08A0-8C57-F14D-4DAE3952EB5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59" name="TextBox 358">
                  <a:extLst>
                    <a:ext uri="{FF2B5EF4-FFF2-40B4-BE49-F238E27FC236}">
                      <a16:creationId xmlns:a16="http://schemas.microsoft.com/office/drawing/2014/main" id="{5CF7C8D3-08A0-8C57-F14D-4DAE3952E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1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D3E5E1EC-57E5-F72F-2B35-7C545E8A22FF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0" name="TextBox 359">
                  <a:extLst>
                    <a:ext uri="{FF2B5EF4-FFF2-40B4-BE49-F238E27FC236}">
                      <a16:creationId xmlns:a16="http://schemas.microsoft.com/office/drawing/2014/main" id="{D3E5E1EC-57E5-F72F-2B35-7C545E8A22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1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5C8C489D-8D1E-6A23-96D3-2843F7C5DCB7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1" name="TextBox 360">
                  <a:extLst>
                    <a:ext uri="{FF2B5EF4-FFF2-40B4-BE49-F238E27FC236}">
                      <a16:creationId xmlns:a16="http://schemas.microsoft.com/office/drawing/2014/main" id="{5C8C489D-8D1E-6A23-96D3-2843F7C5DC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1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1AB24638-B228-1066-0838-8F6373FBD521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1AB24638-B228-1066-0838-8F6373FBD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16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EF9625E0-9CC6-677C-5BFF-477606F1491C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3" name="TextBox 362">
                  <a:extLst>
                    <a:ext uri="{FF2B5EF4-FFF2-40B4-BE49-F238E27FC236}">
                      <a16:creationId xmlns:a16="http://schemas.microsoft.com/office/drawing/2014/main" id="{EF9625E0-9CC6-677C-5BFF-477606F14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70076162-22B7-E42B-1143-9F69C018B09D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4" name="TextBox 363">
                  <a:extLst>
                    <a:ext uri="{FF2B5EF4-FFF2-40B4-BE49-F238E27FC236}">
                      <a16:creationId xmlns:a16="http://schemas.microsoft.com/office/drawing/2014/main" id="{70076162-22B7-E42B-1143-9F69C018B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1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2F079247-9937-1C2B-D743-8074079915B5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2F079247-9937-1C2B-D743-807407991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18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B37E91E5-EC4D-54E5-D8A7-2259013A1AB9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6" name="TextBox 365">
                  <a:extLst>
                    <a:ext uri="{FF2B5EF4-FFF2-40B4-BE49-F238E27FC236}">
                      <a16:creationId xmlns:a16="http://schemas.microsoft.com/office/drawing/2014/main" id="{B37E91E5-EC4D-54E5-D8A7-2259013A1A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19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E0DA344-A0A6-92B2-D1A2-F3C85AAD951D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7" name="TextBox 366">
                  <a:extLst>
                    <a:ext uri="{FF2B5EF4-FFF2-40B4-BE49-F238E27FC236}">
                      <a16:creationId xmlns:a16="http://schemas.microsoft.com/office/drawing/2014/main" id="{CE0DA344-A0A6-92B2-D1A2-F3C85AAD95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2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1205D4CC-D351-7024-FBED-E3E1A19BF885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8" name="TextBox 367">
                  <a:extLst>
                    <a:ext uri="{FF2B5EF4-FFF2-40B4-BE49-F238E27FC236}">
                      <a16:creationId xmlns:a16="http://schemas.microsoft.com/office/drawing/2014/main" id="{1205D4CC-D351-7024-FBED-E3E1A19BF8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21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7A85D7D9-35CE-C782-A852-510EBE4F04B8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69" name="TextBox 368">
                  <a:extLst>
                    <a:ext uri="{FF2B5EF4-FFF2-40B4-BE49-F238E27FC236}">
                      <a16:creationId xmlns:a16="http://schemas.microsoft.com/office/drawing/2014/main" id="{7A85D7D9-35CE-C782-A852-510EBE4F04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2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D3AB6B4F-D2F2-BC62-7F2B-7A3D0B4D93B3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0" name="TextBox 369">
                  <a:extLst>
                    <a:ext uri="{FF2B5EF4-FFF2-40B4-BE49-F238E27FC236}">
                      <a16:creationId xmlns:a16="http://schemas.microsoft.com/office/drawing/2014/main" id="{D3AB6B4F-D2F2-BC62-7F2B-7A3D0B4D9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2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ECB9E212-706C-1293-24F4-49CA865B3040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1" name="TextBox 370">
                  <a:extLst>
                    <a:ext uri="{FF2B5EF4-FFF2-40B4-BE49-F238E27FC236}">
                      <a16:creationId xmlns:a16="http://schemas.microsoft.com/office/drawing/2014/main" id="{ECB9E212-706C-1293-24F4-49CA865B30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24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3735B178-739B-A748-1B85-E02F55C51A75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3735B178-739B-A748-1B85-E02F55C51A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2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F9F811C-EF40-16B3-5543-20997D0B47F0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3" name="TextBox 372">
                  <a:extLst>
                    <a:ext uri="{FF2B5EF4-FFF2-40B4-BE49-F238E27FC236}">
                      <a16:creationId xmlns:a16="http://schemas.microsoft.com/office/drawing/2014/main" id="{FF9F811C-EF40-16B3-5543-20997D0B47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26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23647CE-B737-9E5D-C486-F7C583FD12AD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4" name="TextBox 373">
                  <a:extLst>
                    <a:ext uri="{FF2B5EF4-FFF2-40B4-BE49-F238E27FC236}">
                      <a16:creationId xmlns:a16="http://schemas.microsoft.com/office/drawing/2014/main" id="{D23647CE-B737-9E5D-C486-F7C583FD12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27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D9F9341-B5EF-CCE3-DD69-18A2D0B72878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5" name="TextBox 374">
                  <a:extLst>
                    <a:ext uri="{FF2B5EF4-FFF2-40B4-BE49-F238E27FC236}">
                      <a16:creationId xmlns:a16="http://schemas.microsoft.com/office/drawing/2014/main" id="{AD9F9341-B5EF-CCE3-DD69-18A2D0B72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375" r="-21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AC848408-9D22-8E11-9E39-234F5EB2CD14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376" name="TextBox 375">
                  <a:extLst>
                    <a:ext uri="{FF2B5EF4-FFF2-40B4-BE49-F238E27FC236}">
                      <a16:creationId xmlns:a16="http://schemas.microsoft.com/office/drawing/2014/main" id="{AC848408-9D22-8E11-9E39-234F5EB2CD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2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8" name="Rectangle 377">
            <a:extLst>
              <a:ext uri="{FF2B5EF4-FFF2-40B4-BE49-F238E27FC236}">
                <a16:creationId xmlns:a16="http://schemas.microsoft.com/office/drawing/2014/main" id="{36A1373B-087A-3072-DFEA-8AFEB22A31FB}"/>
              </a:ext>
            </a:extLst>
          </p:cNvPr>
          <p:cNvSpPr/>
          <p:nvPr/>
        </p:nvSpPr>
        <p:spPr>
          <a:xfrm>
            <a:off x="12578548" y="14740151"/>
            <a:ext cx="3652800" cy="3652800"/>
          </a:xfrm>
          <a:prstGeom prst="rect">
            <a:avLst/>
          </a:prstGeom>
          <a:pattFill prst="wdUpDiag">
            <a:fgClr>
              <a:schemeClr val="accent2">
                <a:lumMod val="40000"/>
                <a:lumOff val="60000"/>
              </a:schemeClr>
            </a:fgClr>
            <a:bgClr>
              <a:schemeClr val="accent2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1EB819A4-8C67-4E63-2F89-BB35E9ED0F61}"/>
              </a:ext>
            </a:extLst>
          </p:cNvPr>
          <p:cNvSpPr/>
          <p:nvPr/>
        </p:nvSpPr>
        <p:spPr>
          <a:xfrm rot="16200000">
            <a:off x="9796098" y="11060431"/>
            <a:ext cx="3649037" cy="3649037"/>
          </a:xfrm>
          <a:prstGeom prst="rect">
            <a:avLst/>
          </a:prstGeom>
          <a:pattFill prst="wdUpDiag">
            <a:fgClr>
              <a:schemeClr val="accent1">
                <a:lumMod val="20000"/>
                <a:lumOff val="80000"/>
              </a:schemeClr>
            </a:fgClr>
            <a:bgClr>
              <a:schemeClr val="accent4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Rectangle 379">
            <a:extLst>
              <a:ext uri="{FF2B5EF4-FFF2-40B4-BE49-F238E27FC236}">
                <a16:creationId xmlns:a16="http://schemas.microsoft.com/office/drawing/2014/main" id="{2FA29E72-1F75-8E37-86C7-2741A618896D}"/>
              </a:ext>
            </a:extLst>
          </p:cNvPr>
          <p:cNvSpPr/>
          <p:nvPr/>
        </p:nvSpPr>
        <p:spPr>
          <a:xfrm rot="16200000">
            <a:off x="9796097" y="11052339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88F688BD-9AE7-00DF-FA04-296ECFA068BA}"/>
              </a:ext>
            </a:extLst>
          </p:cNvPr>
          <p:cNvGrpSpPr/>
          <p:nvPr/>
        </p:nvGrpSpPr>
        <p:grpSpPr>
          <a:xfrm rot="16200000">
            <a:off x="10145816" y="11396440"/>
            <a:ext cx="3027141" cy="2995860"/>
            <a:chOff x="1386039" y="1479887"/>
            <a:chExt cx="3027141" cy="2995860"/>
          </a:xfrm>
        </p:grpSpPr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0B5E81BA-E033-9C6E-2D30-0856F378B6C6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0070C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B52DFE23-94A9-CBB7-91F6-F5E66E02A23F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41583C92-0296-039A-FCC1-69E7485C2178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79ABE33B-78CA-8795-C459-A2C6D91475C9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FA7DA9BF-1AC8-14C4-FEAF-C410834EDB7E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D624C9E2-9A00-F90C-5F70-0F6039A5AF38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DD62970E-ADF1-1AD1-51CF-CF7825964CA9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9D34D322-8119-7C04-8060-DE03CA11863F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6927C301-95BF-A87F-2CA7-C7310EF92CC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9D02F5A9-9B8D-2431-9550-14FAFFB4E133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2035D9B0-C0EF-7A51-5DBD-C0671C537A8E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5FDA58BC-C0F9-F0A9-C9C6-DA3A2A455AA7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78A67274-9856-56A7-DBEC-AC98AD28804A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73EB98E4-8896-EFCE-7B68-0F536CBA1E4D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3B202E0F-40C4-08E1-2209-4D94F1FFC7A5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081678B9-8410-7B06-E6B6-14F10F291702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8" name="Rectangle 397">
            <a:extLst>
              <a:ext uri="{FF2B5EF4-FFF2-40B4-BE49-F238E27FC236}">
                <a16:creationId xmlns:a16="http://schemas.microsoft.com/office/drawing/2014/main" id="{32BB40E5-B27F-7CEB-A3D1-0CE8F922DAAC}"/>
              </a:ext>
            </a:extLst>
          </p:cNvPr>
          <p:cNvSpPr/>
          <p:nvPr/>
        </p:nvSpPr>
        <p:spPr>
          <a:xfrm>
            <a:off x="12581050" y="14720672"/>
            <a:ext cx="3667226" cy="3647975"/>
          </a:xfrm>
          <a:prstGeom prst="rect">
            <a:avLst/>
          </a:prstGeom>
          <a:noFill/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E607A675-9006-D53C-6C04-FB85A77EDEE5}"/>
              </a:ext>
            </a:extLst>
          </p:cNvPr>
          <p:cNvGrpSpPr/>
          <p:nvPr/>
        </p:nvGrpSpPr>
        <p:grpSpPr>
          <a:xfrm>
            <a:off x="12930769" y="15064773"/>
            <a:ext cx="3027141" cy="2995860"/>
            <a:chOff x="1386039" y="1479887"/>
            <a:chExt cx="3027141" cy="2995860"/>
          </a:xfrm>
          <a:solidFill>
            <a:schemeClr val="bg1"/>
          </a:solidFill>
        </p:grpSpPr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F4B5DAF8-C050-F205-91E4-2A089F662202}"/>
                </a:ext>
              </a:extLst>
            </p:cNvPr>
            <p:cNvSpPr/>
            <p:nvPr/>
          </p:nvSpPr>
          <p:spPr>
            <a:xfrm>
              <a:off x="1386039" y="4225490"/>
              <a:ext cx="250257" cy="250257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9B234803-1B31-F88A-07E9-DA31098CD6E1}"/>
                </a:ext>
              </a:extLst>
            </p:cNvPr>
            <p:cNvSpPr/>
            <p:nvPr/>
          </p:nvSpPr>
          <p:spPr>
            <a:xfrm>
              <a:off x="2319687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AAE41378-DBBF-FA73-18C0-A2418AFEC962}"/>
                </a:ext>
              </a:extLst>
            </p:cNvPr>
            <p:cNvSpPr/>
            <p:nvPr/>
          </p:nvSpPr>
          <p:spPr>
            <a:xfrm>
              <a:off x="3229275" y="4225490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86635228-D843-6DA0-0051-20C9E2CE4DED}"/>
                </a:ext>
              </a:extLst>
            </p:cNvPr>
            <p:cNvSpPr/>
            <p:nvPr/>
          </p:nvSpPr>
          <p:spPr>
            <a:xfrm>
              <a:off x="4162923" y="4220676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A4921D50-7952-029C-6A01-CF6E2186C143}"/>
                </a:ext>
              </a:extLst>
            </p:cNvPr>
            <p:cNvSpPr/>
            <p:nvPr/>
          </p:nvSpPr>
          <p:spPr>
            <a:xfrm>
              <a:off x="1386039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06990E27-A86B-F449-015F-E45E6815F5FE}"/>
                </a:ext>
              </a:extLst>
            </p:cNvPr>
            <p:cNvSpPr/>
            <p:nvPr/>
          </p:nvSpPr>
          <p:spPr>
            <a:xfrm>
              <a:off x="2319687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36B2E3FA-A7EA-EB6D-FE08-6ACD37AE2C11}"/>
                </a:ext>
              </a:extLst>
            </p:cNvPr>
            <p:cNvSpPr/>
            <p:nvPr/>
          </p:nvSpPr>
          <p:spPr>
            <a:xfrm>
              <a:off x="3229275" y="330387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E3A0628B-2CE8-B08E-E549-EC11DE3FD0E5}"/>
                </a:ext>
              </a:extLst>
            </p:cNvPr>
            <p:cNvSpPr/>
            <p:nvPr/>
          </p:nvSpPr>
          <p:spPr>
            <a:xfrm>
              <a:off x="4162923" y="329905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35E04019-1070-C8CA-1A6F-388008D1F7E5}"/>
                </a:ext>
              </a:extLst>
            </p:cNvPr>
            <p:cNvSpPr/>
            <p:nvPr/>
          </p:nvSpPr>
          <p:spPr>
            <a:xfrm>
              <a:off x="1386039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BC9A35A1-4DFD-37CC-19DF-30A8D07475DB}"/>
                </a:ext>
              </a:extLst>
            </p:cNvPr>
            <p:cNvSpPr/>
            <p:nvPr/>
          </p:nvSpPr>
          <p:spPr>
            <a:xfrm>
              <a:off x="2319687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12D0D70A-9B67-1848-55BE-F24A2B24C8C6}"/>
                </a:ext>
              </a:extLst>
            </p:cNvPr>
            <p:cNvSpPr/>
            <p:nvPr/>
          </p:nvSpPr>
          <p:spPr>
            <a:xfrm>
              <a:off x="3229275" y="239188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58330234-035C-F7E0-BEA4-8D0D19650C12}"/>
                </a:ext>
              </a:extLst>
            </p:cNvPr>
            <p:cNvSpPr/>
            <p:nvPr/>
          </p:nvSpPr>
          <p:spPr>
            <a:xfrm>
              <a:off x="4162923" y="238706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9075E64-920A-38C6-4E48-BF0F1EC2D2E9}"/>
                </a:ext>
              </a:extLst>
            </p:cNvPr>
            <p:cNvSpPr/>
            <p:nvPr/>
          </p:nvSpPr>
          <p:spPr>
            <a:xfrm>
              <a:off x="1386039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Oval 412">
              <a:extLst>
                <a:ext uri="{FF2B5EF4-FFF2-40B4-BE49-F238E27FC236}">
                  <a16:creationId xmlns:a16="http://schemas.microsoft.com/office/drawing/2014/main" id="{42269A56-71A2-A0B8-BB95-8A77B22013A8}"/>
                </a:ext>
              </a:extLst>
            </p:cNvPr>
            <p:cNvSpPr/>
            <p:nvPr/>
          </p:nvSpPr>
          <p:spPr>
            <a:xfrm>
              <a:off x="2319687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Oval 413">
              <a:extLst>
                <a:ext uri="{FF2B5EF4-FFF2-40B4-BE49-F238E27FC236}">
                  <a16:creationId xmlns:a16="http://schemas.microsoft.com/office/drawing/2014/main" id="{60C301EA-791D-A7BB-E7B1-51F758D84446}"/>
                </a:ext>
              </a:extLst>
            </p:cNvPr>
            <p:cNvSpPr/>
            <p:nvPr/>
          </p:nvSpPr>
          <p:spPr>
            <a:xfrm>
              <a:off x="3229275" y="1484701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Oval 414">
              <a:extLst>
                <a:ext uri="{FF2B5EF4-FFF2-40B4-BE49-F238E27FC236}">
                  <a16:creationId xmlns:a16="http://schemas.microsoft.com/office/drawing/2014/main" id="{DCC16370-9E2A-EEF6-9A84-D7398A1E7504}"/>
                </a:ext>
              </a:extLst>
            </p:cNvPr>
            <p:cNvSpPr/>
            <p:nvPr/>
          </p:nvSpPr>
          <p:spPr>
            <a:xfrm>
              <a:off x="4162923" y="1479887"/>
              <a:ext cx="250257" cy="250257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527F728D-7C59-439D-E648-07655F0C0ABF}"/>
                  </a:ext>
                </a:extLst>
              </p:cNvPr>
              <p:cNvSpPr txBox="1"/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6" name="TextBox 415">
                <a:extLst>
                  <a:ext uri="{FF2B5EF4-FFF2-40B4-BE49-F238E27FC236}">
                    <a16:creationId xmlns:a16="http://schemas.microsoft.com/office/drawing/2014/main" id="{527F728D-7C59-439D-E648-07655F0C0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080" y="16243799"/>
                <a:ext cx="1945341" cy="56618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B71DD0D7-1B06-7481-54F9-2113217E5A45}"/>
                  </a:ext>
                </a:extLst>
              </p:cNvPr>
              <p:cNvSpPr txBox="1"/>
              <p:nvPr/>
            </p:nvSpPr>
            <p:spPr>
              <a:xfrm>
                <a:off x="11028851" y="12623962"/>
                <a:ext cx="1945341" cy="5661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3" name="TextBox 462">
                <a:extLst>
                  <a:ext uri="{FF2B5EF4-FFF2-40B4-BE49-F238E27FC236}">
                    <a16:creationId xmlns:a16="http://schemas.microsoft.com/office/drawing/2014/main" id="{B71DD0D7-1B06-7481-54F9-2113217E5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8851" y="12623962"/>
                <a:ext cx="1945341" cy="56618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EBBFEF4F-2B12-F680-7985-6B3FE5C6933B}"/>
              </a:ext>
            </a:extLst>
          </p:cNvPr>
          <p:cNvGrpSpPr/>
          <p:nvPr/>
        </p:nvGrpSpPr>
        <p:grpSpPr>
          <a:xfrm rot="16200000">
            <a:off x="9973844" y="10835328"/>
            <a:ext cx="3199652" cy="3668711"/>
            <a:chOff x="2411563" y="12630828"/>
            <a:chExt cx="3199652" cy="36687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1F340A82-9DC7-C52B-ED7A-95D65198B25A}"/>
                    </a:ext>
                  </a:extLst>
                </p:cNvPr>
                <p:cNvSpPr txBox="1"/>
                <p:nvPr/>
              </p:nvSpPr>
              <p:spPr>
                <a:xfrm rot="5400000">
                  <a:off x="2367213" y="1579847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5" name="TextBox 464">
                  <a:extLst>
                    <a:ext uri="{FF2B5EF4-FFF2-40B4-BE49-F238E27FC236}">
                      <a16:creationId xmlns:a16="http://schemas.microsoft.com/office/drawing/2014/main" id="{1F340A82-9DC7-C52B-ED7A-95D65198B2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67213" y="15798479"/>
                  <a:ext cx="526170" cy="261610"/>
                </a:xfrm>
                <a:prstGeom prst="rect">
                  <a:avLst/>
                </a:prstGeom>
                <a:blipFill>
                  <a:blip r:embed="rId31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5F349B75-AB14-2E72-3F7E-525C56312BAD}"/>
                    </a:ext>
                  </a:extLst>
                </p:cNvPr>
                <p:cNvSpPr txBox="1"/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6" name="TextBox 465">
                  <a:extLst>
                    <a:ext uri="{FF2B5EF4-FFF2-40B4-BE49-F238E27FC236}">
                      <a16:creationId xmlns:a16="http://schemas.microsoft.com/office/drawing/2014/main" id="{5F349B75-AB14-2E72-3F7E-525C56312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32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6BF0AE7F-6BFB-C77B-92B0-8BAE23B74B8B}"/>
                    </a:ext>
                  </a:extLst>
                </p:cNvPr>
                <p:cNvSpPr txBox="1"/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7" name="TextBox 466">
                  <a:extLst>
                    <a:ext uri="{FF2B5EF4-FFF2-40B4-BE49-F238E27FC236}">
                      <a16:creationId xmlns:a16="http://schemas.microsoft.com/office/drawing/2014/main" id="{6BF0AE7F-6BFB-C77B-92B0-8BAE23B74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33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3A12B57-C92E-8EB8-902E-AC84C5FAF62D}"/>
                    </a:ext>
                  </a:extLst>
                </p:cNvPr>
                <p:cNvSpPr txBox="1"/>
                <p:nvPr/>
              </p:nvSpPr>
              <p:spPr>
                <a:xfrm>
                  <a:off x="3651223" y="1568413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8" name="TextBox 467">
                  <a:extLst>
                    <a:ext uri="{FF2B5EF4-FFF2-40B4-BE49-F238E27FC236}">
                      <a16:creationId xmlns:a16="http://schemas.microsoft.com/office/drawing/2014/main" id="{43A12B57-C92E-8EB8-902E-AC84C5FAF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1223" y="15684131"/>
                  <a:ext cx="474810" cy="400110"/>
                </a:xfrm>
                <a:prstGeom prst="rect">
                  <a:avLst/>
                </a:prstGeom>
                <a:blipFill>
                  <a:blip r:embed="rId34"/>
                  <a:stretch>
                    <a:fillRect l="-9375" t="-18421" r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112E8E4D-EBF9-8026-F0BE-EEFE9993A7D4}"/>
                    </a:ext>
                  </a:extLst>
                </p:cNvPr>
                <p:cNvSpPr txBox="1"/>
                <p:nvPr/>
              </p:nvSpPr>
              <p:spPr>
                <a:xfrm rot="5400000">
                  <a:off x="4081879" y="1578228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69" name="TextBox 468">
                  <a:extLst>
                    <a:ext uri="{FF2B5EF4-FFF2-40B4-BE49-F238E27FC236}">
                      <a16:creationId xmlns:a16="http://schemas.microsoft.com/office/drawing/2014/main" id="{112E8E4D-EBF9-8026-F0BE-EEFE9993A7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81879" y="15782282"/>
                  <a:ext cx="772904" cy="261610"/>
                </a:xfrm>
                <a:prstGeom prst="rect">
                  <a:avLst/>
                </a:prstGeom>
                <a:blipFill>
                  <a:blip r:embed="rId35"/>
                  <a:stretch>
                    <a:fillRect r="-1639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6A0EF6CA-B781-95B5-3E07-D278CA91FECF}"/>
                    </a:ext>
                  </a:extLst>
                </p:cNvPr>
                <p:cNvSpPr txBox="1"/>
                <p:nvPr/>
              </p:nvSpPr>
              <p:spPr>
                <a:xfrm rot="5400000">
                  <a:off x="2364709" y="1487916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0" name="TextBox 469">
                  <a:extLst>
                    <a:ext uri="{FF2B5EF4-FFF2-40B4-BE49-F238E27FC236}">
                      <a16:creationId xmlns:a16="http://schemas.microsoft.com/office/drawing/2014/main" id="{6A0EF6CA-B781-95B5-3E07-D278CA91F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64709" y="14879169"/>
                  <a:ext cx="526170" cy="261610"/>
                </a:xfrm>
                <a:prstGeom prst="rect">
                  <a:avLst/>
                </a:prstGeom>
                <a:blipFill>
                  <a:blip r:embed="rId36"/>
                  <a:stretch>
                    <a:fillRect r="-2381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6BEC303C-B28A-941C-257C-9566FCED07E9}"/>
                    </a:ext>
                  </a:extLst>
                </p:cNvPr>
                <p:cNvSpPr txBox="1"/>
                <p:nvPr/>
              </p:nvSpPr>
              <p:spPr>
                <a:xfrm rot="5400000"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1" name="TextBox 470">
                  <a:extLst>
                    <a:ext uri="{FF2B5EF4-FFF2-40B4-BE49-F238E27FC236}">
                      <a16:creationId xmlns:a16="http://schemas.microsoft.com/office/drawing/2014/main" id="{6BEC303C-B28A-941C-257C-9566FCED07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37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22B0B00F-1695-DFDE-2E73-69A7A79A0934}"/>
                    </a:ext>
                  </a:extLst>
                </p:cNvPr>
                <p:cNvSpPr txBox="1"/>
                <p:nvPr/>
              </p:nvSpPr>
              <p:spPr>
                <a:xfrm rot="5400000"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2" name="TextBox 471">
                  <a:extLst>
                    <a:ext uri="{FF2B5EF4-FFF2-40B4-BE49-F238E27FC236}">
                      <a16:creationId xmlns:a16="http://schemas.microsoft.com/office/drawing/2014/main" id="{22B0B00F-1695-DFDE-2E73-69A7A79A09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3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755FF8D8-280A-FB8C-576C-FC531DBCBD4A}"/>
                    </a:ext>
                  </a:extLst>
                </p:cNvPr>
                <p:cNvSpPr txBox="1"/>
                <p:nvPr/>
              </p:nvSpPr>
              <p:spPr>
                <a:xfrm rot="5400000">
                  <a:off x="3307596" y="1438314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3" name="TextBox 472">
                  <a:extLst>
                    <a:ext uri="{FF2B5EF4-FFF2-40B4-BE49-F238E27FC236}">
                      <a16:creationId xmlns:a16="http://schemas.microsoft.com/office/drawing/2014/main" id="{755FF8D8-280A-FB8C-576C-FC531DBCBD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307596" y="14383143"/>
                  <a:ext cx="474810" cy="400110"/>
                </a:xfrm>
                <a:prstGeom prst="rect">
                  <a:avLst/>
                </a:prstGeom>
                <a:blipFill>
                  <a:blip r:embed="rId39"/>
                  <a:stretch>
                    <a:fillRect t="-6061" r="-2051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F9CF3C8-E23B-600F-7EA1-E0FBB646CA0C}"/>
                    </a:ext>
                  </a:extLst>
                </p:cNvPr>
                <p:cNvSpPr txBox="1"/>
                <p:nvPr/>
              </p:nvSpPr>
              <p:spPr>
                <a:xfrm rot="5400000">
                  <a:off x="4095559" y="1488724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4" name="TextBox 473">
                  <a:extLst>
                    <a:ext uri="{FF2B5EF4-FFF2-40B4-BE49-F238E27FC236}">
                      <a16:creationId xmlns:a16="http://schemas.microsoft.com/office/drawing/2014/main" id="{6F9CF3C8-E23B-600F-7EA1-E0FBB646CA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095559" y="14887248"/>
                  <a:ext cx="772904" cy="261610"/>
                </a:xfrm>
                <a:prstGeom prst="rect">
                  <a:avLst/>
                </a:prstGeom>
                <a:blipFill>
                  <a:blip r:embed="rId40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08AE3D21-4A53-DA52-5101-D7B563614539}"/>
                    </a:ext>
                  </a:extLst>
                </p:cNvPr>
                <p:cNvSpPr txBox="1"/>
                <p:nvPr/>
              </p:nvSpPr>
              <p:spPr>
                <a:xfrm rot="5400000">
                  <a:off x="2374213" y="1437505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5" name="TextBox 474">
                  <a:extLst>
                    <a:ext uri="{FF2B5EF4-FFF2-40B4-BE49-F238E27FC236}">
                      <a16:creationId xmlns:a16="http://schemas.microsoft.com/office/drawing/2014/main" id="{08AE3D21-4A53-DA52-5101-D7B5636145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374213" y="14375052"/>
                  <a:ext cx="474810" cy="400110"/>
                </a:xfrm>
                <a:prstGeom prst="rect">
                  <a:avLst/>
                </a:prstGeom>
                <a:blipFill>
                  <a:blip r:embed="rId41"/>
                  <a:stretch>
                    <a:fillRect t="-9375" r="-21053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FB1A9004-64B5-F5DD-DB84-AF604FAE5E0E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357704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6" name="TextBox 475">
                  <a:extLst>
                    <a:ext uri="{FF2B5EF4-FFF2-40B4-BE49-F238E27FC236}">
                      <a16:creationId xmlns:a16="http://schemas.microsoft.com/office/drawing/2014/main" id="{FB1A9004-64B5-F5DD-DB84-AF604FAE5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357704"/>
                  <a:ext cx="474810" cy="400110"/>
                </a:xfrm>
                <a:prstGeom prst="rect">
                  <a:avLst/>
                </a:prstGeom>
                <a:blipFill>
                  <a:blip r:embed="rId42"/>
                  <a:stretch>
                    <a:fillRect t="-909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3D37BB5-DB2F-B757-E5E7-E9CBE53FA55E}"/>
                    </a:ext>
                  </a:extLst>
                </p:cNvPr>
                <p:cNvSpPr txBox="1"/>
                <p:nvPr/>
              </p:nvSpPr>
              <p:spPr>
                <a:xfrm rot="5400000">
                  <a:off x="2230656" y="13924474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33D37BB5-DB2F-B757-E5E7-E9CBE53FA5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30656" y="13924474"/>
                  <a:ext cx="796436" cy="261610"/>
                </a:xfrm>
                <a:prstGeom prst="rect">
                  <a:avLst/>
                </a:prstGeom>
                <a:blipFill>
                  <a:blip r:embed="rId43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2A97005E-D9B4-4EEF-BF80-2429FBC3794E}"/>
                    </a:ext>
                  </a:extLst>
                </p:cNvPr>
                <p:cNvSpPr txBox="1"/>
                <p:nvPr/>
              </p:nvSpPr>
              <p:spPr>
                <a:xfrm rot="5400000">
                  <a:off x="3171059" y="1390020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2A97005E-D9B4-4EEF-BF80-2429FBC379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71059" y="13900201"/>
                  <a:ext cx="796436" cy="261610"/>
                </a:xfrm>
                <a:prstGeom prst="rect">
                  <a:avLst/>
                </a:prstGeom>
                <a:blipFill>
                  <a:blip r:embed="rId44"/>
                  <a:stretch>
                    <a:fillRect r="-156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66F36FE3-2B7C-B152-6E68-977E6282BF83}"/>
                    </a:ext>
                  </a:extLst>
                </p:cNvPr>
                <p:cNvSpPr txBox="1"/>
                <p:nvPr/>
              </p:nvSpPr>
              <p:spPr>
                <a:xfrm rot="5400000">
                  <a:off x="4894269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79" name="TextBox 478">
                  <a:extLst>
                    <a:ext uri="{FF2B5EF4-FFF2-40B4-BE49-F238E27FC236}">
                      <a16:creationId xmlns:a16="http://schemas.microsoft.com/office/drawing/2014/main" id="{66F36FE3-2B7C-B152-6E68-977E6282BF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94269" y="13916375"/>
                  <a:ext cx="1043171" cy="261610"/>
                </a:xfrm>
                <a:prstGeom prst="rect">
                  <a:avLst/>
                </a:prstGeom>
                <a:blipFill>
                  <a:blip r:embed="rId45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687BF88-2163-0033-92EE-AFA8A1E554CC}"/>
                    </a:ext>
                  </a:extLst>
                </p:cNvPr>
                <p:cNvSpPr txBox="1"/>
                <p:nvPr/>
              </p:nvSpPr>
              <p:spPr>
                <a:xfrm rot="5400000">
                  <a:off x="3959822" y="13859732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0" name="TextBox 479">
                  <a:extLst>
                    <a:ext uri="{FF2B5EF4-FFF2-40B4-BE49-F238E27FC236}">
                      <a16:creationId xmlns:a16="http://schemas.microsoft.com/office/drawing/2014/main" id="{2687BF88-2163-0033-92EE-AFA8A1E554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59822" y="13859732"/>
                  <a:ext cx="1043171" cy="261610"/>
                </a:xfrm>
                <a:prstGeom prst="rect">
                  <a:avLst/>
                </a:prstGeom>
                <a:blipFill>
                  <a:blip r:embed="rId46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6015BD52-D6ED-D5E1-5195-B00273F7A44A}"/>
                    </a:ext>
                  </a:extLst>
                </p:cNvPr>
                <p:cNvSpPr txBox="1"/>
                <p:nvPr/>
              </p:nvSpPr>
              <p:spPr>
                <a:xfrm rot="5400000">
                  <a:off x="2241201" y="13037798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1" name="TextBox 480">
                  <a:extLst>
                    <a:ext uri="{FF2B5EF4-FFF2-40B4-BE49-F238E27FC236}">
                      <a16:creationId xmlns:a16="http://schemas.microsoft.com/office/drawing/2014/main" id="{6015BD52-D6ED-D5E1-5195-B00273F7A4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241201" y="13037798"/>
                  <a:ext cx="796436" cy="261610"/>
                </a:xfrm>
                <a:prstGeom prst="rect">
                  <a:avLst/>
                </a:prstGeom>
                <a:blipFill>
                  <a:blip r:embed="rId47"/>
                  <a:stretch>
                    <a:fillRect r="-1587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95B2ADB-7412-00DE-B994-D216A7E9C33B}"/>
                    </a:ext>
                  </a:extLst>
                </p:cNvPr>
                <p:cNvSpPr txBox="1"/>
                <p:nvPr/>
              </p:nvSpPr>
              <p:spPr>
                <a:xfrm rot="5400000">
                  <a:off x="3181604" y="13021622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2" name="TextBox 481">
                  <a:extLst>
                    <a:ext uri="{FF2B5EF4-FFF2-40B4-BE49-F238E27FC236}">
                      <a16:creationId xmlns:a16="http://schemas.microsoft.com/office/drawing/2014/main" id="{395B2ADB-7412-00DE-B994-D216A7E9C3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181604" y="13021622"/>
                  <a:ext cx="796436" cy="261610"/>
                </a:xfrm>
                <a:prstGeom prst="rect">
                  <a:avLst/>
                </a:prstGeom>
                <a:blipFill>
                  <a:blip r:embed="rId4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062CC748-EEB2-A6A3-4771-66406B794287}"/>
                    </a:ext>
                  </a:extLst>
                </p:cNvPr>
                <p:cNvSpPr txBox="1"/>
                <p:nvPr/>
              </p:nvSpPr>
              <p:spPr>
                <a:xfrm rot="5400000">
                  <a:off x="4896722" y="13021609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3" name="TextBox 482">
                  <a:extLst>
                    <a:ext uri="{FF2B5EF4-FFF2-40B4-BE49-F238E27FC236}">
                      <a16:creationId xmlns:a16="http://schemas.microsoft.com/office/drawing/2014/main" id="{062CC748-EEB2-A6A3-4771-66406B794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96722" y="13021609"/>
                  <a:ext cx="1043171" cy="261610"/>
                </a:xfrm>
                <a:prstGeom prst="rect">
                  <a:avLst/>
                </a:prstGeom>
                <a:blipFill>
                  <a:blip r:embed="rId49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7523E35B-5FE0-2F80-41C7-FA4DA3B10FD5}"/>
                    </a:ext>
                  </a:extLst>
                </p:cNvPr>
                <p:cNvSpPr txBox="1"/>
                <p:nvPr/>
              </p:nvSpPr>
              <p:spPr>
                <a:xfrm rot="5400000">
                  <a:off x="3970367" y="13029702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4" name="TextBox 483">
                  <a:extLst>
                    <a:ext uri="{FF2B5EF4-FFF2-40B4-BE49-F238E27FC236}">
                      <a16:creationId xmlns:a16="http://schemas.microsoft.com/office/drawing/2014/main" id="{7523E35B-5FE0-2F80-41C7-FA4DA3B10F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970367" y="13029702"/>
                  <a:ext cx="1043171" cy="261610"/>
                </a:xfrm>
                <a:prstGeom prst="rect">
                  <a:avLst/>
                </a:prstGeom>
                <a:blipFill>
                  <a:blip r:embed="rId50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26FFCB25-BAEC-4713-2A08-2EA1320EEA54}"/>
                    </a:ext>
                  </a:extLst>
                </p:cNvPr>
                <p:cNvSpPr txBox="1"/>
                <p:nvPr/>
              </p:nvSpPr>
              <p:spPr>
                <a:xfrm rot="5400000">
                  <a:off x="4226947" y="1438128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5" name="TextBox 484">
                  <a:extLst>
                    <a:ext uri="{FF2B5EF4-FFF2-40B4-BE49-F238E27FC236}">
                      <a16:creationId xmlns:a16="http://schemas.microsoft.com/office/drawing/2014/main" id="{26FFCB25-BAEC-4713-2A08-2EA1320EEA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226947" y="14381286"/>
                  <a:ext cx="474810" cy="400110"/>
                </a:xfrm>
                <a:prstGeom prst="rect">
                  <a:avLst/>
                </a:prstGeom>
                <a:blipFill>
                  <a:blip r:embed="rId51"/>
                  <a:stretch>
                    <a:fillRect t="-9375" r="-17949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895380D3-486C-D9FE-A300-E8321916F776}"/>
                    </a:ext>
                  </a:extLst>
                </p:cNvPr>
                <p:cNvSpPr txBox="1"/>
                <p:nvPr/>
              </p:nvSpPr>
              <p:spPr>
                <a:xfrm>
                  <a:off x="3658476" y="12964009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6" name="TextBox 485">
                  <a:extLst>
                    <a:ext uri="{FF2B5EF4-FFF2-40B4-BE49-F238E27FC236}">
                      <a16:creationId xmlns:a16="http://schemas.microsoft.com/office/drawing/2014/main" id="{895380D3-486C-D9FE-A300-E8321916F7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8476" y="12964009"/>
                  <a:ext cx="474810" cy="400110"/>
                </a:xfrm>
                <a:prstGeom prst="rect">
                  <a:avLst/>
                </a:prstGeom>
                <a:blipFill>
                  <a:blip r:embed="rId52"/>
                  <a:stretch>
                    <a:fillRect l="-6061" t="-17949" r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6F8F7A33-7D2D-0064-E58A-9D28D1B503AE}"/>
              </a:ext>
            </a:extLst>
          </p:cNvPr>
          <p:cNvGrpSpPr/>
          <p:nvPr/>
        </p:nvGrpSpPr>
        <p:grpSpPr>
          <a:xfrm>
            <a:off x="12572988" y="14732963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B46D5CA1-277B-7B2C-36F7-0F4032989F47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8" name="TextBox 487">
                  <a:extLst>
                    <a:ext uri="{FF2B5EF4-FFF2-40B4-BE49-F238E27FC236}">
                      <a16:creationId xmlns:a16="http://schemas.microsoft.com/office/drawing/2014/main" id="{B46D5CA1-277B-7B2C-36F7-0F4032989F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53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841DC7F8-C0DF-D358-831A-8CFC8E7EBBE7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89" name="TextBox 488">
                  <a:extLst>
                    <a:ext uri="{FF2B5EF4-FFF2-40B4-BE49-F238E27FC236}">
                      <a16:creationId xmlns:a16="http://schemas.microsoft.com/office/drawing/2014/main" id="{841DC7F8-C0DF-D358-831A-8CFC8E7EB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5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1E2BD09F-B5AD-1051-4114-0228A7EC967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0" name="TextBox 489">
                  <a:extLst>
                    <a:ext uri="{FF2B5EF4-FFF2-40B4-BE49-F238E27FC236}">
                      <a16:creationId xmlns:a16="http://schemas.microsoft.com/office/drawing/2014/main" id="{1E2BD09F-B5AD-1051-4114-0228A7EC96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55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FEA09C0-906F-50F1-04C1-6C2E65B403A9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1" name="TextBox 490">
                  <a:extLst>
                    <a:ext uri="{FF2B5EF4-FFF2-40B4-BE49-F238E27FC236}">
                      <a16:creationId xmlns:a16="http://schemas.microsoft.com/office/drawing/2014/main" id="{7FEA09C0-906F-50F1-04C1-6C2E65B40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56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2E24D984-3D5A-4591-DFA8-4C31D634A3C9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2" name="TextBox 491">
                  <a:extLst>
                    <a:ext uri="{FF2B5EF4-FFF2-40B4-BE49-F238E27FC236}">
                      <a16:creationId xmlns:a16="http://schemas.microsoft.com/office/drawing/2014/main" id="{2E24D984-3D5A-4591-DFA8-4C31D634A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57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17E8809C-0195-5E51-E151-D7C64FFFF1C0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3" name="TextBox 492">
                  <a:extLst>
                    <a:ext uri="{FF2B5EF4-FFF2-40B4-BE49-F238E27FC236}">
                      <a16:creationId xmlns:a16="http://schemas.microsoft.com/office/drawing/2014/main" id="{17E8809C-0195-5E51-E151-D7C64FFFF1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58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F9EE0FBB-C894-2F41-1E49-316AB1804BE4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4" name="TextBox 493">
                  <a:extLst>
                    <a:ext uri="{FF2B5EF4-FFF2-40B4-BE49-F238E27FC236}">
                      <a16:creationId xmlns:a16="http://schemas.microsoft.com/office/drawing/2014/main" id="{F9EE0FBB-C894-2F41-1E49-316AB1804B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59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DEFF2328-7EE8-51D8-D6DF-15A4B68E543B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5" name="TextBox 494">
                  <a:extLst>
                    <a:ext uri="{FF2B5EF4-FFF2-40B4-BE49-F238E27FC236}">
                      <a16:creationId xmlns:a16="http://schemas.microsoft.com/office/drawing/2014/main" id="{DEFF2328-7EE8-51D8-D6DF-15A4B68E54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60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30AC905D-4D56-11A8-958A-5C8DBFA3E9A0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6" name="TextBox 495">
                  <a:extLst>
                    <a:ext uri="{FF2B5EF4-FFF2-40B4-BE49-F238E27FC236}">
                      <a16:creationId xmlns:a16="http://schemas.microsoft.com/office/drawing/2014/main" id="{30AC905D-4D56-11A8-958A-5C8DBFA3E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61"/>
                  <a:stretch>
                    <a:fillRect t="-9375" r="-18421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BCE88FB7-0379-3602-30CE-8DA3B786E0D8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7" name="TextBox 496">
                  <a:extLst>
                    <a:ext uri="{FF2B5EF4-FFF2-40B4-BE49-F238E27FC236}">
                      <a16:creationId xmlns:a16="http://schemas.microsoft.com/office/drawing/2014/main" id="{BCE88FB7-0379-3602-30CE-8DA3B786E0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62"/>
                  <a:stretch>
                    <a:fillRect r="-1639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4C21731D-74C4-A95A-5FE7-0A7DF86D3B74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8" name="TextBox 497">
                  <a:extLst>
                    <a:ext uri="{FF2B5EF4-FFF2-40B4-BE49-F238E27FC236}">
                      <a16:creationId xmlns:a16="http://schemas.microsoft.com/office/drawing/2014/main" id="{4C21731D-74C4-A95A-5FE7-0A7DF86D3B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179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04CD61E6-843E-A47F-2FE0-797DED745EB9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499" name="TextBox 498">
                  <a:extLst>
                    <a:ext uri="{FF2B5EF4-FFF2-40B4-BE49-F238E27FC236}">
                      <a16:creationId xmlns:a16="http://schemas.microsoft.com/office/drawing/2014/main" id="{04CD61E6-843E-A47F-2FE0-797DED745E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4"/>
                  <a:stretch>
                    <a:fillRect l="-24242" r="-606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41473EA0-26B0-7F74-8EDB-30B0E51D24BB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41473EA0-26B0-7F74-8EDB-30B0E51D24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65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9ED49964-CFD4-B797-EE53-C60944E091A4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1" name="TextBox 500">
                  <a:extLst>
                    <a:ext uri="{FF2B5EF4-FFF2-40B4-BE49-F238E27FC236}">
                      <a16:creationId xmlns:a16="http://schemas.microsoft.com/office/drawing/2014/main" id="{9ED49964-CFD4-B797-EE53-C60944E091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66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0B7F8E6A-1AB9-328E-AC8D-95AE07C57A05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2" name="TextBox 501">
                  <a:extLst>
                    <a:ext uri="{FF2B5EF4-FFF2-40B4-BE49-F238E27FC236}">
                      <a16:creationId xmlns:a16="http://schemas.microsoft.com/office/drawing/2014/main" id="{0B7F8E6A-1AB9-328E-AC8D-95AE07C57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67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5E4A8982-E8EC-F82A-E7C6-64450A730D22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3" name="TextBox 502">
                  <a:extLst>
                    <a:ext uri="{FF2B5EF4-FFF2-40B4-BE49-F238E27FC236}">
                      <a16:creationId xmlns:a16="http://schemas.microsoft.com/office/drawing/2014/main" id="{5E4A8982-E8EC-F82A-E7C6-64450A730D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68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7F0D098D-AA90-90AA-5315-433F1E1DC505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4" name="TextBox 503">
                  <a:extLst>
                    <a:ext uri="{FF2B5EF4-FFF2-40B4-BE49-F238E27FC236}">
                      <a16:creationId xmlns:a16="http://schemas.microsoft.com/office/drawing/2014/main" id="{7F0D098D-AA90-90AA-5315-433F1E1DC5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69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6D9CF7A9-50D1-8591-629C-65619741338A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5" name="TextBox 504">
                  <a:extLst>
                    <a:ext uri="{FF2B5EF4-FFF2-40B4-BE49-F238E27FC236}">
                      <a16:creationId xmlns:a16="http://schemas.microsoft.com/office/drawing/2014/main" id="{6D9CF7A9-50D1-8591-629C-6561974133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7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139C0006-AD34-0FF3-0E54-915FA6B789E4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6" name="TextBox 505">
                  <a:extLst>
                    <a:ext uri="{FF2B5EF4-FFF2-40B4-BE49-F238E27FC236}">
                      <a16:creationId xmlns:a16="http://schemas.microsoft.com/office/drawing/2014/main" id="{139C0006-AD34-0FF3-0E54-915FA6B789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71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63F84A05-EFEB-B2E3-D9C1-CBAFD8B27BE8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7" name="TextBox 506">
                  <a:extLst>
                    <a:ext uri="{FF2B5EF4-FFF2-40B4-BE49-F238E27FC236}">
                      <a16:creationId xmlns:a16="http://schemas.microsoft.com/office/drawing/2014/main" id="{63F84A05-EFEB-B2E3-D9C1-CBAFD8B27B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72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C781116-0739-9FE3-5D47-FCD1CAF0E77A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8" name="TextBox 507">
                  <a:extLst>
                    <a:ext uri="{FF2B5EF4-FFF2-40B4-BE49-F238E27FC236}">
                      <a16:creationId xmlns:a16="http://schemas.microsoft.com/office/drawing/2014/main" id="{EC781116-0739-9FE3-5D47-FCD1CAF0E7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73"/>
                  <a:stretch>
                    <a:fillRect t="-6061" r="-18421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0CEAC2AA-53B3-0F45-5EAE-B612673BF662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09" name="TextBox 508">
                  <a:extLst>
                    <a:ext uri="{FF2B5EF4-FFF2-40B4-BE49-F238E27FC236}">
                      <a16:creationId xmlns:a16="http://schemas.microsoft.com/office/drawing/2014/main" id="{0CEAC2AA-53B3-0F45-5EAE-B612673BF6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74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0" name="Group 509">
            <a:extLst>
              <a:ext uri="{FF2B5EF4-FFF2-40B4-BE49-F238E27FC236}">
                <a16:creationId xmlns:a16="http://schemas.microsoft.com/office/drawing/2014/main" id="{35BEFD92-0407-7E5F-1295-2D793D3508E3}"/>
              </a:ext>
            </a:extLst>
          </p:cNvPr>
          <p:cNvGrpSpPr/>
          <p:nvPr/>
        </p:nvGrpSpPr>
        <p:grpSpPr>
          <a:xfrm>
            <a:off x="8917930" y="18372461"/>
            <a:ext cx="3733513" cy="3144292"/>
            <a:chOff x="2182104" y="12947818"/>
            <a:chExt cx="3733513" cy="3144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4299F68-8DCE-9B48-CC82-91325E9B76FC}"/>
                    </a:ext>
                  </a:extLst>
                </p:cNvPr>
                <p:cNvSpPr txBox="1"/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1" name="TextBox 510">
                  <a:extLst>
                    <a:ext uri="{FF2B5EF4-FFF2-40B4-BE49-F238E27FC236}">
                      <a16:creationId xmlns:a16="http://schemas.microsoft.com/office/drawing/2014/main" id="{24299F68-8DCE-9B48-CC82-91325E9B76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3857" y="15766099"/>
                  <a:ext cx="526170" cy="261610"/>
                </a:xfrm>
                <a:prstGeom prst="rect">
                  <a:avLst/>
                </a:prstGeom>
                <a:blipFill>
                  <a:blip r:embed="rId75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99E5FAC0-F118-5674-E116-C8F8D6682E2C}"/>
                    </a:ext>
                  </a:extLst>
                </p:cNvPr>
                <p:cNvSpPr txBox="1"/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2" name="TextBox 511">
                  <a:extLst>
                    <a:ext uri="{FF2B5EF4-FFF2-40B4-BE49-F238E27FC236}">
                      <a16:creationId xmlns:a16="http://schemas.microsoft.com/office/drawing/2014/main" id="{99E5FAC0-F118-5674-E116-C8F8D6682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25254" y="15766099"/>
                  <a:ext cx="526170" cy="261610"/>
                </a:xfrm>
                <a:prstGeom prst="rect">
                  <a:avLst/>
                </a:prstGeom>
                <a:blipFill>
                  <a:blip r:embed="rId76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13B9E13F-1563-3227-14CF-AB19E510EE8F}"/>
                    </a:ext>
                  </a:extLst>
                </p:cNvPr>
                <p:cNvSpPr txBox="1"/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3" name="TextBox 512">
                  <a:extLst>
                    <a:ext uri="{FF2B5EF4-FFF2-40B4-BE49-F238E27FC236}">
                      <a16:creationId xmlns:a16="http://schemas.microsoft.com/office/drawing/2014/main" id="{13B9E13F-1563-3227-14CF-AB19E510EE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1662" y="15766098"/>
                  <a:ext cx="772904" cy="261610"/>
                </a:xfrm>
                <a:prstGeom prst="rect">
                  <a:avLst/>
                </a:prstGeom>
                <a:blipFill>
                  <a:blip r:embed="rId77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05AAE72D-3E98-589A-BD08-BFFA98200F48}"/>
                    </a:ext>
                  </a:extLst>
                </p:cNvPr>
                <p:cNvSpPr txBox="1"/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4" name="TextBox 513">
                  <a:extLst>
                    <a:ext uri="{FF2B5EF4-FFF2-40B4-BE49-F238E27FC236}">
                      <a16:creationId xmlns:a16="http://schemas.microsoft.com/office/drawing/2014/main" id="{05AAE72D-3E98-589A-BD08-BFFA98200F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5276" y="15692000"/>
                  <a:ext cx="474810" cy="400110"/>
                </a:xfrm>
                <a:prstGeom prst="rect">
                  <a:avLst/>
                </a:prstGeom>
                <a:blipFill>
                  <a:blip r:embed="rId41"/>
                  <a:stretch>
                    <a:fillRect t="-606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96284ED7-8F9B-4AFE-FC2B-CAE525465175}"/>
                    </a:ext>
                  </a:extLst>
                </p:cNvPr>
                <p:cNvSpPr txBox="1"/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5" name="TextBox 514">
                  <a:extLst>
                    <a:ext uri="{FF2B5EF4-FFF2-40B4-BE49-F238E27FC236}">
                      <a16:creationId xmlns:a16="http://schemas.microsoft.com/office/drawing/2014/main" id="{96284ED7-8F9B-4AFE-FC2B-CAE5254651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799" y="15766098"/>
                  <a:ext cx="772904" cy="261610"/>
                </a:xfrm>
                <a:prstGeom prst="rect">
                  <a:avLst/>
                </a:prstGeom>
                <a:blipFill>
                  <a:blip r:embed="rId78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CE4FFAD6-4EFD-E6A5-4AF1-EE2A806B7E86}"/>
                    </a:ext>
                  </a:extLst>
                </p:cNvPr>
                <p:cNvSpPr txBox="1"/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6" name="TextBox 515">
                  <a:extLst>
                    <a:ext uri="{FF2B5EF4-FFF2-40B4-BE49-F238E27FC236}">
                      <a16:creationId xmlns:a16="http://schemas.microsoft.com/office/drawing/2014/main" id="{CE4FFAD6-4EFD-E6A5-4AF1-EE2A806B7E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3261" y="14862973"/>
                  <a:ext cx="526170" cy="261610"/>
                </a:xfrm>
                <a:prstGeom prst="rect">
                  <a:avLst/>
                </a:prstGeom>
                <a:blipFill>
                  <a:blip r:embed="rId79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86CFBAA1-4A97-CA18-90A2-925A10093116}"/>
                    </a:ext>
                  </a:extLst>
                </p:cNvPr>
                <p:cNvSpPr txBox="1"/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7" name="TextBox 516">
                  <a:extLst>
                    <a:ext uri="{FF2B5EF4-FFF2-40B4-BE49-F238E27FC236}">
                      <a16:creationId xmlns:a16="http://schemas.microsoft.com/office/drawing/2014/main" id="{86CFBAA1-4A97-CA18-90A2-925A100931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658" y="14862973"/>
                  <a:ext cx="526170" cy="261610"/>
                </a:xfrm>
                <a:prstGeom prst="rect">
                  <a:avLst/>
                </a:prstGeom>
                <a:blipFill>
                  <a:blip r:embed="rId80"/>
                  <a:stretch>
                    <a:fillRect r="-2381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A292ED4-BB03-B549-FB21-A4E8CE7C23FE}"/>
                    </a:ext>
                  </a:extLst>
                </p:cNvPr>
                <p:cNvSpPr txBox="1"/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8" name="TextBox 517">
                  <a:extLst>
                    <a:ext uri="{FF2B5EF4-FFF2-40B4-BE49-F238E27FC236}">
                      <a16:creationId xmlns:a16="http://schemas.microsoft.com/office/drawing/2014/main" id="{8A292ED4-BB03-B549-FB21-A4E8CE7C23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066" y="14862972"/>
                  <a:ext cx="772904" cy="261610"/>
                </a:xfrm>
                <a:prstGeom prst="rect">
                  <a:avLst/>
                </a:prstGeom>
                <a:blipFill>
                  <a:blip r:embed="rId81"/>
                  <a:stretch>
                    <a:fillRect r="-161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3ABAC74-74ED-8BC0-A7C2-79EDE2BF1635}"/>
                    </a:ext>
                  </a:extLst>
                </p:cNvPr>
                <p:cNvSpPr txBox="1"/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19" name="TextBox 518">
                  <a:extLst>
                    <a:ext uri="{FF2B5EF4-FFF2-40B4-BE49-F238E27FC236}">
                      <a16:creationId xmlns:a16="http://schemas.microsoft.com/office/drawing/2014/main" id="{A3ABAC74-74ED-8BC0-A7C2-79EDE2BF16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4680" y="14777000"/>
                  <a:ext cx="474810" cy="400110"/>
                </a:xfrm>
                <a:prstGeom prst="rect">
                  <a:avLst/>
                </a:prstGeom>
                <a:blipFill>
                  <a:blip r:embed="rId8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82F29CF-5D80-7631-AD36-BD5D0689E8E9}"/>
                    </a:ext>
                  </a:extLst>
                </p:cNvPr>
                <p:cNvSpPr txBox="1"/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0" name="TextBox 519">
                  <a:extLst>
                    <a:ext uri="{FF2B5EF4-FFF2-40B4-BE49-F238E27FC236}">
                      <a16:creationId xmlns:a16="http://schemas.microsoft.com/office/drawing/2014/main" id="{882F29CF-5D80-7631-AD36-BD5D0689E8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2203" y="14862972"/>
                  <a:ext cx="772904" cy="261610"/>
                </a:xfrm>
                <a:prstGeom prst="rect">
                  <a:avLst/>
                </a:prstGeom>
                <a:blipFill>
                  <a:blip r:embed="rId83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430F7EBF-1A60-C10D-50E0-5AEF177124F2}"/>
                    </a:ext>
                  </a:extLst>
                </p:cNvPr>
                <p:cNvSpPr txBox="1"/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1" name="TextBox 520">
                  <a:extLst>
                    <a:ext uri="{FF2B5EF4-FFF2-40B4-BE49-F238E27FC236}">
                      <a16:creationId xmlns:a16="http://schemas.microsoft.com/office/drawing/2014/main" id="{430F7EBF-1A60-C10D-50E0-5AEF17712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30605" y="14442740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673A97A5-C87F-FC7D-2862-D6AB748678DC}"/>
                    </a:ext>
                  </a:extLst>
                </p:cNvPr>
                <p:cNvSpPr txBox="1"/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2" name="TextBox 521">
                  <a:extLst>
                    <a:ext uri="{FF2B5EF4-FFF2-40B4-BE49-F238E27FC236}">
                      <a16:creationId xmlns:a16="http://schemas.microsoft.com/office/drawing/2014/main" id="{673A97A5-C87F-FC7D-2862-D6AB748678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173755" y="14446716"/>
                  <a:ext cx="474810" cy="400110"/>
                </a:xfrm>
                <a:prstGeom prst="rect">
                  <a:avLst/>
                </a:prstGeom>
                <a:blipFill>
                  <a:blip r:embed="rId63"/>
                  <a:stretch>
                    <a:fillRect l="-25000" r="-9375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3CF35AE-C984-A629-07C3-C473C9863B54}"/>
                    </a:ext>
                  </a:extLst>
                </p:cNvPr>
                <p:cNvSpPr txBox="1"/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3" name="TextBox 522">
                  <a:extLst>
                    <a:ext uri="{FF2B5EF4-FFF2-40B4-BE49-F238E27FC236}">
                      <a16:creationId xmlns:a16="http://schemas.microsoft.com/office/drawing/2014/main" id="{D3CF35AE-C984-A629-07C3-C473C9863B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2104" y="13916375"/>
                  <a:ext cx="796436" cy="261610"/>
                </a:xfrm>
                <a:prstGeom prst="rect">
                  <a:avLst/>
                </a:prstGeom>
                <a:blipFill>
                  <a:blip r:embed="rId85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F70E5B9B-C117-3925-93E5-3A1D7FC9582C}"/>
                    </a:ext>
                  </a:extLst>
                </p:cNvPr>
                <p:cNvSpPr txBox="1"/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4" name="TextBox 523">
                  <a:extLst>
                    <a:ext uri="{FF2B5EF4-FFF2-40B4-BE49-F238E27FC236}">
                      <a16:creationId xmlns:a16="http://schemas.microsoft.com/office/drawing/2014/main" id="{F70E5B9B-C117-3925-93E5-3A1D7FC958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63" y="13916375"/>
                  <a:ext cx="796436" cy="261610"/>
                </a:xfrm>
                <a:prstGeom prst="rect">
                  <a:avLst/>
                </a:prstGeom>
                <a:blipFill>
                  <a:blip r:embed="rId86"/>
                  <a:stretch>
                    <a:fillRect r="-156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F01427C2-6C1D-D012-FD52-FAE45BC61657}"/>
                    </a:ext>
                  </a:extLst>
                </p:cNvPr>
                <p:cNvSpPr txBox="1"/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5" name="TextBox 524">
                  <a:extLst>
                    <a:ext uri="{FF2B5EF4-FFF2-40B4-BE49-F238E27FC236}">
                      <a16:creationId xmlns:a16="http://schemas.microsoft.com/office/drawing/2014/main" id="{F01427C2-6C1D-D012-FD52-FAE45BC61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7625" y="13916375"/>
                  <a:ext cx="1043171" cy="261610"/>
                </a:xfrm>
                <a:prstGeom prst="rect">
                  <a:avLst/>
                </a:prstGeom>
                <a:blipFill>
                  <a:blip r:embed="rId87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0A8A35A9-0727-DB43-0C7D-58248D2481C7}"/>
                    </a:ext>
                  </a:extLst>
                </p:cNvPr>
                <p:cNvSpPr txBox="1"/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6" name="TextBox 525">
                  <a:extLst>
                    <a:ext uri="{FF2B5EF4-FFF2-40B4-BE49-F238E27FC236}">
                      <a16:creationId xmlns:a16="http://schemas.microsoft.com/office/drawing/2014/main" id="{0A8A35A9-0727-DB43-0C7D-58248D2481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3178" y="13916375"/>
                  <a:ext cx="1043171" cy="261610"/>
                </a:xfrm>
                <a:prstGeom prst="rect">
                  <a:avLst/>
                </a:prstGeom>
                <a:blipFill>
                  <a:blip r:embed="rId88"/>
                  <a:stretch>
                    <a:fillRect r="-1205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CC7BA467-CF5D-1269-EF5D-3B0D38F57F37}"/>
                    </a:ext>
                  </a:extLst>
                </p:cNvPr>
                <p:cNvSpPr txBox="1"/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7" name="TextBox 526">
                  <a:extLst>
                    <a:ext uri="{FF2B5EF4-FFF2-40B4-BE49-F238E27FC236}">
                      <a16:creationId xmlns:a16="http://schemas.microsoft.com/office/drawing/2014/main" id="{CC7BA467-CF5D-1269-EF5D-3B0D38F57F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6925" y="13037793"/>
                  <a:ext cx="796436" cy="261610"/>
                </a:xfrm>
                <a:prstGeom prst="rect">
                  <a:avLst/>
                </a:prstGeom>
                <a:blipFill>
                  <a:blip r:embed="rId89"/>
                  <a:stretch>
                    <a:fillRect r="-1587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8DA315C-6ECD-C77B-92AD-A81B91B9D6D0}"/>
                    </a:ext>
                  </a:extLst>
                </p:cNvPr>
                <p:cNvSpPr txBox="1"/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8" name="TextBox 527">
                  <a:extLst>
                    <a:ext uri="{FF2B5EF4-FFF2-40B4-BE49-F238E27FC236}">
                      <a16:creationId xmlns:a16="http://schemas.microsoft.com/office/drawing/2014/main" id="{C8DA315C-6ECD-C77B-92AD-A81B91B9D6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0684" y="13037793"/>
                  <a:ext cx="796436" cy="261610"/>
                </a:xfrm>
                <a:prstGeom prst="rect">
                  <a:avLst/>
                </a:prstGeom>
                <a:blipFill>
                  <a:blip r:embed="rId90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34E83D3F-C582-E992-0E94-562F25F0C147}"/>
                    </a:ext>
                  </a:extLst>
                </p:cNvPr>
                <p:cNvSpPr txBox="1"/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29" name="TextBox 528">
                  <a:extLst>
                    <a:ext uri="{FF2B5EF4-FFF2-40B4-BE49-F238E27FC236}">
                      <a16:creationId xmlns:a16="http://schemas.microsoft.com/office/drawing/2014/main" id="{34E83D3F-C582-E992-0E94-562F25F0C1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2446" y="13037793"/>
                  <a:ext cx="1043171" cy="261610"/>
                </a:xfrm>
                <a:prstGeom prst="rect">
                  <a:avLst/>
                </a:prstGeom>
                <a:blipFill>
                  <a:blip r:embed="rId91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CF089CB4-A951-493D-37E6-13D31CABDA39}"/>
                    </a:ext>
                  </a:extLst>
                </p:cNvPr>
                <p:cNvSpPr txBox="1"/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0" name="TextBox 529">
                  <a:extLst>
                    <a:ext uri="{FF2B5EF4-FFF2-40B4-BE49-F238E27FC236}">
                      <a16:creationId xmlns:a16="http://schemas.microsoft.com/office/drawing/2014/main" id="{CF089CB4-A951-493D-37E6-13D31CABDA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7999" y="13037793"/>
                  <a:ext cx="1043171" cy="261610"/>
                </a:xfrm>
                <a:prstGeom prst="rect">
                  <a:avLst/>
                </a:prstGeom>
                <a:blipFill>
                  <a:blip r:embed="rId92"/>
                  <a:stretch>
                    <a:fillRect r="-1205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662FDB74-D84F-D443-EBB6-DD046208CD49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1" name="TextBox 530">
                  <a:extLst>
                    <a:ext uri="{FF2B5EF4-FFF2-40B4-BE49-F238E27FC236}">
                      <a16:creationId xmlns:a16="http://schemas.microsoft.com/office/drawing/2014/main" id="{662FDB74-D84F-D443-EBB6-DD046208CD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2"/>
                  <a:stretch>
                    <a:fillRect t="-9091" r="-21053" b="-2424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7D74EFB7-8FC5-D34A-8BBF-29D9F3112679}"/>
                    </a:ext>
                  </a:extLst>
                </p:cNvPr>
                <p:cNvSpPr txBox="1"/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2" name="TextBox 531">
                  <a:extLst>
                    <a:ext uri="{FF2B5EF4-FFF2-40B4-BE49-F238E27FC236}">
                      <a16:creationId xmlns:a16="http://schemas.microsoft.com/office/drawing/2014/main" id="{7D74EFB7-8FC5-D34A-8BBF-29D9F31126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90844" y="12947818"/>
                  <a:ext cx="474810" cy="400110"/>
                </a:xfrm>
                <a:prstGeom prst="rect">
                  <a:avLst/>
                </a:prstGeom>
                <a:blipFill>
                  <a:blip r:embed="rId93"/>
                  <a:stretch>
                    <a:fillRect t="-9375" r="-17949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5862F9D6-986F-8F65-BBB5-3BBA252901A6}"/>
              </a:ext>
            </a:extLst>
          </p:cNvPr>
          <p:cNvGrpSpPr/>
          <p:nvPr/>
        </p:nvGrpSpPr>
        <p:grpSpPr>
          <a:xfrm rot="5400000">
            <a:off x="5513177" y="14571769"/>
            <a:ext cx="3146581" cy="3594778"/>
            <a:chOff x="2533703" y="12688577"/>
            <a:chExt cx="3146581" cy="35947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9A3804-890A-A325-5DEE-87B3177131FC}"/>
                    </a:ext>
                  </a:extLst>
                </p:cNvPr>
                <p:cNvSpPr txBox="1"/>
                <p:nvPr/>
              </p:nvSpPr>
              <p:spPr>
                <a:xfrm rot="16200000">
                  <a:off x="2423858" y="15724535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4" name="TextBox 533">
                  <a:extLst>
                    <a:ext uri="{FF2B5EF4-FFF2-40B4-BE49-F238E27FC236}">
                      <a16:creationId xmlns:a16="http://schemas.microsoft.com/office/drawing/2014/main" id="{D19A3804-890A-A325-5DEE-87B3177131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23858" y="15724535"/>
                  <a:ext cx="526170" cy="261610"/>
                </a:xfrm>
                <a:prstGeom prst="rect">
                  <a:avLst/>
                </a:prstGeom>
                <a:blipFill>
                  <a:blip r:embed="rId94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EA12810-0205-03FB-8315-DF923E30E51A}"/>
                    </a:ext>
                  </a:extLst>
                </p:cNvPr>
                <p:cNvSpPr txBox="1"/>
                <p:nvPr/>
              </p:nvSpPr>
              <p:spPr>
                <a:xfrm rot="16200000">
                  <a:off x="3353594" y="15724107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5" name="TextBox 534">
                  <a:extLst>
                    <a:ext uri="{FF2B5EF4-FFF2-40B4-BE49-F238E27FC236}">
                      <a16:creationId xmlns:a16="http://schemas.microsoft.com/office/drawing/2014/main" id="{2EA12810-0205-03FB-8315-DF923E30E5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53594" y="15724107"/>
                  <a:ext cx="526170" cy="261610"/>
                </a:xfrm>
                <a:prstGeom prst="rect">
                  <a:avLst/>
                </a:prstGeom>
                <a:blipFill>
                  <a:blip r:embed="rId95"/>
                  <a:stretch>
                    <a:fillRect r="-2381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F80A9332-ED16-15F0-1FCF-5845006B5AA0}"/>
                    </a:ext>
                  </a:extLst>
                </p:cNvPr>
                <p:cNvSpPr txBox="1"/>
                <p:nvPr/>
              </p:nvSpPr>
              <p:spPr>
                <a:xfrm rot="16200000">
                  <a:off x="5063227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6" name="TextBox 535">
                  <a:extLst>
                    <a:ext uri="{FF2B5EF4-FFF2-40B4-BE49-F238E27FC236}">
                      <a16:creationId xmlns:a16="http://schemas.microsoft.com/office/drawing/2014/main" id="{F80A9332-ED16-15F0-1FCF-5845006B5A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63227" y="15766098"/>
                  <a:ext cx="772904" cy="261610"/>
                </a:xfrm>
                <a:prstGeom prst="rect">
                  <a:avLst/>
                </a:prstGeom>
                <a:blipFill>
                  <a:blip r:embed="rId96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FEB16964-35EE-4F6C-5489-6CD02FB6E0A4}"/>
                    </a:ext>
                  </a:extLst>
                </p:cNvPr>
                <p:cNvSpPr txBox="1"/>
                <p:nvPr/>
              </p:nvSpPr>
              <p:spPr>
                <a:xfrm>
                  <a:off x="3974303" y="15652233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7" name="TextBox 536">
                  <a:extLst>
                    <a:ext uri="{FF2B5EF4-FFF2-40B4-BE49-F238E27FC236}">
                      <a16:creationId xmlns:a16="http://schemas.microsoft.com/office/drawing/2014/main" id="{FEB16964-35EE-4F6C-5489-6CD02FB6E0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4303" y="15652233"/>
                  <a:ext cx="474810" cy="400110"/>
                </a:xfrm>
                <a:prstGeom prst="rect">
                  <a:avLst/>
                </a:prstGeom>
                <a:blipFill>
                  <a:blip r:embed="rId84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F91EAB19-08A3-15F9-B9AB-737829F676E3}"/>
                    </a:ext>
                  </a:extLst>
                </p:cNvPr>
                <p:cNvSpPr txBox="1"/>
                <p:nvPr/>
              </p:nvSpPr>
              <p:spPr>
                <a:xfrm rot="16200000">
                  <a:off x="4162800" y="1576609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8" name="TextBox 537">
                  <a:extLst>
                    <a:ext uri="{FF2B5EF4-FFF2-40B4-BE49-F238E27FC236}">
                      <a16:creationId xmlns:a16="http://schemas.microsoft.com/office/drawing/2014/main" id="{F91EAB19-08A3-15F9-B9AB-737829F676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62800" y="15766098"/>
                  <a:ext cx="772904" cy="261610"/>
                </a:xfrm>
                <a:prstGeom prst="rect">
                  <a:avLst/>
                </a:prstGeom>
                <a:blipFill>
                  <a:blip r:embed="rId97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7351CDD5-B2BF-1ECA-315E-810843F240A6}"/>
                    </a:ext>
                  </a:extLst>
                </p:cNvPr>
                <p:cNvSpPr txBox="1"/>
                <p:nvPr/>
              </p:nvSpPr>
              <p:spPr>
                <a:xfrm rot="16200000">
                  <a:off x="2413262" y="14862973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39" name="TextBox 538">
                  <a:extLst>
                    <a:ext uri="{FF2B5EF4-FFF2-40B4-BE49-F238E27FC236}">
                      <a16:creationId xmlns:a16="http://schemas.microsoft.com/office/drawing/2014/main" id="{7351CDD5-B2BF-1ECA-315E-810843F240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13262" y="14862973"/>
                  <a:ext cx="526170" cy="261610"/>
                </a:xfrm>
                <a:prstGeom prst="rect">
                  <a:avLst/>
                </a:prstGeom>
                <a:blipFill>
                  <a:blip r:embed="rId98"/>
                  <a:stretch>
                    <a:fillRect r="-2326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A731BE4-90AE-56C7-630A-B1870EB091AE}"/>
                    </a:ext>
                  </a:extLst>
                </p:cNvPr>
                <p:cNvSpPr txBox="1"/>
                <p:nvPr/>
              </p:nvSpPr>
              <p:spPr>
                <a:xfrm rot="16200000">
                  <a:off x="3342998" y="14820981"/>
                  <a:ext cx="526170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0" name="TextBox 539">
                  <a:extLst>
                    <a:ext uri="{FF2B5EF4-FFF2-40B4-BE49-F238E27FC236}">
                      <a16:creationId xmlns:a16="http://schemas.microsoft.com/office/drawing/2014/main" id="{9A731BE4-90AE-56C7-630A-B1870EB091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42998" y="14820981"/>
                  <a:ext cx="526170" cy="261610"/>
                </a:xfrm>
                <a:prstGeom prst="rect">
                  <a:avLst/>
                </a:prstGeom>
                <a:blipFill>
                  <a:blip r:embed="rId99"/>
                  <a:stretch>
                    <a:fillRect r="-2381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231C80E9-EE46-CDA2-17A2-DB81FD875B07}"/>
                    </a:ext>
                  </a:extLst>
                </p:cNvPr>
                <p:cNvSpPr txBox="1"/>
                <p:nvPr/>
              </p:nvSpPr>
              <p:spPr>
                <a:xfrm rot="16200000">
                  <a:off x="5052629" y="14874315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1" name="TextBox 540">
                  <a:extLst>
                    <a:ext uri="{FF2B5EF4-FFF2-40B4-BE49-F238E27FC236}">
                      <a16:creationId xmlns:a16="http://schemas.microsoft.com/office/drawing/2014/main" id="{231C80E9-EE46-CDA2-17A2-DB81FD875B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052629" y="14874315"/>
                  <a:ext cx="772904" cy="261610"/>
                </a:xfrm>
                <a:prstGeom prst="rect">
                  <a:avLst/>
                </a:prstGeom>
                <a:blipFill>
                  <a:blip r:embed="rId100"/>
                  <a:stretch>
                    <a:fillRect r="-1613"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9C7C7697-B2E7-17B5-0672-C7AE9F3F1CB8}"/>
                    </a:ext>
                  </a:extLst>
                </p:cNvPr>
                <p:cNvSpPr txBox="1"/>
                <p:nvPr/>
              </p:nvSpPr>
              <p:spPr>
                <a:xfrm rot="16200000">
                  <a:off x="3376984" y="14347236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2" name="TextBox 541">
                  <a:extLst>
                    <a:ext uri="{FF2B5EF4-FFF2-40B4-BE49-F238E27FC236}">
                      <a16:creationId xmlns:a16="http://schemas.microsoft.com/office/drawing/2014/main" id="{9C7C7697-B2E7-17B5-0672-C7AE9F3F1C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376984" y="14347236"/>
                  <a:ext cx="474810" cy="400110"/>
                </a:xfrm>
                <a:prstGeom prst="rect">
                  <a:avLst/>
                </a:prstGeom>
                <a:blipFill>
                  <a:blip r:embed="rId28"/>
                  <a:stretch>
                    <a:fillRect t="-9375" r="-18421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9C51B1E-9E56-FFCB-C92D-5B2A230B6B8C}"/>
                    </a:ext>
                  </a:extLst>
                </p:cNvPr>
                <p:cNvSpPr txBox="1"/>
                <p:nvPr/>
              </p:nvSpPr>
              <p:spPr>
                <a:xfrm rot="16200000">
                  <a:off x="4155947" y="14923038"/>
                  <a:ext cx="772904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3" name="TextBox 542">
                  <a:extLst>
                    <a:ext uri="{FF2B5EF4-FFF2-40B4-BE49-F238E27FC236}">
                      <a16:creationId xmlns:a16="http://schemas.microsoft.com/office/drawing/2014/main" id="{19C51B1E-9E56-FFCB-C92D-5B2A230B6B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155947" y="14923038"/>
                  <a:ext cx="772904" cy="261610"/>
                </a:xfrm>
                <a:prstGeom prst="rect">
                  <a:avLst/>
                </a:prstGeom>
                <a:blipFill>
                  <a:blip r:embed="rId101"/>
                  <a:stretch>
                    <a:fillRect r="-1613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8F229C77-690E-7CFC-1FBE-4E32D0A83932}"/>
                    </a:ext>
                  </a:extLst>
                </p:cNvPr>
                <p:cNvSpPr txBox="1"/>
                <p:nvPr/>
              </p:nvSpPr>
              <p:spPr>
                <a:xfrm rot="5400000">
                  <a:off x="2496353" y="14322298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4" name="TextBox 543">
                  <a:extLst>
                    <a:ext uri="{FF2B5EF4-FFF2-40B4-BE49-F238E27FC236}">
                      <a16:creationId xmlns:a16="http://schemas.microsoft.com/office/drawing/2014/main" id="{8F229C77-690E-7CFC-1FBE-4E32D0A839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496353" y="14322298"/>
                  <a:ext cx="474810" cy="400110"/>
                </a:xfrm>
                <a:prstGeom prst="rect">
                  <a:avLst/>
                </a:prstGeom>
                <a:blipFill>
                  <a:blip r:embed="rId102"/>
                  <a:stretch>
                    <a:fillRect l="-21053" t="-24242" b="-909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322F02D3-9AC0-652A-6C31-C44B2DB33CD4}"/>
                    </a:ext>
                  </a:extLst>
                </p:cNvPr>
                <p:cNvSpPr txBox="1"/>
                <p:nvPr/>
              </p:nvSpPr>
              <p:spPr>
                <a:xfrm rot="5400000">
                  <a:off x="5242824" y="14385362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5" name="TextBox 544">
                  <a:extLst>
                    <a:ext uri="{FF2B5EF4-FFF2-40B4-BE49-F238E27FC236}">
                      <a16:creationId xmlns:a16="http://schemas.microsoft.com/office/drawing/2014/main" id="{322F02D3-9AC0-652A-6C31-C44B2DB33C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242824" y="14385362"/>
                  <a:ext cx="474810" cy="400110"/>
                </a:xfrm>
                <a:prstGeom prst="rect">
                  <a:avLst/>
                </a:prstGeom>
                <a:blipFill>
                  <a:blip r:embed="rId103"/>
                  <a:stretch>
                    <a:fillRect l="-21053" t="-28125" b="-93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6EDCB803-8A07-D87E-AAFD-2DAAE7AD1815}"/>
                    </a:ext>
                  </a:extLst>
                </p:cNvPr>
                <p:cNvSpPr txBox="1"/>
                <p:nvPr/>
              </p:nvSpPr>
              <p:spPr>
                <a:xfrm rot="16200000">
                  <a:off x="2283301" y="13910099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6" name="TextBox 545">
                  <a:extLst>
                    <a:ext uri="{FF2B5EF4-FFF2-40B4-BE49-F238E27FC236}">
                      <a16:creationId xmlns:a16="http://schemas.microsoft.com/office/drawing/2014/main" id="{6EDCB803-8A07-D87E-AAFD-2DAAE7AD1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83301" y="13910099"/>
                  <a:ext cx="796436" cy="261610"/>
                </a:xfrm>
                <a:prstGeom prst="rect">
                  <a:avLst/>
                </a:prstGeom>
                <a:blipFill>
                  <a:blip r:embed="rId104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BB117571-A4CD-F38C-A5D3-ED7D48ED5D7C}"/>
                    </a:ext>
                  </a:extLst>
                </p:cNvPr>
                <p:cNvSpPr txBox="1"/>
                <p:nvPr/>
              </p:nvSpPr>
              <p:spPr>
                <a:xfrm rot="16200000">
                  <a:off x="3199695" y="13910099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7" name="TextBox 546">
                  <a:extLst>
                    <a:ext uri="{FF2B5EF4-FFF2-40B4-BE49-F238E27FC236}">
                      <a16:creationId xmlns:a16="http://schemas.microsoft.com/office/drawing/2014/main" id="{BB117571-A4CD-F38C-A5D3-ED7D48ED5D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99695" y="13910099"/>
                  <a:ext cx="796436" cy="261610"/>
                </a:xfrm>
                <a:prstGeom prst="rect">
                  <a:avLst/>
                </a:prstGeom>
                <a:blipFill>
                  <a:blip r:embed="rId105"/>
                  <a:stretch>
                    <a:fillRect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D8646633-C392-C386-96EE-245ACD5AD882}"/>
                    </a:ext>
                  </a:extLst>
                </p:cNvPr>
                <p:cNvSpPr txBox="1"/>
                <p:nvPr/>
              </p:nvSpPr>
              <p:spPr>
                <a:xfrm rot="16200000">
                  <a:off x="4920771" y="13883127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8" name="TextBox 547">
                  <a:extLst>
                    <a:ext uri="{FF2B5EF4-FFF2-40B4-BE49-F238E27FC236}">
                      <a16:creationId xmlns:a16="http://schemas.microsoft.com/office/drawing/2014/main" id="{D8646633-C392-C386-96EE-245ACD5AD8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20771" y="13883127"/>
                  <a:ext cx="1043171" cy="261610"/>
                </a:xfrm>
                <a:prstGeom prst="rect">
                  <a:avLst/>
                </a:prstGeom>
                <a:blipFill>
                  <a:blip r:embed="rId106"/>
                  <a:stretch>
                    <a:fillRect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E4AEC638-9299-13A2-27C8-5B96CB713D13}"/>
                    </a:ext>
                  </a:extLst>
                </p:cNvPr>
                <p:cNvSpPr txBox="1"/>
                <p:nvPr/>
              </p:nvSpPr>
              <p:spPr>
                <a:xfrm rot="16200000">
                  <a:off x="4029129" y="13943351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49" name="TextBox 548">
                  <a:extLst>
                    <a:ext uri="{FF2B5EF4-FFF2-40B4-BE49-F238E27FC236}">
                      <a16:creationId xmlns:a16="http://schemas.microsoft.com/office/drawing/2014/main" id="{E4AEC638-9299-13A2-27C8-5B96CB713D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029129" y="13943351"/>
                  <a:ext cx="1043171" cy="261610"/>
                </a:xfrm>
                <a:prstGeom prst="rect">
                  <a:avLst/>
                </a:prstGeom>
                <a:blipFill>
                  <a:blip r:embed="rId107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FECAD60B-016C-6FFC-A59A-48834A8A3817}"/>
                    </a:ext>
                  </a:extLst>
                </p:cNvPr>
                <p:cNvSpPr txBox="1"/>
                <p:nvPr/>
              </p:nvSpPr>
              <p:spPr>
                <a:xfrm rot="16200000">
                  <a:off x="2271258" y="13045003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0" name="TextBox 549">
                  <a:extLst>
                    <a:ext uri="{FF2B5EF4-FFF2-40B4-BE49-F238E27FC236}">
                      <a16:creationId xmlns:a16="http://schemas.microsoft.com/office/drawing/2014/main" id="{FECAD60B-016C-6FFC-A59A-48834A8A38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271258" y="13045003"/>
                  <a:ext cx="796436" cy="261610"/>
                </a:xfrm>
                <a:prstGeom prst="rect">
                  <a:avLst/>
                </a:prstGeom>
                <a:blipFill>
                  <a:blip r:embed="rId108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B30A9DC9-25F8-962B-04FE-FCA77EEF7A60}"/>
                    </a:ext>
                  </a:extLst>
                </p:cNvPr>
                <p:cNvSpPr txBox="1"/>
                <p:nvPr/>
              </p:nvSpPr>
              <p:spPr>
                <a:xfrm rot="16200000">
                  <a:off x="3198882" y="13017981"/>
                  <a:ext cx="796436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1" name="TextBox 550">
                  <a:extLst>
                    <a:ext uri="{FF2B5EF4-FFF2-40B4-BE49-F238E27FC236}">
                      <a16:creationId xmlns:a16="http://schemas.microsoft.com/office/drawing/2014/main" id="{B30A9DC9-25F8-962B-04FE-FCA77EEF7A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98882" y="13017981"/>
                  <a:ext cx="796436" cy="261610"/>
                </a:xfrm>
                <a:prstGeom prst="rect">
                  <a:avLst/>
                </a:prstGeom>
                <a:blipFill>
                  <a:blip r:embed="rId109"/>
                  <a:stretch>
                    <a:fillRect r="-1563" b="-1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B5CEC834-9458-9977-7015-DD70C9CF1033}"/>
                    </a:ext>
                  </a:extLst>
                </p:cNvPr>
                <p:cNvSpPr txBox="1"/>
                <p:nvPr/>
              </p:nvSpPr>
              <p:spPr>
                <a:xfrm rot="16200000">
                  <a:off x="4930644" y="13079358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2" name="TextBox 551">
                  <a:extLst>
                    <a:ext uri="{FF2B5EF4-FFF2-40B4-BE49-F238E27FC236}">
                      <a16:creationId xmlns:a16="http://schemas.microsoft.com/office/drawing/2014/main" id="{B5CEC834-9458-9977-7015-DD70C9CF10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930644" y="13079358"/>
                  <a:ext cx="1043171" cy="261610"/>
                </a:xfrm>
                <a:prstGeom prst="rect">
                  <a:avLst/>
                </a:prstGeom>
                <a:blipFill>
                  <a:blip r:embed="rId110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735C8AD3-2101-C1F0-2A60-E5CF9AA25C8D}"/>
                    </a:ext>
                  </a:extLst>
                </p:cNvPr>
                <p:cNvSpPr txBox="1"/>
                <p:nvPr/>
              </p:nvSpPr>
              <p:spPr>
                <a:xfrm rot="16200000">
                  <a:off x="4022214" y="13093493"/>
                  <a:ext cx="1043171" cy="2616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ar-AE" sz="11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ar-AE" sz="11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3" name="TextBox 552">
                  <a:extLst>
                    <a:ext uri="{FF2B5EF4-FFF2-40B4-BE49-F238E27FC236}">
                      <a16:creationId xmlns:a16="http://schemas.microsoft.com/office/drawing/2014/main" id="{735C8AD3-2101-C1F0-2A60-E5CF9AA25C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4022214" y="13093493"/>
                  <a:ext cx="1043171" cy="261610"/>
                </a:xfrm>
                <a:prstGeom prst="rect">
                  <a:avLst/>
                </a:prstGeom>
                <a:blipFill>
                  <a:blip r:embed="rId111"/>
                  <a:stretch>
                    <a:fillRect r="-1205" b="-181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1E9FCA7E-CBE1-961D-91D4-92677744877D}"/>
                    </a:ext>
                  </a:extLst>
                </p:cNvPr>
                <p:cNvSpPr txBox="1"/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4" name="TextBox 553">
                  <a:extLst>
                    <a:ext uri="{FF2B5EF4-FFF2-40B4-BE49-F238E27FC236}">
                      <a16:creationId xmlns:a16="http://schemas.microsoft.com/office/drawing/2014/main" id="{1E9FCA7E-CBE1-961D-91D4-9267774487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3188" y="13834811"/>
                  <a:ext cx="474810" cy="400110"/>
                </a:xfrm>
                <a:prstGeom prst="rect">
                  <a:avLst/>
                </a:prstGeom>
                <a:blipFill>
                  <a:blip r:embed="rId112"/>
                  <a:stretch>
                    <a:fillRect l="-24242" r="-6061"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AB3CAC8C-4553-83EC-8014-A08ED429D976}"/>
                    </a:ext>
                  </a:extLst>
                </p:cNvPr>
                <p:cNvSpPr txBox="1"/>
                <p:nvPr/>
              </p:nvSpPr>
              <p:spPr>
                <a:xfrm>
                  <a:off x="3957673" y="12904525"/>
                  <a:ext cx="47481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ar-AE" sz="2000" dirty="0"/>
                </a:p>
              </p:txBody>
            </p:sp>
          </mc:Choice>
          <mc:Fallback xmlns="">
            <p:sp>
              <p:nvSpPr>
                <p:cNvPr id="555" name="TextBox 554">
                  <a:extLst>
                    <a:ext uri="{FF2B5EF4-FFF2-40B4-BE49-F238E27FC236}">
                      <a16:creationId xmlns:a16="http://schemas.microsoft.com/office/drawing/2014/main" id="{AB3CAC8C-4553-83EC-8014-A08ED429D9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7673" y="12904525"/>
                  <a:ext cx="474810" cy="400110"/>
                </a:xfrm>
                <a:prstGeom prst="rect">
                  <a:avLst/>
                </a:prstGeom>
                <a:blipFill>
                  <a:blip r:embed="rId113"/>
                  <a:stretch>
                    <a:fillRect l="-24242" r="-9091" b="-184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79" name="TextBox 578">
            <a:extLst>
              <a:ext uri="{FF2B5EF4-FFF2-40B4-BE49-F238E27FC236}">
                <a16:creationId xmlns:a16="http://schemas.microsoft.com/office/drawing/2014/main" id="{D351C046-A779-7069-0C9B-C1164AD0F8A7}"/>
              </a:ext>
            </a:extLst>
          </p:cNvPr>
          <p:cNvSpPr txBox="1"/>
          <p:nvPr/>
        </p:nvSpPr>
        <p:spPr>
          <a:xfrm>
            <a:off x="6965796" y="10375014"/>
            <a:ext cx="31384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/>
              <a:t>Northern communication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9550001-2211-8A53-9356-9480ED7F60F9}"/>
                  </a:ext>
                </a:extLst>
              </p:cNvPr>
              <p:cNvSpPr txBox="1"/>
              <p:nvPr/>
            </p:nvSpPr>
            <p:spPr>
              <a:xfrm rot="10800000">
                <a:off x="6722725" y="16643512"/>
                <a:ext cx="4748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9550001-2211-8A53-9356-9480ED7F6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0000">
                <a:off x="6722725" y="16643512"/>
                <a:ext cx="474810" cy="400110"/>
              </a:xfrm>
              <a:prstGeom prst="rect">
                <a:avLst/>
              </a:prstGeom>
              <a:blipFill>
                <a:blip r:embed="rId114"/>
                <a:stretch>
                  <a:fillRect l="-21053" t="-24242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ABFA2A8-3FD5-5E3D-8591-E86711BF3EAB}"/>
              </a:ext>
            </a:extLst>
          </p:cNvPr>
          <p:cNvSpPr txBox="1"/>
          <p:nvPr/>
        </p:nvSpPr>
        <p:spPr>
          <a:xfrm>
            <a:off x="8416975" y="18617785"/>
            <a:ext cx="359394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ADEE9A1-0806-7AF0-6ED3-9AC6C1A53FF0}"/>
              </a:ext>
            </a:extLst>
          </p:cNvPr>
          <p:cNvCxnSpPr/>
          <p:nvPr/>
        </p:nvCxnSpPr>
        <p:spPr>
          <a:xfrm>
            <a:off x="15295474" y="12328718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22A6779-6D1E-7AA2-21DE-309BBDED22F9}"/>
              </a:ext>
            </a:extLst>
          </p:cNvPr>
          <p:cNvCxnSpPr>
            <a:cxnSpLocks/>
          </p:cNvCxnSpPr>
          <p:nvPr/>
        </p:nvCxnSpPr>
        <p:spPr>
          <a:xfrm rot="5400000">
            <a:off x="15317317" y="12289808"/>
            <a:ext cx="268483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D7961D-1E84-23D7-99E5-9F002CA09434}"/>
              </a:ext>
            </a:extLst>
          </p:cNvPr>
          <p:cNvCxnSpPr>
            <a:cxnSpLocks/>
          </p:cNvCxnSpPr>
          <p:nvPr/>
        </p:nvCxnSpPr>
        <p:spPr>
          <a:xfrm flipH="1">
            <a:off x="15440736" y="11070136"/>
            <a:ext cx="2476906" cy="25074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14915A1-DEC7-602D-FC38-918EDDF5BC53}"/>
                  </a:ext>
                </a:extLst>
              </p:cNvPr>
              <p:cNvSpPr txBox="1"/>
              <p:nvPr/>
            </p:nvSpPr>
            <p:spPr>
              <a:xfrm>
                <a:off x="13463322" y="12139213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14915A1-DEC7-602D-FC38-918EDDF5BC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63322" y="12139213"/>
                <a:ext cx="1759521" cy="369332"/>
              </a:xfrm>
              <a:prstGeom prst="rect">
                <a:avLst/>
              </a:prstGeom>
              <a:blipFill>
                <a:blip r:embed="rId1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414154-6867-19D6-D0CF-E796879655AC}"/>
                  </a:ext>
                </a:extLst>
              </p:cNvPr>
              <p:cNvSpPr txBox="1"/>
              <p:nvPr/>
            </p:nvSpPr>
            <p:spPr>
              <a:xfrm>
                <a:off x="15741063" y="10519614"/>
                <a:ext cx="17595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414154-6867-19D6-D0CF-E79687965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41063" y="10519614"/>
                <a:ext cx="1759521" cy="369332"/>
              </a:xfrm>
              <a:prstGeom prst="rect">
                <a:avLst/>
              </a:prstGeom>
              <a:blipFill>
                <a:blip r:embed="rId1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9B6901-EE3A-5C62-0822-AFD3EC396CE4}"/>
                  </a:ext>
                </a:extLst>
              </p:cNvPr>
              <p:cNvSpPr txBox="1"/>
              <p:nvPr/>
            </p:nvSpPr>
            <p:spPr>
              <a:xfrm>
                <a:off x="15892555" y="13648077"/>
                <a:ext cx="17979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9B6901-EE3A-5C62-0822-AFD3EC396C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2555" y="13648077"/>
                <a:ext cx="1797993" cy="369332"/>
              </a:xfrm>
              <a:prstGeom prst="rect">
                <a:avLst/>
              </a:prstGeom>
              <a:blipFill>
                <a:blip r:embed="rId1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671A326D-BAD1-083F-FCAA-D825C843809A}"/>
              </a:ext>
            </a:extLst>
          </p:cNvPr>
          <p:cNvSpPr txBox="1"/>
          <p:nvPr/>
        </p:nvSpPr>
        <p:spPr>
          <a:xfrm>
            <a:off x="14959924" y="13490232"/>
            <a:ext cx="597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void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7DDA9B2-91EC-F0B8-3664-1230DB3F9AA7}"/>
              </a:ext>
            </a:extLst>
          </p:cNvPr>
          <p:cNvSpPr/>
          <p:nvPr/>
        </p:nvSpPr>
        <p:spPr>
          <a:xfrm>
            <a:off x="16525464" y="12186449"/>
            <a:ext cx="250257" cy="250257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34D0868-32E2-10B4-46AC-36328F0EAD8B}"/>
              </a:ext>
            </a:extLst>
          </p:cNvPr>
          <p:cNvSpPr txBox="1"/>
          <p:nvPr/>
        </p:nvSpPr>
        <p:spPr>
          <a:xfrm>
            <a:off x="16072371" y="11977478"/>
            <a:ext cx="691215" cy="5661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B119E5F-C620-824E-1C28-EB06E44205D1}"/>
                  </a:ext>
                </a:extLst>
              </p:cNvPr>
              <p:cNvSpPr txBox="1"/>
              <p:nvPr/>
            </p:nvSpPr>
            <p:spPr>
              <a:xfrm>
                <a:off x="17928334" y="12139213"/>
                <a:ext cx="17979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B119E5F-C620-824E-1C28-EB06E4420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28334" y="12139213"/>
                <a:ext cx="1797993" cy="369332"/>
              </a:xfrm>
              <a:prstGeom prst="rect">
                <a:avLst/>
              </a:prstGeom>
              <a:blipFill>
                <a:blip r:embed="rId1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F74893-7BAD-B7BE-0F76-5077A651D654}"/>
                  </a:ext>
                </a:extLst>
              </p:cNvPr>
              <p:cNvSpPr txBox="1"/>
              <p:nvPr/>
            </p:nvSpPr>
            <p:spPr>
              <a:xfrm>
                <a:off x="17878733" y="10739794"/>
                <a:ext cx="17979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F74893-7BAD-B7BE-0F76-5077A651D6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8733" y="10739794"/>
                <a:ext cx="1797993" cy="369332"/>
              </a:xfrm>
              <a:prstGeom prst="rect">
                <a:avLst/>
              </a:prstGeom>
              <a:blipFill>
                <a:blip r:embed="rId1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BB9FAB5B-2D97-88DD-7432-E8A9A0504D36}"/>
              </a:ext>
            </a:extLst>
          </p:cNvPr>
          <p:cNvSpPr txBox="1"/>
          <p:nvPr/>
        </p:nvSpPr>
        <p:spPr>
          <a:xfrm>
            <a:off x="17928334" y="13120900"/>
            <a:ext cx="2884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(POLE NOT IMPLEMENTED)</a:t>
            </a:r>
          </a:p>
        </p:txBody>
      </p:sp>
    </p:spTree>
    <p:extLst>
      <p:ext uri="{BB962C8B-B14F-4D97-AF65-F5344CB8AC3E}">
        <p14:creationId xmlns:p14="http://schemas.microsoft.com/office/powerpoint/2010/main" val="1013309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1203</TotalTime>
  <Words>1392</Words>
  <Application>Microsoft Macintosh PowerPoint</Application>
  <PresentationFormat>Custom</PresentationFormat>
  <Paragraphs>933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Nobuyuki Matsumoto</dc:creator>
  <cp:lastModifiedBy>Nobuyuki Matsumoto</cp:lastModifiedBy>
  <cp:revision>394</cp:revision>
  <dcterms:created xsi:type="dcterms:W3CDTF">2025-10-14T20:21:11Z</dcterms:created>
  <dcterms:modified xsi:type="dcterms:W3CDTF">2025-11-30T02:40:46Z</dcterms:modified>
</cp:coreProperties>
</file>