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9"/>
  </p:notesMasterIdLst>
  <p:sldIdLst>
    <p:sldId id="262" r:id="rId2"/>
    <p:sldId id="263" r:id="rId3"/>
    <p:sldId id="264" r:id="rId4"/>
    <p:sldId id="261" r:id="rId5"/>
    <p:sldId id="258" r:id="rId6"/>
    <p:sldId id="259" r:id="rId7"/>
    <p:sldId id="260" r:id="rId8"/>
  </p:sldIdLst>
  <p:sldSz cx="22860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341"/>
    <p:restoredTop sz="96512"/>
  </p:normalViewPr>
  <p:slideViewPr>
    <p:cSldViewPr snapToGrid="0" showGuides="1">
      <p:cViewPr>
        <p:scale>
          <a:sx n="59" d="100"/>
          <a:sy n="59" d="100"/>
        </p:scale>
        <p:origin x="-64" y="-904"/>
      </p:cViewPr>
      <p:guideLst>
        <p:guide orient="horz" pos="11520"/>
        <p:guide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44CFA-C4D5-3147-AF45-248FAE2AE92E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143000"/>
            <a:ext cx="1930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519B5-C0B7-544F-957A-EB8C85F22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78204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56408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234612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312816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3910203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469224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547428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6256325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5D94-1632-7F09-1C36-8E1100B7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E8C0D-3D3A-A9D8-712C-47214B4C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CB69D-F71A-E5D7-6B34-07B585D1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69965-7631-4F3A-56FB-F1CB06F3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2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312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44415-3F2F-41C0-94CB-73D7357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1F1C-4D2E-7E4B-1D30-3A7C89FD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49C56-EA4A-2868-221A-52CC6285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9212F-19A0-C80D-3EBB-BD9A13458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37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30AA-F2DA-F1BF-C5A6-05F6B6A6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023C-F595-9331-2AA2-BCB654037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8057B-C385-13B5-D383-984136C67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210F4-2829-B0D9-C449-72CB7FC9B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7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A4F6-5E7B-5B9F-C865-BCAFE02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0DD2F-78EA-A0FD-076D-C4F19DD03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72218-CC5D-C5F9-2D80-4D43D148A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401A-E17C-C72F-2245-5B30EEB35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5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EECAC-8938-EB32-259B-FB4987B5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F24A-30DB-5DCE-BBE7-53ED957A6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C978C-A1A4-A85F-A167-8908FC77F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A38D8-4C67-8C83-DE35-DEDCAA850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5985936"/>
            <a:ext cx="19431000" cy="127338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9210869"/>
            <a:ext cx="17145000" cy="8830731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76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9118611"/>
            <a:ext cx="19716750" cy="15214597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24477144"/>
            <a:ext cx="19716750" cy="8000997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00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5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947341"/>
            <a:ext cx="1971675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8966203"/>
            <a:ext cx="9670850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3360400"/>
            <a:ext cx="967085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8966203"/>
            <a:ext cx="9718478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3360400"/>
            <a:ext cx="9718478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9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5266274"/>
            <a:ext cx="11572875" cy="2599266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5266274"/>
            <a:ext cx="11572875" cy="2599266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8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947333"/>
            <a:ext cx="4929188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947333"/>
            <a:ext cx="14501813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947341"/>
            <a:ext cx="1971675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9736667"/>
            <a:ext cx="1971675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33900542"/>
            <a:ext cx="771525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1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18" Type="http://schemas.openxmlformats.org/officeDocument/2006/relationships/image" Target="../media/image4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5" Type="http://schemas.openxmlformats.org/officeDocument/2006/relationships/image" Target="../media/image1.png"/><Relationship Id="rId10" Type="http://schemas.openxmlformats.org/officeDocument/2006/relationships/image" Target="../media/image167.png"/><Relationship Id="rId19" Type="http://schemas.openxmlformats.org/officeDocument/2006/relationships/image" Target="../media/image5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47" Type="http://schemas.openxmlformats.org/officeDocument/2006/relationships/image" Target="../media/image25.png"/><Relationship Id="rId63" Type="http://schemas.openxmlformats.org/officeDocument/2006/relationships/image" Target="../media/image41.png"/><Relationship Id="rId68" Type="http://schemas.openxmlformats.org/officeDocument/2006/relationships/image" Target="../media/image46.png"/><Relationship Id="rId84" Type="http://schemas.openxmlformats.org/officeDocument/2006/relationships/image" Target="../media/image62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38" Type="http://schemas.openxmlformats.org/officeDocument/2006/relationships/image" Target="../media/image116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37" Type="http://schemas.openxmlformats.org/officeDocument/2006/relationships/image" Target="../media/image14.png"/><Relationship Id="rId53" Type="http://schemas.openxmlformats.org/officeDocument/2006/relationships/image" Target="../media/image31.png"/><Relationship Id="rId58" Type="http://schemas.openxmlformats.org/officeDocument/2006/relationships/image" Target="../media/image36.png"/><Relationship Id="rId74" Type="http://schemas.openxmlformats.org/officeDocument/2006/relationships/image" Target="../media/image52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28" Type="http://schemas.openxmlformats.org/officeDocument/2006/relationships/image" Target="../media/image106.png"/><Relationship Id="rId144" Type="http://schemas.openxmlformats.org/officeDocument/2006/relationships/image" Target="../media/image122.png"/><Relationship Id="rId149" Type="http://schemas.openxmlformats.org/officeDocument/2006/relationships/image" Target="../media/image127.png"/><Relationship Id="rId5" Type="http://schemas.openxmlformats.org/officeDocument/2006/relationships/image" Target="../media/image217.png"/><Relationship Id="rId90" Type="http://schemas.openxmlformats.org/officeDocument/2006/relationships/image" Target="../media/image68.png"/><Relationship Id="rId95" Type="http://schemas.openxmlformats.org/officeDocument/2006/relationships/image" Target="../media/image73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27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7" Type="http://schemas.openxmlformats.org/officeDocument/2006/relationships/image" Target="../media/image410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2" Type="http://schemas.openxmlformats.org/officeDocument/2006/relationships/notesSlide" Target="../notesSlides/notesSlide3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8" Type="http://schemas.openxmlformats.org/officeDocument/2006/relationships/image" Target="../media/image510.png"/><Relationship Id="rId51" Type="http://schemas.openxmlformats.org/officeDocument/2006/relationships/image" Target="../media/image28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3" Type="http://schemas.openxmlformats.org/officeDocument/2006/relationships/image" Target="../media/image29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4" Type="http://schemas.openxmlformats.org/officeDocument/2006/relationships/image" Target="../media/image130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image" Target="../media/image17.png"/><Relationship Id="rId42" Type="http://schemas.openxmlformats.org/officeDocument/2006/relationships/image" Target="../media/image1420.png"/><Relationship Id="rId47" Type="http://schemas.openxmlformats.org/officeDocument/2006/relationships/image" Target="../media/image1470.png"/><Relationship Id="rId63" Type="http://schemas.openxmlformats.org/officeDocument/2006/relationships/image" Target="../media/image40.png"/><Relationship Id="rId68" Type="http://schemas.openxmlformats.org/officeDocument/2006/relationships/image" Target="../media/image85.png"/><Relationship Id="rId84" Type="http://schemas.openxmlformats.org/officeDocument/2006/relationships/image" Target="../media/image103.png"/><Relationship Id="rId89" Type="http://schemas.openxmlformats.org/officeDocument/2006/relationships/image" Target="../media/image108.png"/><Relationship Id="rId112" Type="http://schemas.openxmlformats.org/officeDocument/2006/relationships/image" Target="../media/image173.png"/><Relationship Id="rId16" Type="http://schemas.openxmlformats.org/officeDocument/2006/relationships/image" Target="../media/image12.png"/><Relationship Id="rId107" Type="http://schemas.openxmlformats.org/officeDocument/2006/relationships/image" Target="../media/image1660.png"/><Relationship Id="rId11" Type="http://schemas.openxmlformats.org/officeDocument/2006/relationships/image" Target="../media/image7.png"/><Relationship Id="rId32" Type="http://schemas.openxmlformats.org/officeDocument/2006/relationships/image" Target="../media/image1340.png"/><Relationship Id="rId37" Type="http://schemas.openxmlformats.org/officeDocument/2006/relationships/image" Target="../media/image1380.png"/><Relationship Id="rId53" Type="http://schemas.openxmlformats.org/officeDocument/2006/relationships/image" Target="../media/image72.png"/><Relationship Id="rId58" Type="http://schemas.openxmlformats.org/officeDocument/2006/relationships/image" Target="../media/image77.png"/><Relationship Id="rId74" Type="http://schemas.openxmlformats.org/officeDocument/2006/relationships/image" Target="../media/image91.png"/><Relationship Id="rId79" Type="http://schemas.openxmlformats.org/officeDocument/2006/relationships/image" Target="../media/image96.png"/><Relationship Id="rId102" Type="http://schemas.openxmlformats.org/officeDocument/2006/relationships/image" Target="../media/image1610.png"/><Relationship Id="rId5" Type="http://schemas.openxmlformats.org/officeDocument/2006/relationships/image" Target="../media/image1341.png"/><Relationship Id="rId90" Type="http://schemas.openxmlformats.org/officeDocument/2006/relationships/image" Target="../media/image109.png"/><Relationship Id="rId95" Type="http://schemas.openxmlformats.org/officeDocument/2006/relationships/image" Target="../media/image1560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1430.png"/><Relationship Id="rId48" Type="http://schemas.openxmlformats.org/officeDocument/2006/relationships/image" Target="../media/image1480.png"/><Relationship Id="rId64" Type="http://schemas.openxmlformats.org/officeDocument/2006/relationships/image" Target="../media/image41.png"/><Relationship Id="rId69" Type="http://schemas.openxmlformats.org/officeDocument/2006/relationships/image" Target="../media/image86.png"/><Relationship Id="rId113" Type="http://schemas.openxmlformats.org/officeDocument/2006/relationships/image" Target="../media/image174.png"/><Relationship Id="rId80" Type="http://schemas.openxmlformats.org/officeDocument/2006/relationships/image" Target="../media/image97.png"/><Relationship Id="rId85" Type="http://schemas.openxmlformats.org/officeDocument/2006/relationships/image" Target="../media/image104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1350.png"/><Relationship Id="rId38" Type="http://schemas.openxmlformats.org/officeDocument/2006/relationships/image" Target="../media/image1390.png"/><Relationship Id="rId59" Type="http://schemas.openxmlformats.org/officeDocument/2006/relationships/image" Target="../media/image78.png"/><Relationship Id="rId103" Type="http://schemas.openxmlformats.org/officeDocument/2006/relationships/image" Target="../media/image1620.png"/><Relationship Id="rId108" Type="http://schemas.openxmlformats.org/officeDocument/2006/relationships/image" Target="../media/image1670.png"/><Relationship Id="rId54" Type="http://schemas.openxmlformats.org/officeDocument/2006/relationships/image" Target="../media/image73.png"/><Relationship Id="rId70" Type="http://schemas.openxmlformats.org/officeDocument/2006/relationships/image" Target="../media/image87.png"/><Relationship Id="rId75" Type="http://schemas.openxmlformats.org/officeDocument/2006/relationships/image" Target="../media/image92.png"/><Relationship Id="rId91" Type="http://schemas.openxmlformats.org/officeDocument/2006/relationships/image" Target="../media/image1520.png"/><Relationship Id="rId96" Type="http://schemas.openxmlformats.org/officeDocument/2006/relationships/image" Target="../media/image15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36" Type="http://schemas.openxmlformats.org/officeDocument/2006/relationships/image" Target="../media/image1370.png"/><Relationship Id="rId49" Type="http://schemas.openxmlformats.org/officeDocument/2006/relationships/image" Target="../media/image1490.png"/><Relationship Id="rId57" Type="http://schemas.openxmlformats.org/officeDocument/2006/relationships/image" Target="../media/image76.png"/><Relationship Id="rId106" Type="http://schemas.openxmlformats.org/officeDocument/2006/relationships/image" Target="../media/image1650.png"/><Relationship Id="rId114" Type="http://schemas.openxmlformats.org/officeDocument/2006/relationships/image" Target="../media/image175.png"/><Relationship Id="rId10" Type="http://schemas.openxmlformats.org/officeDocument/2006/relationships/image" Target="../media/image610.png"/><Relationship Id="rId31" Type="http://schemas.openxmlformats.org/officeDocument/2006/relationships/image" Target="../media/image1330.png"/><Relationship Id="rId44" Type="http://schemas.openxmlformats.org/officeDocument/2006/relationships/image" Target="../media/image1440.png"/><Relationship Id="rId52" Type="http://schemas.openxmlformats.org/officeDocument/2006/relationships/image" Target="../media/image1510.png"/><Relationship Id="rId60" Type="http://schemas.openxmlformats.org/officeDocument/2006/relationships/image" Target="../media/image79.png"/><Relationship Id="rId65" Type="http://schemas.openxmlformats.org/officeDocument/2006/relationships/image" Target="../media/image82.png"/><Relationship Id="rId73" Type="http://schemas.openxmlformats.org/officeDocument/2006/relationships/image" Target="../media/image90.png"/><Relationship Id="rId78" Type="http://schemas.openxmlformats.org/officeDocument/2006/relationships/image" Target="../media/image95.png"/><Relationship Id="rId81" Type="http://schemas.openxmlformats.org/officeDocument/2006/relationships/image" Target="../media/image99.png"/><Relationship Id="rId86" Type="http://schemas.openxmlformats.org/officeDocument/2006/relationships/image" Target="../media/image105.png"/><Relationship Id="rId94" Type="http://schemas.openxmlformats.org/officeDocument/2006/relationships/image" Target="../media/image1550.png"/><Relationship Id="rId99" Type="http://schemas.openxmlformats.org/officeDocument/2006/relationships/image" Target="../media/image113.png"/><Relationship Id="rId101" Type="http://schemas.openxmlformats.org/officeDocument/2006/relationships/image" Target="../media/image33.png"/><Relationship Id="rId4" Type="http://schemas.openxmlformats.org/officeDocument/2006/relationships/image" Target="../media/image1331.png"/><Relationship Id="rId9" Type="http://schemas.openxmlformats.org/officeDocument/2006/relationships/image" Target="../media/image6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98.png"/><Relationship Id="rId109" Type="http://schemas.openxmlformats.org/officeDocument/2006/relationships/image" Target="../media/image1680.png"/><Relationship Id="rId34" Type="http://schemas.openxmlformats.org/officeDocument/2006/relationships/image" Target="../media/image101.png"/><Relationship Id="rId50" Type="http://schemas.openxmlformats.org/officeDocument/2006/relationships/image" Target="../media/image1500.png"/><Relationship Id="rId55" Type="http://schemas.openxmlformats.org/officeDocument/2006/relationships/image" Target="../media/image74.png"/><Relationship Id="rId76" Type="http://schemas.openxmlformats.org/officeDocument/2006/relationships/image" Target="../media/image93.png"/><Relationship Id="rId97" Type="http://schemas.openxmlformats.org/officeDocument/2006/relationships/image" Target="../media/image1580.png"/><Relationship Id="rId104" Type="http://schemas.openxmlformats.org/officeDocument/2006/relationships/image" Target="../media/image1630.png"/><Relationship Id="rId7" Type="http://schemas.openxmlformats.org/officeDocument/2006/relationships/image" Target="../media/image1351.png"/><Relationship Id="rId71" Type="http://schemas.openxmlformats.org/officeDocument/2006/relationships/image" Target="../media/image88.png"/><Relationship Id="rId92" Type="http://schemas.openxmlformats.org/officeDocument/2006/relationships/image" Target="../media/image1530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1400.png"/><Relationship Id="rId45" Type="http://schemas.openxmlformats.org/officeDocument/2006/relationships/image" Target="../media/image1450.png"/><Relationship Id="rId66" Type="http://schemas.openxmlformats.org/officeDocument/2006/relationships/image" Target="../media/image83.png"/><Relationship Id="rId87" Type="http://schemas.openxmlformats.org/officeDocument/2006/relationships/image" Target="../media/image106.png"/><Relationship Id="rId110" Type="http://schemas.openxmlformats.org/officeDocument/2006/relationships/image" Target="../media/image129.png"/><Relationship Id="rId115" Type="http://schemas.openxmlformats.org/officeDocument/2006/relationships/image" Target="../media/image176.png"/><Relationship Id="rId61" Type="http://schemas.openxmlformats.org/officeDocument/2006/relationships/image" Target="../media/image80.png"/><Relationship Id="rId82" Type="http://schemas.openxmlformats.org/officeDocument/2006/relationships/image" Target="../media/image10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361.png"/><Relationship Id="rId35" Type="http://schemas.openxmlformats.org/officeDocument/2006/relationships/image" Target="../media/image1360.png"/><Relationship Id="rId56" Type="http://schemas.openxmlformats.org/officeDocument/2006/relationships/image" Target="../media/image75.png"/><Relationship Id="rId77" Type="http://schemas.openxmlformats.org/officeDocument/2006/relationships/image" Target="../media/image94.png"/><Relationship Id="rId100" Type="http://schemas.openxmlformats.org/officeDocument/2006/relationships/image" Target="../media/image1600.png"/><Relationship Id="rId105" Type="http://schemas.openxmlformats.org/officeDocument/2006/relationships/image" Target="../media/image1640.png"/><Relationship Id="rId8" Type="http://schemas.openxmlformats.org/officeDocument/2006/relationships/image" Target="../media/image510.png"/><Relationship Id="rId51" Type="http://schemas.openxmlformats.org/officeDocument/2006/relationships/image" Target="../media/image71.png"/><Relationship Id="rId72" Type="http://schemas.openxmlformats.org/officeDocument/2006/relationships/image" Target="../media/image89.png"/><Relationship Id="rId93" Type="http://schemas.openxmlformats.org/officeDocument/2006/relationships/image" Target="../media/image1540.png"/><Relationship Id="rId98" Type="http://schemas.openxmlformats.org/officeDocument/2006/relationships/image" Target="../media/image1590.png"/><Relationship Id="rId3" Type="http://schemas.openxmlformats.org/officeDocument/2006/relationships/image" Target="../media/image29.png"/><Relationship Id="rId25" Type="http://schemas.openxmlformats.org/officeDocument/2006/relationships/image" Target="../media/image21.png"/><Relationship Id="rId46" Type="http://schemas.openxmlformats.org/officeDocument/2006/relationships/image" Target="../media/image1460.png"/><Relationship Id="rId67" Type="http://schemas.openxmlformats.org/officeDocument/2006/relationships/image" Target="../media/image84.png"/><Relationship Id="rId20" Type="http://schemas.openxmlformats.org/officeDocument/2006/relationships/image" Target="../media/image16.png"/><Relationship Id="rId41" Type="http://schemas.openxmlformats.org/officeDocument/2006/relationships/image" Target="../media/image1410.png"/><Relationship Id="rId62" Type="http://schemas.openxmlformats.org/officeDocument/2006/relationships/image" Target="../media/image81.png"/><Relationship Id="rId83" Type="http://schemas.openxmlformats.org/officeDocument/2006/relationships/image" Target="../media/image102.png"/><Relationship Id="rId88" Type="http://schemas.openxmlformats.org/officeDocument/2006/relationships/image" Target="../media/image107.png"/><Relationship Id="rId111" Type="http://schemas.openxmlformats.org/officeDocument/2006/relationships/image" Target="../media/image172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7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6" Type="http://schemas.openxmlformats.org/officeDocument/2006/relationships/image" Target="../media/image12.png"/><Relationship Id="rId107" Type="http://schemas.openxmlformats.org/officeDocument/2006/relationships/image" Target="../media/image105.png"/><Relationship Id="rId11" Type="http://schemas.openxmlformats.org/officeDocument/2006/relationships/image" Target="../media/image7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74" Type="http://schemas.openxmlformats.org/officeDocument/2006/relationships/image" Target="../media/image72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28" Type="http://schemas.openxmlformats.org/officeDocument/2006/relationships/image" Target="../media/image126.png"/><Relationship Id="rId5" Type="http://schemas.openxmlformats.org/officeDocument/2006/relationships/image" Target="../media/image1690.png"/><Relationship Id="rId90" Type="http://schemas.openxmlformats.org/officeDocument/2006/relationships/image" Target="../media/image88.png"/><Relationship Id="rId95" Type="http://schemas.openxmlformats.org/officeDocument/2006/relationships/image" Target="../media/image93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18" Type="http://schemas.openxmlformats.org/officeDocument/2006/relationships/image" Target="../media/image116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08" Type="http://schemas.openxmlformats.org/officeDocument/2006/relationships/image" Target="../media/image106.png"/><Relationship Id="rId124" Type="http://schemas.openxmlformats.org/officeDocument/2006/relationships/image" Target="../media/image122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0" Type="http://schemas.openxmlformats.org/officeDocument/2006/relationships/image" Target="../media/image68.png"/><Relationship Id="rId75" Type="http://schemas.openxmlformats.org/officeDocument/2006/relationships/image" Target="../media/image73.png"/><Relationship Id="rId91" Type="http://schemas.openxmlformats.org/officeDocument/2006/relationships/image" Target="../media/image89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37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04" Type="http://schemas.openxmlformats.org/officeDocument/2006/relationships/image" Target="../media/image102.png"/><Relationship Id="rId120" Type="http://schemas.openxmlformats.org/officeDocument/2006/relationships/image" Target="../media/image118.png"/><Relationship Id="rId125" Type="http://schemas.openxmlformats.org/officeDocument/2006/relationships/image" Target="../media/image123.png"/><Relationship Id="rId7" Type="http://schemas.openxmlformats.org/officeDocument/2006/relationships/image" Target="../media/image410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730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8" Type="http://schemas.openxmlformats.org/officeDocument/2006/relationships/image" Target="../media/image1700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3" Type="http://schemas.openxmlformats.org/officeDocument/2006/relationships/image" Target="../media/image220.png"/><Relationship Id="rId25" Type="http://schemas.openxmlformats.org/officeDocument/2006/relationships/image" Target="../media/image21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20" Type="http://schemas.openxmlformats.org/officeDocument/2006/relationships/image" Target="../media/image16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5" Type="http://schemas.openxmlformats.org/officeDocument/2006/relationships/image" Target="../media/image11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610.png"/><Relationship Id="rId31" Type="http://schemas.openxmlformats.org/officeDocument/2006/relationships/image" Target="../media/image1740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4" Type="http://schemas.openxmlformats.org/officeDocument/2006/relationships/image" Target="../media/image130.png"/><Relationship Id="rId9" Type="http://schemas.openxmlformats.org/officeDocument/2006/relationships/image" Target="../media/image1710.png"/><Relationship Id="rId26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117" Type="http://schemas.openxmlformats.org/officeDocument/2006/relationships/image" Target="../media/image221.png"/><Relationship Id="rId21" Type="http://schemas.openxmlformats.org/officeDocument/2006/relationships/image" Target="../media/image18.png"/><Relationship Id="rId42" Type="http://schemas.openxmlformats.org/officeDocument/2006/relationships/image" Target="../media/image50.png"/><Relationship Id="rId47" Type="http://schemas.openxmlformats.org/officeDocument/2006/relationships/image" Target="../media/image191.png"/><Relationship Id="rId63" Type="http://schemas.openxmlformats.org/officeDocument/2006/relationships/image" Target="../media/image41.png"/><Relationship Id="rId68" Type="http://schemas.openxmlformats.org/officeDocument/2006/relationships/image" Target="../media/image66.png"/><Relationship Id="rId84" Type="http://schemas.openxmlformats.org/officeDocument/2006/relationships/image" Target="../media/image40.png"/><Relationship Id="rId89" Type="http://schemas.openxmlformats.org/officeDocument/2006/relationships/image" Target="../media/image86.png"/><Relationship Id="rId112" Type="http://schemas.openxmlformats.org/officeDocument/2006/relationships/image" Target="../media/image214.png"/><Relationship Id="rId16" Type="http://schemas.openxmlformats.org/officeDocument/2006/relationships/image" Target="../media/image13.png"/><Relationship Id="rId107" Type="http://schemas.openxmlformats.org/officeDocument/2006/relationships/image" Target="../media/image209.png"/><Relationship Id="rId11" Type="http://schemas.openxmlformats.org/officeDocument/2006/relationships/image" Target="../media/image8.png"/><Relationship Id="rId32" Type="http://schemas.openxmlformats.org/officeDocument/2006/relationships/image" Target="../media/image178.png"/><Relationship Id="rId37" Type="http://schemas.openxmlformats.org/officeDocument/2006/relationships/image" Target="../media/image183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33.png"/><Relationship Id="rId79" Type="http://schemas.openxmlformats.org/officeDocument/2006/relationships/image" Target="../media/image77.png"/><Relationship Id="rId102" Type="http://schemas.openxmlformats.org/officeDocument/2006/relationships/image" Target="../media/image1420.png"/><Relationship Id="rId5" Type="http://schemas.openxmlformats.org/officeDocument/2006/relationships/image" Target="../media/image310.png"/><Relationship Id="rId90" Type="http://schemas.openxmlformats.org/officeDocument/2006/relationships/image" Target="../media/image87.png"/><Relationship Id="rId95" Type="http://schemas.openxmlformats.org/officeDocument/2006/relationships/image" Target="../media/image198.png"/><Relationship Id="rId22" Type="http://schemas.openxmlformats.org/officeDocument/2006/relationships/image" Target="../media/image19.png"/><Relationship Id="rId27" Type="http://schemas.openxmlformats.org/officeDocument/2006/relationships/image" Target="../media/image25.png"/><Relationship Id="rId43" Type="http://schemas.openxmlformats.org/officeDocument/2006/relationships/image" Target="../media/image187.png"/><Relationship Id="rId48" Type="http://schemas.openxmlformats.org/officeDocument/2006/relationships/image" Target="../media/image192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215.png"/><Relationship Id="rId118" Type="http://schemas.openxmlformats.org/officeDocument/2006/relationships/image" Target="../media/image222.png"/><Relationship Id="rId80" Type="http://schemas.openxmlformats.org/officeDocument/2006/relationships/image" Target="../media/image78.png"/><Relationship Id="rId85" Type="http://schemas.openxmlformats.org/officeDocument/2006/relationships/image" Target="../media/image82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33" Type="http://schemas.openxmlformats.org/officeDocument/2006/relationships/image" Target="../media/image179.png"/><Relationship Id="rId38" Type="http://schemas.openxmlformats.org/officeDocument/2006/relationships/image" Target="../media/image184.png"/><Relationship Id="rId59" Type="http://schemas.openxmlformats.org/officeDocument/2006/relationships/image" Target="../media/image58.png"/><Relationship Id="rId103" Type="http://schemas.openxmlformats.org/officeDocument/2006/relationships/image" Target="../media/image205.png"/><Relationship Id="rId108" Type="http://schemas.openxmlformats.org/officeDocument/2006/relationships/image" Target="../media/image210.png"/><Relationship Id="rId54" Type="http://schemas.openxmlformats.org/officeDocument/2006/relationships/image" Target="../media/image53.png"/><Relationship Id="rId70" Type="http://schemas.openxmlformats.org/officeDocument/2006/relationships/image" Target="../media/image68.png"/><Relationship Id="rId75" Type="http://schemas.openxmlformats.org/officeDocument/2006/relationships/image" Target="../media/image72.png"/><Relationship Id="rId91" Type="http://schemas.openxmlformats.org/officeDocument/2006/relationships/image" Target="../media/image88.png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23" Type="http://schemas.openxmlformats.org/officeDocument/2006/relationships/image" Target="../media/image20.png"/><Relationship Id="rId28" Type="http://schemas.openxmlformats.org/officeDocument/2006/relationships/image" Target="../media/image26.png"/><Relationship Id="rId49" Type="http://schemas.openxmlformats.org/officeDocument/2006/relationships/image" Target="../media/image193.png"/><Relationship Id="rId114" Type="http://schemas.openxmlformats.org/officeDocument/2006/relationships/image" Target="../media/image216.png"/><Relationship Id="rId119" Type="http://schemas.openxmlformats.org/officeDocument/2006/relationships/image" Target="../media/image223.png"/><Relationship Id="rId10" Type="http://schemas.openxmlformats.org/officeDocument/2006/relationships/image" Target="../media/image7.png"/><Relationship Id="rId31" Type="http://schemas.openxmlformats.org/officeDocument/2006/relationships/image" Target="../media/image1770.png"/><Relationship Id="rId44" Type="http://schemas.openxmlformats.org/officeDocument/2006/relationships/image" Target="../media/image188.png"/><Relationship Id="rId52" Type="http://schemas.openxmlformats.org/officeDocument/2006/relationships/image" Target="../media/image196.png"/><Relationship Id="rId60" Type="http://schemas.openxmlformats.org/officeDocument/2006/relationships/image" Target="../media/image59.png"/><Relationship Id="rId65" Type="http://schemas.openxmlformats.org/officeDocument/2006/relationships/image" Target="../media/image63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81" Type="http://schemas.openxmlformats.org/officeDocument/2006/relationships/image" Target="../media/image79.png"/><Relationship Id="rId86" Type="http://schemas.openxmlformats.org/officeDocument/2006/relationships/image" Target="../media/image83.png"/><Relationship Id="rId94" Type="http://schemas.openxmlformats.org/officeDocument/2006/relationships/image" Target="../media/image197.png"/><Relationship Id="rId99" Type="http://schemas.openxmlformats.org/officeDocument/2006/relationships/image" Target="../media/image202.png"/><Relationship Id="rId101" Type="http://schemas.openxmlformats.org/officeDocument/2006/relationships/image" Target="../media/image204.png"/><Relationship Id="rId4" Type="http://schemas.openxmlformats.org/officeDocument/2006/relationships/image" Target="../media/image130.png"/><Relationship Id="rId9" Type="http://schemas.openxmlformats.org/officeDocument/2006/relationships/image" Target="../media/image610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9" Type="http://schemas.openxmlformats.org/officeDocument/2006/relationships/image" Target="../media/image185.png"/><Relationship Id="rId109" Type="http://schemas.openxmlformats.org/officeDocument/2006/relationships/image" Target="../media/image211.png"/><Relationship Id="rId34" Type="http://schemas.openxmlformats.org/officeDocument/2006/relationships/image" Target="../media/image180.png"/><Relationship Id="rId50" Type="http://schemas.openxmlformats.org/officeDocument/2006/relationships/image" Target="../media/image194.png"/><Relationship Id="rId55" Type="http://schemas.openxmlformats.org/officeDocument/2006/relationships/image" Target="../media/image54.png"/><Relationship Id="rId76" Type="http://schemas.openxmlformats.org/officeDocument/2006/relationships/image" Target="../media/image73.png"/><Relationship Id="rId97" Type="http://schemas.openxmlformats.org/officeDocument/2006/relationships/image" Target="../media/image200.png"/><Relationship Id="rId104" Type="http://schemas.openxmlformats.org/officeDocument/2006/relationships/image" Target="../media/image206.png"/><Relationship Id="rId7" Type="http://schemas.openxmlformats.org/officeDocument/2006/relationships/image" Target="../media/image177.png"/><Relationship Id="rId71" Type="http://schemas.openxmlformats.org/officeDocument/2006/relationships/image" Target="../media/image69.png"/><Relationship Id="rId92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1730.png"/><Relationship Id="rId24" Type="http://schemas.openxmlformats.org/officeDocument/2006/relationships/image" Target="../media/image21.png"/><Relationship Id="rId40" Type="http://schemas.openxmlformats.org/officeDocument/2006/relationships/image" Target="../media/image186.png"/><Relationship Id="rId45" Type="http://schemas.openxmlformats.org/officeDocument/2006/relationships/image" Target="../media/image189.png"/><Relationship Id="rId66" Type="http://schemas.openxmlformats.org/officeDocument/2006/relationships/image" Target="../media/image64.png"/><Relationship Id="rId87" Type="http://schemas.openxmlformats.org/officeDocument/2006/relationships/image" Target="../media/image84.png"/><Relationship Id="rId110" Type="http://schemas.openxmlformats.org/officeDocument/2006/relationships/image" Target="../media/image212.png"/><Relationship Id="rId115" Type="http://schemas.openxmlformats.org/officeDocument/2006/relationships/image" Target="../media/image218.png"/><Relationship Id="rId61" Type="http://schemas.openxmlformats.org/officeDocument/2006/relationships/image" Target="../media/image60.png"/><Relationship Id="rId82" Type="http://schemas.openxmlformats.org/officeDocument/2006/relationships/image" Target="../media/image80.png"/><Relationship Id="rId19" Type="http://schemas.openxmlformats.org/officeDocument/2006/relationships/image" Target="../media/image16.png"/><Relationship Id="rId14" Type="http://schemas.openxmlformats.org/officeDocument/2006/relationships/image" Target="../media/image11.png"/><Relationship Id="rId30" Type="http://schemas.openxmlformats.org/officeDocument/2006/relationships/image" Target="../media/image1760.png"/><Relationship Id="rId35" Type="http://schemas.openxmlformats.org/officeDocument/2006/relationships/image" Target="../media/image181.png"/><Relationship Id="rId56" Type="http://schemas.openxmlformats.org/officeDocument/2006/relationships/image" Target="../media/image55.png"/><Relationship Id="rId77" Type="http://schemas.openxmlformats.org/officeDocument/2006/relationships/image" Target="../media/image74.png"/><Relationship Id="rId100" Type="http://schemas.openxmlformats.org/officeDocument/2006/relationships/image" Target="../media/image203.png"/><Relationship Id="rId105" Type="http://schemas.openxmlformats.org/officeDocument/2006/relationships/image" Target="../media/image207.png"/><Relationship Id="rId8" Type="http://schemas.openxmlformats.org/officeDocument/2006/relationships/image" Target="../media/image1710.png"/><Relationship Id="rId51" Type="http://schemas.openxmlformats.org/officeDocument/2006/relationships/image" Target="../media/image195.png"/><Relationship Id="rId72" Type="http://schemas.openxmlformats.org/officeDocument/2006/relationships/image" Target="../media/image70.png"/><Relationship Id="rId93" Type="http://schemas.openxmlformats.org/officeDocument/2006/relationships/image" Target="../media/image90.png"/><Relationship Id="rId98" Type="http://schemas.openxmlformats.org/officeDocument/2006/relationships/image" Target="../media/image201.png"/><Relationship Id="rId3" Type="http://schemas.openxmlformats.org/officeDocument/2006/relationships/image" Target="../media/image220.png"/><Relationship Id="rId25" Type="http://schemas.openxmlformats.org/officeDocument/2006/relationships/image" Target="../media/image23.png"/><Relationship Id="rId46" Type="http://schemas.openxmlformats.org/officeDocument/2006/relationships/image" Target="../media/image190.png"/><Relationship Id="rId67" Type="http://schemas.openxmlformats.org/officeDocument/2006/relationships/image" Target="../media/image65.png"/><Relationship Id="rId116" Type="http://schemas.openxmlformats.org/officeDocument/2006/relationships/image" Target="../media/image219.png"/><Relationship Id="rId20" Type="http://schemas.openxmlformats.org/officeDocument/2006/relationships/image" Target="../media/image17.png"/><Relationship Id="rId41" Type="http://schemas.openxmlformats.org/officeDocument/2006/relationships/image" Target="../media/image75.png"/><Relationship Id="rId62" Type="http://schemas.openxmlformats.org/officeDocument/2006/relationships/image" Target="../media/image61.png"/><Relationship Id="rId83" Type="http://schemas.openxmlformats.org/officeDocument/2006/relationships/image" Target="../media/image81.png"/><Relationship Id="rId88" Type="http://schemas.openxmlformats.org/officeDocument/2006/relationships/image" Target="../media/image85.png"/><Relationship Id="rId111" Type="http://schemas.openxmlformats.org/officeDocument/2006/relationships/image" Target="../media/image213.png"/><Relationship Id="rId15" Type="http://schemas.openxmlformats.org/officeDocument/2006/relationships/image" Target="../media/image12.png"/><Relationship Id="rId36" Type="http://schemas.openxmlformats.org/officeDocument/2006/relationships/image" Target="../media/image182.png"/><Relationship Id="rId57" Type="http://schemas.openxmlformats.org/officeDocument/2006/relationships/image" Target="../media/image56.png"/><Relationship Id="rId106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8586-2C99-B2B4-C9A8-41BE7364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6C3DA-FB33-2567-26C1-59ECED3A053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E6E55F95-C46B-D143-54E6-D06C62B53A81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078ED4A-17C3-B6FE-CFE5-1BB77EEBDFA9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3539C-9EEE-9E36-58B5-780AB14949D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5D698-3E76-3F53-D3F9-1908389B8FA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A6F6F3B-7050-8CC6-ACC0-6CA97C6FA625}"/>
              </a:ext>
            </a:extLst>
          </p:cNvPr>
          <p:cNvGrpSpPr/>
          <p:nvPr/>
        </p:nvGrpSpPr>
        <p:grpSpPr>
          <a:xfrm>
            <a:off x="4204215" y="212314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F7A2D-6C83-4C51-2F30-68191FBF12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9677C33-2CB7-DF3D-3C5D-65A2105EB2C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B1A06A-101F-6CE9-A972-FCB161DD3C8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671468-E996-EB87-4871-E0C56280E64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D16757-58C1-5152-809D-D4B1A99FAD8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1F44C1-9E43-2F53-D6E1-80B6B328112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D1C7502-DF1B-5A80-B0BF-FBB7DAE9EE0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FD791F7-89FF-E7C7-4376-0A094B90EEF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26BB790-B170-110F-AD8A-711771FECC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439F536-0F4E-3FBE-B334-661A6092EF3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27F33DF-8EE0-62FE-F1DD-44E3A495BE65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399C0D-4548-2F72-E6C7-4D28ACBCC35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B7347D-7DC0-0ED9-0C0E-610D6832A6E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F375022-EAF0-B443-283D-30C8F19755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029ACA-D7BB-34F7-97E2-1840C55E49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F0FB53B-0BC5-3BBD-EAA2-108411B1CA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F1D6125-8C12-D08F-861D-BD76FB3FC182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B05C73C-FE75-2885-CA8C-178C796ADD2B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3C1ECC5-340B-747C-B257-B07ED4EB8D6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1FF3A9B-9D99-E035-3D64-F02A051EA5E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A647F1C-A48D-21D4-2585-74A1B6E759D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140E76E-BD4A-6604-F6AD-7E1E4962891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9C755D2-08B3-6827-3FA5-9F4A9CE21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E05522-2371-4E1F-BD1D-05710683D22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E43EED-D30E-A556-1BDF-8F974FD9D7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AB3CF95-960A-898C-4D2F-6E55336AC08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864CE07-5DE3-CC84-8ECE-6D11F724475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82AE231-92A4-902A-2F1B-67541533895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C2E2751-5BCE-9792-C996-7286B51813F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6C8D0CA-9457-48B1-E31C-B1DB0428F8C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10CB1B6-4670-60E3-C0CF-9911FDED51A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1040E2D-0BC5-720B-A422-49F60F4B85C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557239B-C4BB-D619-338D-37A616A46F2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2EA6BD-B35E-17AD-C0EC-87A47184F58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9456D259-1412-BEC3-41E6-34818664522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BD7870EF-0C89-8A72-0A70-6A7481D9ADF2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0671496-1526-A47E-8393-4A545310BA73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D4B17E5-2B1F-199D-10DD-1DCE7981C9EE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FC08385-6613-E404-C603-87234F646D3B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7DA4AC7-EE56-CF56-C6B3-2FCAE7FAE865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3452FE33-40CB-334C-7D6C-4856C86F632B}"/>
              </a:ext>
            </a:extLst>
          </p:cNvPr>
          <p:cNvGrpSpPr/>
          <p:nvPr/>
        </p:nvGrpSpPr>
        <p:grpSpPr>
          <a:xfrm>
            <a:off x="7890612" y="175760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8A7A77DF-F657-F3A5-4569-7F633F75057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CC186301-9B06-151F-F161-7B198017E87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106D967-ED80-F9D4-8946-B97ECAAD145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5B18A9B-281E-C5E5-03C7-6CF2FCA72DD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04AFD06D-74EA-83C7-AB02-E66C6BF35590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CA32E965-DB48-4B47-BC68-55E9301950A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3D3512E-25D8-502C-617D-B4683363380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61695F4E-66B8-82F4-E422-1A2518C3F69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AA433F48-D76B-420E-4B4B-ED9071D9DF7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6A575DE9-0A49-3480-6773-5707C581128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1CCA50-9216-0A84-47CC-521F88BE3A1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E26E09C-621A-5F37-9618-BA8BBF78AD4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6AD34A14-8C14-F1AD-2225-F6015EFB363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39EDA0-C9AB-43AF-1A0D-077206E1772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C0E75D02-498F-A4AC-7AE8-76B1F1DC30C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E7D8375-F880-206D-1D4C-3524DB6884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55D0182-5ECC-3DA3-E2E9-80076C8D97C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54233ED-D445-A84B-CF4A-B7ADC56CA1C5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7D662256-F0A5-353F-F356-D3B390F47F4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BF3933B1-A172-3D3E-7DE4-10A9789FF849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9173A62-0609-23D2-69E5-3D54045A4C56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BF10E3A-50B4-4FC6-299B-1A12E1B0604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B42BE2-271D-FBA1-5053-299A4FCA9E8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2A46F175-751A-69EA-EF47-75B180D0E561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FCFBF5CD-5AA6-18EA-7ABD-624C886457E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0C2EFC04-FA40-02C9-E6FC-715581D606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490527E-812D-32E2-D3C3-F936C5EC89C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C128F0E8-0713-1C47-2132-808EF2AB34A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5E45552-2FDB-6531-E772-B6B927EAE23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FFC03F05-9B87-3B48-6E0B-91B6A458FEA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534B068-0D70-46E3-532C-E9A5CE9CFC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178BF9C7-9C1E-4DE7-A9FB-699A6377EF7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246352D3-9F82-FD59-FF6C-728008824A7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1B3B10B-1DC3-1560-12F2-4E6CCC22B98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F322630-628C-58B2-611E-D91885BBD0C9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BEB2609-F6C7-7B2E-1409-BB5FDD29217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E8E2BA4-03EB-6FBC-C33E-12C4C6634C9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3D2DCC4-4EF2-BEC2-9661-21724BDD87AD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FEEC9B4-568E-D186-2BAC-B2F8494702C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A34B75C-4C95-1C87-8CB8-72ABC9B7C9C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08B46CBC-0CE2-4B67-1854-902FC6B5CB8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098C144-9BA9-4BD6-FA19-0D9679B863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3F71013D-40DB-35A6-E03C-BF8B77B730B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E67A101-EBBC-E077-218C-711622C212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1ACFEEF-A349-F2AC-4FF2-E926ECA724E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C23D0E8C-A321-6B1E-0EBD-D6DE181C855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6F22323-8778-ED07-F468-297808D0EE0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B4CF11B1-F974-F8DC-0217-9375800908D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458EAF1D-F199-BEE7-DA7B-2006604D745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016DE45C-5976-70F4-3637-9A2A1A629E9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C7C60446-1240-4148-2F0C-E98CAD04018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2A0F37A6-EEB9-A5B0-F020-D8CFAEB414A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1ABFFDB2-03F1-6A37-59E7-A33AF57FC41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2E315A20-DAFF-C409-A08E-AB99106F723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2A1331BD-83C6-A257-ED6C-BA15B8C07CB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1248CC5-C22B-C47A-EB63-975DDCF765C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645287F4-D194-A39E-5000-9ECA6559A19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431298F0-53E2-7FFD-424E-5D0A80FAA404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AF3D674C-ED71-DE78-07F5-D110E9A65100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E19770DC-D38F-3A05-6589-B3013FD92BD3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FB42A7B-69B8-8937-8F96-757DC169C20B}"/>
              </a:ext>
            </a:extLst>
          </p:cNvPr>
          <p:cNvGrpSpPr/>
          <p:nvPr/>
        </p:nvGrpSpPr>
        <p:grpSpPr>
          <a:xfrm>
            <a:off x="11577009" y="139239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3FE5DCD4-BDAF-8452-983D-7429C2B6BA8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DD2383D-7604-48D0-2267-8231E25692A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4B22CF1-4BE0-27E2-080C-939525F9D61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624A9187-E29A-4B46-9E31-A73AEBAF60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9FFDA1C-FB0C-14B5-9EC6-AED1D4F094B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08A0278D-F2B3-5E4C-E604-0910D0896E1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062BF68-6CDF-6794-D1F1-1912BED72D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7642ADE-179C-38F9-2E1A-AC01FF21114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3B74A24F-CC8F-749B-DF39-2F1D06139E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154BCD4-7629-6057-0086-C93836EE77E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E59220B2-F9E7-9971-8DCC-81B880EE539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664CF21-3258-E8E2-82FB-843B01EBE50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919238E1-93B4-8A5A-2ED4-96A6A73D9B6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24F4D3AE-D162-3F04-1AAA-8B0ABE8B407C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9A13065-2B53-D649-7608-11F74DA0BC4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46548847-4E62-A162-8DDD-3EE51FA02CAC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7AFBE5F1-2818-751F-D514-0B660AFFBE68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57D8A245-09E5-0904-6BC3-A9E597C9B3E3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E41C7C3-3F2C-C43F-7AFA-88F36A99C06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C84B7FE-3061-31CD-59B0-1E6227C4C0A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108EAB3-B62B-FE31-AE06-69A14BE714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13B2B8A6-2AB7-181C-4257-099B8AAF63F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92A198F-D337-D1F6-E260-2FDE13CA87D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7FC81A91-FC8F-5B2C-8A07-6CD3DD8C86B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164423FE-6ABE-15E9-0A11-DC8FC58018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8AEF61B8-C1EF-CD1D-550C-26B7506B9B3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168C076B-D6EF-669E-4A38-740791F207B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29CA2ABE-A76F-F625-4B26-7BB3910C0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43E5F26-2CB1-8E19-BBB4-06C7ECC87E9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D2831F2C-48E8-6C0A-D541-B6D990BD4D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A10AF93E-2A26-8D3A-C93F-E3D7A51EB7E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D5C240FB-E3E0-BD66-E042-0CAF4800683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D3F8958-4AC7-8364-19CE-C17A22D68D52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1E19E52B-CBC5-C001-81B0-77AFF07D57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7323BA99-B9D7-78B9-D52B-EA1627456D95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68452F85-9F3B-2C0C-E2D3-F9608FF92FB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369550A0-74E3-CC53-C216-12453030A31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F9D1A72-DB5A-EABE-4A94-0CAD5C9BEEA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380CF241-7514-0551-C816-13C8E782A37D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EE7A3D4-BE86-577E-11B9-16A1A076802E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842038D1-4549-2984-5E0F-EB188828B01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D06DFEAF-AB99-51FE-2327-6B85114D9E4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E7184D38-3651-0675-B594-36FCCBCEB9D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B6453217-98F8-5045-698C-ABBF38DAFD1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6D71624-AB4E-BFAA-A576-8A6E1DC18A7C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9F6A7AE1-6D62-B495-3DA3-70E87B800FA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01961C70-817B-EA69-DBDC-371DBCA2E9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A4955584-878D-F6A1-A365-368DCF53D7A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87FA42FA-E7C7-3BC0-2CDA-A9E3E611A75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4D4E2ED-B092-2251-3305-3D1BC61848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5A8E498D-ABCD-CFF6-8483-A437F4F4A9CE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CDC65076-727D-5D26-CBA5-0F5426DF99A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DAF5DE40-117F-9925-6BEC-E082D84173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3565A9A-ADFC-3DFB-1F98-F5DAADBD899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F58567C6-CEFC-1701-1B05-75DC8EC0CA2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A65D424F-81F6-AEEC-9262-5A337BDF82C3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FFFAC092-F576-F3CD-F847-970E42D764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D791F424-7858-E88F-516B-01EE2258B20B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2411C481-49EE-1EAB-1554-958E1B15D880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B3EA230-514F-008E-9BC1-C8DB00FE036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9A3E9AE-A9E6-AD1D-CA87-60853831A06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C9B0A423-4157-4B74-9483-A5E65039C4A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AB3BB942-12B8-C844-DEA4-49912C85AD6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FA856587-E082-EB44-477F-EE2AC65F587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D3C5723-4717-FE22-5DEA-43D206CA0E1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3F8764E6-9A9C-537B-B30D-BD0E5E8717C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B67285C4-A972-D287-6447-DD5C402E9FE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A8178A12-3926-8DA9-80CD-31F37CF685C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7A79FB-895D-14E8-76E6-9CDA2D2FA0C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8DA820F-459B-E0CC-6C60-AEC6882CDA2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3C824F0F-8D24-DA94-0DCC-3FC2C0FF497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ACDBBDB-CD56-7CED-A049-6578543642F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BF607709-A48D-137E-F317-B88CB18E1D1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D8BCC197-E200-D0D4-E13A-8E910FFE48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95D5AA3-11E2-2947-6853-4366A8C2298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56673B7-DE68-852B-EF9A-BDE540736AE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9B17021-E184-9037-5FED-932CCD8CD52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0CBF311-78A9-3445-3E24-51523E4C3B85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DB5EBD31-ADDB-8FD0-5AC4-B181F7F2FDB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1DCC893C-3BB2-5CF1-858D-2402BADF069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7AE6C67-594E-D306-178D-47D88158F696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1399722B-FF43-CDAE-BF08-0D19DC13128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328C5E9F-B9E6-A27E-3C8D-C960F574F09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B187EB4-8349-2C97-419C-D294C420D80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81818821-4162-C2AD-CD2C-197A7187F9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FCD6814-2C2F-CD7B-1590-557984928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ACBBBC9-3CCB-646E-B359-5A91AFF1A0F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13B8AB32-2F2D-C1E6-BDB0-CA966DFA73D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45A8EA2-2598-9622-8E75-FC7D40F8872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7B95085E-DEDA-03AF-49AF-D9A577AD37FD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B529A8D-4B4E-B828-775C-62A8D6E4CD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07158D9-63EF-2E89-AAC1-CE5F8C8DEE1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981C19F9-1DEC-075E-F2C7-038EDF804367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C44DD36-880E-100D-3A53-368832DB67D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522A683-F70D-CDF6-D3EE-553E2234D95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20D82E2-95BD-51F5-B889-ED33E105E20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BB90BAA7-E21E-B26E-37AC-5EFD53EEE46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BFC743C-E828-BD90-F347-D369CD0707E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DD826D4-86D1-411C-02E5-9C912F8EEE5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88F9E5A3-B380-8146-C336-290817B003C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63F0CB2-1A33-E077-B6B2-23B631D1D85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110DF731-6219-A582-F070-295FABAB762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51DAD77-E076-448E-7DA6-D77D534E67A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BEEC363-6405-F6DF-2CD8-2A51A6507DC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5A8BBEF7-8552-322F-AE5C-8D0765A93B7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65EA9D74-65CE-421D-C606-728C7734DE9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79A91F08-5295-29D7-1F9C-49F4B9AC3B8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DBE3650-6AF4-9BD8-F32C-7BEDE365398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B07283E4-98A7-2D13-B907-43919FFF1C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2562D7B-85C7-9CB7-CE8C-439C695F11C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7B1BAAB8-49AB-D775-2A99-6584384351A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139435-B7D4-45C1-8FCA-C852128C222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5C8DF24-A4EE-9FC3-EACC-436C76A7E5D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BC864F70-A23F-A4C1-1A70-047C48BB478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7066D32-B20C-1BD9-FA89-26B3D9AAA9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873B138-A6E7-DFDE-88B2-F903BDEA3C9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8BEAE21-7A21-2DEC-2E27-F5171B17F9F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8DB6BA4-9AAC-8A40-9EE5-8DFC45D602D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C3F95299-97D4-AAA9-E387-7E49A095831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3DBDC2A-CFCE-A283-86BB-1692D3BFCC4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88D9BF19-B637-C095-FB35-730C8D5FC31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CA457B11-5A34-4B1C-9F72-DCB6A5FEFA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F8FDE6D1-B7A0-1748-FD9C-D06A0DA2405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8B19C18E-D9B2-5AF1-B96B-E28D37B5180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87261B06-C844-D9FF-A3D9-2F3A017E293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B6C478AD-59A2-0BD3-941F-A5C5AC1C534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2988EF49-D397-9084-B39B-9A279019ADDB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5B37C04C-21AA-F874-69EF-F3E018803889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95C1707B-136E-C756-E397-1ABF601FDD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031F9FAA-AB11-DAF8-2AF3-D8F78931C92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499F091C-D916-01DA-DCE2-E6C69A4363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7043751-27E4-3EB6-0553-7AF625FFAE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C2C3DF5A-078A-CF37-F33E-E0BB122D6ED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E024E5EE-3E9D-5B94-CABD-06A1B0F315E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183D889F-DCF5-01E4-8D86-D4922587E63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BFF1374-7BDC-74C6-A399-0911D9C028A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52F18734-06C8-C470-64A5-EFF6DE2E3EE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8A3B94DB-125F-1E78-EACC-298B9C12643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9EFFB187-2EF4-9BC6-16C4-305AF3618C6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8516FFEB-299F-BA46-3AA5-8383579C0F2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80033CD9-17AE-391F-B244-83359F6C178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56700A4F-585F-8C09-A0E6-6E81AB2826F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A7DB4CBB-34B7-33C0-A0B9-3F2B6D4D155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FD3E5694-A97F-18E6-9A5A-DDE7CF572F2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E9FE9755-F6DB-540F-D11F-D89D578682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20A17310-4200-EE70-B39B-E9DAE9A7344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846A7CC-2C49-36E3-2366-C1EBA12A850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386132E7-BE2E-53ED-D0BB-546EE44B89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9E233C9C-4CF2-0DD8-459F-30F0318994D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76136F7-ECE1-217B-BDAC-EAC29EC187B8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49454-2EA6-AC3B-9A28-8C71DEC7FAA3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277C85-6C5E-77F8-8FFD-3FF3C9DB04B7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0D37782-9CD8-CCA0-1A0E-FB90DAE120E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AB762E-C31D-C087-CA82-6BC8680661A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B6886E-A157-A080-53AE-5177EF6FD42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DD033C-B31E-7087-E3E8-D6127EAFC920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E51487-9275-9AE1-D888-43543105E73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69142E-3769-1D6A-F59A-4859EA029A2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BBBD63-D647-30B3-DC4B-F98F72E0F63F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0234FC5-ED4C-4AD5-49EE-9502240FD87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6A2B2AC-1E49-8C75-B780-B525E50D90D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4200B8D-05FF-4DE3-B15F-F0C29CA3FE5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D2C4AE-50B4-DE5C-525B-F7AE32B3E7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ADEAFB6-7202-35C8-F6B7-91842431F79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C7E5F8F-3422-B2B2-B672-AA32834D9DA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F287F57-D459-8082-4DE9-41EBA09294B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32A8F55-5F31-DA47-A92F-47F5C36F777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8FA2900-2698-0ED5-83D5-3559A439F61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81B3810-8583-00CF-F3FE-1BB8E977980B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99E351F-B645-9DE3-F9ED-D5FCFB050694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4D54640-5AA7-6154-7E25-E30A5B94B43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3A3583C-1006-3A22-EB34-C70309ACD8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9983047C-0842-2A31-0AC1-02649FCFEAB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3A6A772E-F8D9-6CCE-75E0-172B1CC1F99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F0072819-E99C-B234-854B-8FC79301AD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EED61FF2-A31C-BF97-CA1A-332C489C9BB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D5B58C56-37DE-CACD-6E14-79FA2C00AB1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0412C8ED-C105-A3E6-AE61-E8C7DDAD8D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2D6FFD1B-45C5-5E5E-E48B-D184B100386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CE9F1BC7-8830-2116-6F5D-AB9070A2F8F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EC34D541-4CB4-D9AE-604E-34BDCF94AEC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88A23B6-DECD-AB53-0289-8F4A7EDD5703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F58502B6-65BC-88A0-7BC4-83854F5BC26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8421D196-512A-93C9-694D-A60DAF4A8AE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F8A4A884-73F9-9F65-026D-73069C6042E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6DAC0BCE-49AE-A2BA-6AFE-09DA4381285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EF07CBE-5BB8-DA37-9E94-9109C0EFE00A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0842DD-8FAF-6AFA-E6BB-416B09F2567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8AF2A76-CF47-9507-ADF9-17047FE0211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0D7AA4D-F41E-CA65-35A4-3FCE05E06C4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B959844-9698-6735-AFB6-812E4DEC9A9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38F3FC-0E4F-4903-EB71-C5A4305C79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507818A-083B-6B8C-87EC-0BD5FC00681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2F93849-7445-784A-F23B-234996B417A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1E458D9-198C-8385-DEBE-C262AD667073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AE0B876-A119-8375-4492-6C2D00E2CF5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B9B0B6E-C01F-8EFB-E681-B48B588B107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6B84AC25-E782-FE6E-C4EC-EB388FEE0E6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3C6912BF-2661-17D6-252E-9EFC1243344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124E87B-01D7-6E1E-A247-5D4A01C2260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34FD639-5B69-3A8F-1371-6D19E0F2EFF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9043A80-D8D3-AF7A-17F6-C20C203B3D2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407D539-D79A-501F-9CA4-E1A74E1548D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812F08A-0206-F08D-A843-C57A0A4C64E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DE838E7-588F-AA28-EDEE-F3D2447FB9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770C2D2-5C08-9077-EF64-0610EDB1D00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2474407-ED49-016E-1D5F-AC58866FF3A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8D64779-264C-D6E7-F979-438FED26DD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6E82851-4602-3694-BE89-95489AD2054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D45EE58-95C8-F207-C200-F79CB836E7CF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318A16E-F456-CDA4-C7BB-2F118BEFB26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AC81008A-78AD-5A33-E031-F441C9DC9D2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0C48827-7DAC-5F74-E4E4-C62DB1E7212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D3CBAE04-398A-E574-FB33-D8D724FAB4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D8DB5A4C-DAE6-6880-CFCF-3D1BE0C6017B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86BA3589-342A-ECA4-4CB8-A7E233BDC41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7C79F986-3522-2C3B-7B02-E2A3B3C76C8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046EDC3C-1AFA-6090-3EF3-ACFFD935D00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230BD8C-0E41-35A7-16AF-C98750A0C3F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434EF27-7A31-71A1-BA69-56FFECAAB9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C9D2738A-C99E-83AE-2E61-56048FA7BE7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69A67B78-8D39-E000-79E4-08E835E6FB0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8A708668-A532-91EB-37AD-AEA7B06625D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9DBB43BD-21BE-A071-6055-4D04B441EB4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7D1AA14D-9A79-54C6-F436-399B88558E3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CB5813D4-6768-1056-ECB7-9A208DEB08D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DEE247A4-BA26-516C-BB98-1B8BC16B010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CD9C9AC-61B1-A98C-02C4-28FF86E23B6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B3911B8F-299C-5EAC-C336-9DE6CFF1229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761B3631-BCA8-6992-DEA2-9DD19B2A09A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7BDC671E-680F-740A-FC0D-18EC4DE9168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47F22641-B354-3A17-263A-13C09274D8D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E0E161CA-7C6D-0694-3E55-BC049E6EC490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3AFDB7A4-E122-8E17-ED74-451323C11AB0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73A278C8-666E-844A-130B-83403DDDEDC8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86986DD9-0AAC-A3E4-1F78-87784A1C05C0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19403831-0068-150E-EDC7-391E31761C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0B83C0BF-8114-4DD5-B94D-40499474DC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71766C93-1952-8CAB-0EAB-9E15D8470A5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7C7C8E0-0E6B-40E2-4AC7-BCC950D2EEF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A4C9C73A-CE50-33FC-A99F-1028A661D18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DBC3E020-9899-9AE7-A3B0-0ADD4152357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6E7B1122-0AC7-B8E4-4B24-047415ADD0D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D0D80D1-EA55-0F5B-525C-109CB29403F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84020E2-93D1-55DE-B361-FC3FFA4B8047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F87A522-EBDE-B75D-4117-854177F4704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46ABBBBE-0346-EFA9-1C69-C08281FCA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D975917A-BF92-41F3-3571-BEEAF5B56EA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0792E2BC-BBC6-A8FE-F269-F2C6EE87540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F2A55E77-1346-3230-2259-09E30CA10F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3D0354D0-DD6F-724E-FCE7-447C7D1F09B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E43AFA7-243C-0582-EA5A-08FE886050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52D72170-2F0E-7094-D404-11CA22B84D4F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5565E305-ED42-79C2-692E-0FDE4848C61F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82F2E8E0-5136-1234-9DF8-29278E9AF5F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C99D8335-2709-E181-3E91-52AB7240B3FA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5400D44D-5219-8002-2E8E-A501359C219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16C97B91-ADA2-029E-C2B1-367D58C919C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C541490-D1E4-926E-45F6-900E4293D86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6C242AF-D325-8B0D-A8AA-110D93ECCB7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95B240AD-78AB-E511-ADF4-4616B436818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DDD2DB22-7A67-9773-5758-E5A3B08D83E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9440F6E2-43AF-FA54-8E6C-DACB04CECA9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518C8978-EF87-1760-18E1-0E66523DA66E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C94E9DAF-2722-453F-FAB6-8A9977F4815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EABEC499-6762-8CF8-EC58-3539BF05CA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E9AC0D79-2D26-3B7E-CC6E-D47BED05B69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333BD124-94E3-E304-2307-9903AA31A71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1106A42A-B78A-D9AB-2BFD-F2CA0BE67F6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B0A9EF54-497A-622A-1D7D-5A9CC366676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6848A570-B150-3B57-4AD0-0D308F0CE778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90A4F7E7-714F-10F7-EE0A-D094AD4663D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6E40A006-FE28-6E18-8902-82B7FC721CFE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7F89B85E-D95D-FACC-1D5C-3F602B97F11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535FBF02-892F-ACCD-F164-16C793E1423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07218432-7E25-F365-5167-6FEBC266B48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780EDC8C-86E8-66C7-24B2-7E3485BAAC2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88E7CF-FD14-C9A1-C444-98F9A18A00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2D30BFD2-CF1A-71F8-953C-6E4A4E23079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D00B5DC9-ABC7-3895-D12B-08A80A4489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1476D86-6E2B-220B-2BCE-1EF1DE6601A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F12DE0-7293-AE7D-8A39-AB4EA1548A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45FF3F2B-923F-8C14-022C-82675FD3BA5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1896CF58-7A69-C849-6309-21CE8B81B6A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0AB52F13-3064-8ED1-5310-766BDAA3677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3DEA317-1068-1339-F92B-D269DD91A74F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D8F028A1-21B6-4288-18A9-0213A8E694E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C293DE3C-C328-591B-2298-0E9569C8134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E53236C-8137-727C-4E6C-1FE84A218B7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2A0E62DA-64C9-4687-FBDE-756F34525EE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E6C89D56-2009-DCEF-90B5-DBC63AD1836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9ACCB60A-DB57-85F4-BFAB-995B153AAAE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1E01B64B-C7FB-568F-BD03-5D53C6D3A9B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D0EE655-9876-90DA-21D1-5E671A4E907A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D4B816E-5F02-A606-1AEC-46A8394F1FE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E82C188B-AEC8-D327-BF7A-2A6CC2D53B4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E548F45E-D58A-3DE4-D82A-64195844F1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8CFED91A-65C6-8926-0E7B-D706D668C2B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5780910E-9C76-C03B-EF30-077D136117D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EE952BB6-8736-9B43-E197-3B5C144BDCF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5ABCCE6-28D1-2FCA-FFDB-1309FD167E4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78DAC515-A13D-135E-6FA1-67CF16F2B0F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21582065-11AE-DE79-2B69-8042A573FA6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D6601D1B-26DA-71AB-A161-0092D65877D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5553870F-5631-F95A-9B75-A2EAC7AD8F3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3294DD42-DD8A-502E-F96C-A554683074B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920B5B4-C55A-05BC-367E-0378106AC37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982F073A-0974-BDF3-E590-46C9AA2FB24F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4AAF33EF-4C52-14E0-2F6A-6DE0A9A0F5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BE9674C3-1729-973F-0C2A-54FA417F858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288A36E6-D0EB-AE93-0564-33A45378BE9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0E3A22A0-4E56-9516-EC4C-E49433A400C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BA6AC181-96A1-DA44-8CE7-1A418BE1017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E56A4BED-BEAC-EBAC-D992-1C2C95D81ED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D9647D4C-1530-BDF9-22F0-CD3330B967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74AE44D0-0B11-0998-906C-78859D188C5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riangle 42">
            <a:extLst>
              <a:ext uri="{FF2B5EF4-FFF2-40B4-BE49-F238E27FC236}">
                <a16:creationId xmlns:a16="http://schemas.microsoft.com/office/drawing/2014/main" id="{2D397006-1E16-F02A-4448-805F09299968}"/>
              </a:ext>
            </a:extLst>
          </p:cNvPr>
          <p:cNvSpPr/>
          <p:nvPr/>
        </p:nvSpPr>
        <p:spPr>
          <a:xfrm>
            <a:off x="9625476" y="1899501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078692-7444-68F7-C705-BCF0DE9BC697}"/>
              </a:ext>
            </a:extLst>
          </p:cNvPr>
          <p:cNvSpPr/>
          <p:nvPr/>
        </p:nvSpPr>
        <p:spPr>
          <a:xfrm>
            <a:off x="6815770" y="9509608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FBB45C5-5E51-175E-E23A-C0E41E42EA9F}"/>
              </a:ext>
            </a:extLst>
          </p:cNvPr>
          <p:cNvSpPr/>
          <p:nvPr/>
        </p:nvSpPr>
        <p:spPr>
          <a:xfrm>
            <a:off x="6804619" y="1308928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57016D-4533-005C-36A4-2307C3EDFA3C}"/>
              </a:ext>
            </a:extLst>
          </p:cNvPr>
          <p:cNvSpPr/>
          <p:nvPr/>
        </p:nvSpPr>
        <p:spPr>
          <a:xfrm>
            <a:off x="3162628" y="1312670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3DE92183-BCB4-C853-4DB1-AE46ADDFA36E}"/>
              </a:ext>
            </a:extLst>
          </p:cNvPr>
          <p:cNvSpPr/>
          <p:nvPr/>
        </p:nvSpPr>
        <p:spPr>
          <a:xfrm flipV="1">
            <a:off x="15720894" y="1402222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7CF87CD-DBD4-075E-0DFE-9E7733135330}"/>
              </a:ext>
            </a:extLst>
          </p:cNvPr>
          <p:cNvSpPr/>
          <p:nvPr/>
        </p:nvSpPr>
        <p:spPr>
          <a:xfrm flipV="1">
            <a:off x="14281707" y="147975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8693236F-664F-CE25-335A-528076DEF3FD}"/>
              </a:ext>
            </a:extLst>
          </p:cNvPr>
          <p:cNvSpPr/>
          <p:nvPr/>
        </p:nvSpPr>
        <p:spPr>
          <a:xfrm flipV="1">
            <a:off x="15201695" y="148575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478C4C52-9FB7-6D51-72E6-F53B7E2D7E0E}"/>
              </a:ext>
            </a:extLst>
          </p:cNvPr>
          <p:cNvSpPr/>
          <p:nvPr/>
        </p:nvSpPr>
        <p:spPr>
          <a:xfrm flipV="1">
            <a:off x="15706501" y="1572470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57481227-A603-5B58-744B-44DD9566FB64}"/>
              </a:ext>
            </a:extLst>
          </p:cNvPr>
          <p:cNvSpPr/>
          <p:nvPr/>
        </p:nvSpPr>
        <p:spPr>
          <a:xfrm flipV="1">
            <a:off x="14765885" y="1571711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CA2DF5A8-0AC0-F6C3-7723-BE6B562DD61F}"/>
              </a:ext>
            </a:extLst>
          </p:cNvPr>
          <p:cNvSpPr/>
          <p:nvPr/>
        </p:nvSpPr>
        <p:spPr>
          <a:xfrm flipV="1">
            <a:off x="13765764" y="15736641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riangle 25">
            <a:extLst>
              <a:ext uri="{FF2B5EF4-FFF2-40B4-BE49-F238E27FC236}">
                <a16:creationId xmlns:a16="http://schemas.microsoft.com/office/drawing/2014/main" id="{D1311E81-88EE-E689-F34B-7B01CB5447BC}"/>
              </a:ext>
            </a:extLst>
          </p:cNvPr>
          <p:cNvSpPr/>
          <p:nvPr/>
        </p:nvSpPr>
        <p:spPr>
          <a:xfrm flipV="1">
            <a:off x="12726962" y="15756562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03BA7AC-CD2A-D495-626E-6998DCE136FD}"/>
              </a:ext>
            </a:extLst>
          </p:cNvPr>
          <p:cNvSpPr/>
          <p:nvPr/>
        </p:nvSpPr>
        <p:spPr>
          <a:xfrm>
            <a:off x="13762302" y="14818975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EF240F1A-7019-231D-BA0A-A07D5081A444}"/>
              </a:ext>
            </a:extLst>
          </p:cNvPr>
          <p:cNvSpPr/>
          <p:nvPr/>
        </p:nvSpPr>
        <p:spPr>
          <a:xfrm>
            <a:off x="15238210" y="1404459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B7413A65-A079-ED07-B6A9-E0D8A18C3125}"/>
              </a:ext>
            </a:extLst>
          </p:cNvPr>
          <p:cNvSpPr/>
          <p:nvPr/>
        </p:nvSpPr>
        <p:spPr>
          <a:xfrm>
            <a:off x="15755976" y="1489971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A040B208-7C1A-FE1C-5EFA-101CCD84590A}"/>
              </a:ext>
            </a:extLst>
          </p:cNvPr>
          <p:cNvSpPr/>
          <p:nvPr/>
        </p:nvSpPr>
        <p:spPr>
          <a:xfrm>
            <a:off x="14748112" y="1490232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1BD4D55C-F275-F02C-53D0-621E3C186B0A}"/>
              </a:ext>
            </a:extLst>
          </p:cNvPr>
          <p:cNvSpPr/>
          <p:nvPr/>
        </p:nvSpPr>
        <p:spPr>
          <a:xfrm>
            <a:off x="15228199" y="157555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31B9BC14-3F79-0982-C22C-AEA4B5BDB6B6}"/>
              </a:ext>
            </a:extLst>
          </p:cNvPr>
          <p:cNvSpPr/>
          <p:nvPr/>
        </p:nvSpPr>
        <p:spPr>
          <a:xfrm>
            <a:off x="14334147" y="1575027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5D32E1F7-7862-669A-11CC-6CB53D1405C5}"/>
              </a:ext>
            </a:extLst>
          </p:cNvPr>
          <p:cNvSpPr/>
          <p:nvPr/>
        </p:nvSpPr>
        <p:spPr>
          <a:xfrm>
            <a:off x="13304998" y="15770910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23A9066-27BD-3785-0F52-020D998D012A}"/>
              </a:ext>
            </a:extLst>
          </p:cNvPr>
          <p:cNvSpPr/>
          <p:nvPr/>
        </p:nvSpPr>
        <p:spPr>
          <a:xfrm>
            <a:off x="12263914" y="157782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F46B462A-94BF-2CF0-82FD-0341714D63B9}"/>
              </a:ext>
            </a:extLst>
          </p:cNvPr>
          <p:cNvCxnSpPr>
            <a:cxnSpLocks/>
          </p:cNvCxnSpPr>
          <p:nvPr/>
        </p:nvCxnSpPr>
        <p:spPr>
          <a:xfrm>
            <a:off x="14160483" y="11336008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D62743A7-222D-A538-8484-9157FF1663BF}"/>
              </a:ext>
            </a:extLst>
          </p:cNvPr>
          <p:cNvCxnSpPr>
            <a:cxnSpLocks/>
          </p:cNvCxnSpPr>
          <p:nvPr/>
        </p:nvCxnSpPr>
        <p:spPr>
          <a:xfrm>
            <a:off x="11489440" y="13575249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007C839-D641-6F58-550D-043BBA4C8766}"/>
              </a:ext>
            </a:extLst>
          </p:cNvPr>
          <p:cNvCxnSpPr>
            <a:cxnSpLocks/>
          </p:cNvCxnSpPr>
          <p:nvPr/>
        </p:nvCxnSpPr>
        <p:spPr>
          <a:xfrm>
            <a:off x="13322517" y="11617426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1ED11082-1320-D4EF-AD8B-89BE005BA81E}"/>
              </a:ext>
            </a:extLst>
          </p:cNvPr>
          <p:cNvCxnSpPr>
            <a:cxnSpLocks/>
          </p:cNvCxnSpPr>
          <p:nvPr/>
        </p:nvCxnSpPr>
        <p:spPr>
          <a:xfrm flipV="1">
            <a:off x="7153258" y="8571936"/>
            <a:ext cx="4049705" cy="799769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151B04FF-A9DD-61D2-9FC1-A8D97FA1BE9A}"/>
              </a:ext>
            </a:extLst>
          </p:cNvPr>
          <p:cNvCxnSpPr>
            <a:cxnSpLocks/>
          </p:cNvCxnSpPr>
          <p:nvPr/>
        </p:nvCxnSpPr>
        <p:spPr>
          <a:xfrm flipH="1">
            <a:off x="2962541" y="8844137"/>
            <a:ext cx="8158812" cy="8125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48E11D-8B07-DE33-050E-23EF025F745E}"/>
              </a:ext>
            </a:extLst>
          </p:cNvPr>
          <p:cNvCxnSpPr>
            <a:cxnSpLocks/>
          </p:cNvCxnSpPr>
          <p:nvPr/>
        </p:nvCxnSpPr>
        <p:spPr>
          <a:xfrm flipV="1">
            <a:off x="2840337" y="12423555"/>
            <a:ext cx="8641124" cy="4318529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9D465C7-8DD1-9E67-E089-D7FADBA38041}"/>
              </a:ext>
            </a:extLst>
          </p:cNvPr>
          <p:cNvCxnSpPr>
            <a:cxnSpLocks/>
          </p:cNvCxnSpPr>
          <p:nvPr/>
        </p:nvCxnSpPr>
        <p:spPr>
          <a:xfrm>
            <a:off x="2778607" y="16364035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50E0F55-2C66-9329-24DF-14C0F16F6D20}"/>
              </a:ext>
            </a:extLst>
          </p:cNvPr>
          <p:cNvSpPr/>
          <p:nvPr/>
        </p:nvSpPr>
        <p:spPr>
          <a:xfrm>
            <a:off x="3165130" y="9491555"/>
            <a:ext cx="7313190" cy="7274800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473ACA-54C9-DBC1-182F-61920FD4CEF8}"/>
              </a:ext>
            </a:extLst>
          </p:cNvPr>
          <p:cNvSpPr/>
          <p:nvPr/>
        </p:nvSpPr>
        <p:spPr>
          <a:xfrm>
            <a:off x="3514849" y="162080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664CF6-BB52-68FC-89D7-B7F95E846A49}"/>
              </a:ext>
            </a:extLst>
          </p:cNvPr>
          <p:cNvSpPr/>
          <p:nvPr/>
        </p:nvSpPr>
        <p:spPr>
          <a:xfrm>
            <a:off x="4448497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C004E96-EBAE-1DB9-1AF7-ABDB32F7E35F}"/>
              </a:ext>
            </a:extLst>
          </p:cNvPr>
          <p:cNvSpPr/>
          <p:nvPr/>
        </p:nvSpPr>
        <p:spPr>
          <a:xfrm>
            <a:off x="5358085" y="16208083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60E6A7-47C5-7A4F-D13F-26F39AA83201}"/>
              </a:ext>
            </a:extLst>
          </p:cNvPr>
          <p:cNvSpPr/>
          <p:nvPr/>
        </p:nvSpPr>
        <p:spPr>
          <a:xfrm>
            <a:off x="6291733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40AF73E-0479-09D5-80DD-E37BF6F88DE2}"/>
              </a:ext>
            </a:extLst>
          </p:cNvPr>
          <p:cNvSpPr/>
          <p:nvPr/>
        </p:nvSpPr>
        <p:spPr>
          <a:xfrm>
            <a:off x="3514849" y="1528646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489FB29-7D54-36F6-D085-F83CADD3F868}"/>
              </a:ext>
            </a:extLst>
          </p:cNvPr>
          <p:cNvSpPr/>
          <p:nvPr/>
        </p:nvSpPr>
        <p:spPr>
          <a:xfrm>
            <a:off x="4448497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F224897-5A9F-4ABE-3826-C64AD87A9E9A}"/>
              </a:ext>
            </a:extLst>
          </p:cNvPr>
          <p:cNvSpPr/>
          <p:nvPr/>
        </p:nvSpPr>
        <p:spPr>
          <a:xfrm>
            <a:off x="5358085" y="15286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6B7E3D9-6AA3-453A-2E5B-DB68A81FEEFB}"/>
              </a:ext>
            </a:extLst>
          </p:cNvPr>
          <p:cNvSpPr/>
          <p:nvPr/>
        </p:nvSpPr>
        <p:spPr>
          <a:xfrm>
            <a:off x="6291733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3A42CDF-6AB5-2B92-8C72-E9831E9ECAE7}"/>
              </a:ext>
            </a:extLst>
          </p:cNvPr>
          <p:cNvSpPr/>
          <p:nvPr/>
        </p:nvSpPr>
        <p:spPr>
          <a:xfrm>
            <a:off x="3514849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87A25-F772-435D-BD98-62A11056A178}"/>
              </a:ext>
            </a:extLst>
          </p:cNvPr>
          <p:cNvSpPr/>
          <p:nvPr/>
        </p:nvSpPr>
        <p:spPr>
          <a:xfrm>
            <a:off x="4448497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DD65CC0-B48D-49BA-53C1-FBDD810452D8}"/>
              </a:ext>
            </a:extLst>
          </p:cNvPr>
          <p:cNvSpPr/>
          <p:nvPr/>
        </p:nvSpPr>
        <p:spPr>
          <a:xfrm>
            <a:off x="5358085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A49951-DC5A-711A-B0B6-0FB9DD7DE030}"/>
              </a:ext>
            </a:extLst>
          </p:cNvPr>
          <p:cNvSpPr/>
          <p:nvPr/>
        </p:nvSpPr>
        <p:spPr>
          <a:xfrm>
            <a:off x="6291733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30F85B9-398C-719D-D14E-3EF244A633A6}"/>
              </a:ext>
            </a:extLst>
          </p:cNvPr>
          <p:cNvSpPr/>
          <p:nvPr/>
        </p:nvSpPr>
        <p:spPr>
          <a:xfrm>
            <a:off x="3514849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0C50BB-B57A-DBD9-09A5-47AC92EA6167}"/>
              </a:ext>
            </a:extLst>
          </p:cNvPr>
          <p:cNvSpPr/>
          <p:nvPr/>
        </p:nvSpPr>
        <p:spPr>
          <a:xfrm>
            <a:off x="4448497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312095-D883-63E8-B7F1-0F3249370F72}"/>
              </a:ext>
            </a:extLst>
          </p:cNvPr>
          <p:cNvSpPr/>
          <p:nvPr/>
        </p:nvSpPr>
        <p:spPr>
          <a:xfrm>
            <a:off x="5358085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41CEF4F-CB3C-B179-487F-8B5FBE384163}"/>
              </a:ext>
            </a:extLst>
          </p:cNvPr>
          <p:cNvSpPr/>
          <p:nvPr/>
        </p:nvSpPr>
        <p:spPr>
          <a:xfrm>
            <a:off x="6291733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80D295-375A-A300-9F6B-9F6AC02F27D0}"/>
              </a:ext>
            </a:extLst>
          </p:cNvPr>
          <p:cNvSpPr/>
          <p:nvPr/>
        </p:nvSpPr>
        <p:spPr>
          <a:xfrm>
            <a:off x="3188407" y="9513480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B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7936C86-05E0-8EAD-FE59-15ADF6DE3503}"/>
              </a:ext>
            </a:extLst>
          </p:cNvPr>
          <p:cNvSpPr/>
          <p:nvPr/>
        </p:nvSpPr>
        <p:spPr>
          <a:xfrm>
            <a:off x="7100222" y="1623434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1D0A635-064F-28F6-D675-0253C3232251}"/>
              </a:ext>
            </a:extLst>
          </p:cNvPr>
          <p:cNvSpPr/>
          <p:nvPr/>
        </p:nvSpPr>
        <p:spPr>
          <a:xfrm>
            <a:off x="8033870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D9983B3-EAB3-0E8E-3821-93E2C32855B6}"/>
              </a:ext>
            </a:extLst>
          </p:cNvPr>
          <p:cNvSpPr/>
          <p:nvPr/>
        </p:nvSpPr>
        <p:spPr>
          <a:xfrm>
            <a:off x="8943458" y="162343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FF26F8A-1132-573E-9CDF-D32EC525F677}"/>
              </a:ext>
            </a:extLst>
          </p:cNvPr>
          <p:cNvSpPr/>
          <p:nvPr/>
        </p:nvSpPr>
        <p:spPr>
          <a:xfrm>
            <a:off x="9877106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D3DC31B-CFC9-6B12-A650-65D8692EF374}"/>
              </a:ext>
            </a:extLst>
          </p:cNvPr>
          <p:cNvSpPr/>
          <p:nvPr/>
        </p:nvSpPr>
        <p:spPr>
          <a:xfrm>
            <a:off x="7100222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EFD1546-0FC3-C81F-E6CD-1DF6EE313074}"/>
              </a:ext>
            </a:extLst>
          </p:cNvPr>
          <p:cNvSpPr/>
          <p:nvPr/>
        </p:nvSpPr>
        <p:spPr>
          <a:xfrm>
            <a:off x="8033870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7B884A-BCDB-8BA1-B03F-FDB79B27C85F}"/>
              </a:ext>
            </a:extLst>
          </p:cNvPr>
          <p:cNvSpPr/>
          <p:nvPr/>
        </p:nvSpPr>
        <p:spPr>
          <a:xfrm>
            <a:off x="8943458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8E3E12B-933D-007A-B31D-F410D8889037}"/>
              </a:ext>
            </a:extLst>
          </p:cNvPr>
          <p:cNvSpPr/>
          <p:nvPr/>
        </p:nvSpPr>
        <p:spPr>
          <a:xfrm>
            <a:off x="9877106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8EA5AB2-D6FD-49D2-2A33-A75551E33E4C}"/>
              </a:ext>
            </a:extLst>
          </p:cNvPr>
          <p:cNvSpPr/>
          <p:nvPr/>
        </p:nvSpPr>
        <p:spPr>
          <a:xfrm>
            <a:off x="7100222" y="1440073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2527B05-3901-C792-70B8-AD4E3CCF1242}"/>
              </a:ext>
            </a:extLst>
          </p:cNvPr>
          <p:cNvSpPr/>
          <p:nvPr/>
        </p:nvSpPr>
        <p:spPr>
          <a:xfrm>
            <a:off x="8033870" y="14395920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D731BF9-2065-4691-757E-EEE04BDDAE71}"/>
              </a:ext>
            </a:extLst>
          </p:cNvPr>
          <p:cNvSpPr/>
          <p:nvPr/>
        </p:nvSpPr>
        <p:spPr>
          <a:xfrm>
            <a:off x="8943458" y="1440073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AFC25C0-1530-6860-F3A8-E5F205377072}"/>
              </a:ext>
            </a:extLst>
          </p:cNvPr>
          <p:cNvSpPr/>
          <p:nvPr/>
        </p:nvSpPr>
        <p:spPr>
          <a:xfrm>
            <a:off x="9877106" y="14395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6662C10-99CC-7EE6-568C-589E2C3D20FE}"/>
              </a:ext>
            </a:extLst>
          </p:cNvPr>
          <p:cNvSpPr/>
          <p:nvPr/>
        </p:nvSpPr>
        <p:spPr>
          <a:xfrm>
            <a:off x="7100222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C45F92C0-82E2-DF0E-C9C6-568BA36356CD}"/>
              </a:ext>
            </a:extLst>
          </p:cNvPr>
          <p:cNvSpPr/>
          <p:nvPr/>
        </p:nvSpPr>
        <p:spPr>
          <a:xfrm>
            <a:off x="8033870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16F796B2-2FA1-6330-45CF-D0E6CBCBAD4C}"/>
              </a:ext>
            </a:extLst>
          </p:cNvPr>
          <p:cNvSpPr/>
          <p:nvPr/>
        </p:nvSpPr>
        <p:spPr>
          <a:xfrm>
            <a:off x="8943458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78EC8C9-1630-C64B-DA5E-8E7331C9BF71}"/>
              </a:ext>
            </a:extLst>
          </p:cNvPr>
          <p:cNvSpPr/>
          <p:nvPr/>
        </p:nvSpPr>
        <p:spPr>
          <a:xfrm>
            <a:off x="9877106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6470BFE-BD00-03D0-2F22-CD0F0EE63216}"/>
              </a:ext>
            </a:extLst>
          </p:cNvPr>
          <p:cNvGrpSpPr/>
          <p:nvPr/>
        </p:nvGrpSpPr>
        <p:grpSpPr>
          <a:xfrm>
            <a:off x="7136388" y="9796237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40CE5433-9E53-8336-5A1B-3D171A72E1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E55E202-A119-47C6-8D29-A8A70EF3273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F815458-BA21-D2EF-C554-CB59C9909CD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F550C56-8149-3AD8-1065-ECB632C432B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0DD73FE5-CA13-0FCB-5F52-83B7A7FE415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8F7828F-083F-840C-07FD-4F30621FA68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7AF3EF4-6143-28FA-BCD3-C5D72505A31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A6E68B2-EE0E-0516-2F5D-A643DA09F0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8ABB743-4F92-3BE7-9DFE-6C8C013BFC9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5CE44BD7-9310-51AE-64F1-55F5B45FB76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F2E4DC4-5C01-6D20-DCEB-37319732D1A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6CDF5C0A-D11A-62F1-4735-51C8027B496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7216CDC6-3579-F90B-6005-76652F4E621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21BE1C2A-9024-EB53-8975-5442A3F1211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DF51A21F-32A8-E7F2-06C8-8538ED5B284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B6AE1766-E3F9-0FD9-5D2D-466683A1D3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DAB1A98-2CC9-F96A-BB9F-16095AB74BCD}"/>
              </a:ext>
            </a:extLst>
          </p:cNvPr>
          <p:cNvGrpSpPr/>
          <p:nvPr/>
        </p:nvGrpSpPr>
        <p:grpSpPr>
          <a:xfrm>
            <a:off x="3493667" y="9820540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1D04B488-F0AB-6D37-7281-844C1EAA811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5E19DCF3-C71F-28ED-7272-7CCE79F3975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481391D3-B656-E75E-385C-24F8FCA42CC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FC87592-3635-9ADE-DD99-1C41A98BD59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B008635C-A442-B6BF-F733-78B25D18F22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67DFD3F3-4D66-71A3-07DC-1749EAD4E3D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DD5ECE6D-C292-90CA-D244-A74EED31930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3A96B27-D407-F44D-58A8-781DD941F14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7C6C7E6-5A84-78B7-1A41-DF3BF3F8752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ADE7A73A-9779-D95F-E758-4B2922E86FB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F923DB0B-E7F6-D16E-4101-D2520DA4305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03CEEA4C-5292-7E1E-C5B3-A0B4000400C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18D157A5-70D4-F13D-A3D0-C76782D0932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9830B8F-8337-6285-851E-3473B7DD8DA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C74A6004-8690-4857-BD3A-1348B83C339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CDA92270-B180-F7F8-25B6-647758DC37E5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/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8125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/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/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/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blipFill>
                <a:blip r:embed="rId5"/>
                <a:stretch>
                  <a:fillRect l="-28125" r="-9375"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/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/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blipFill>
                <a:blip r:embed="rId7"/>
                <a:stretch>
                  <a:fillRect t="-9375" r="-2051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/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6061" r="-21053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/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/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/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blipFill>
                <a:blip r:embed="rId9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/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blipFill>
                <a:blip r:embed="rId10"/>
                <a:stretch>
                  <a:fillRect t="-9091" r="-17949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/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/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blipFill>
                <a:blip r:embed="rId11"/>
                <a:stretch>
                  <a:fillRect l="-25000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/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blipFill>
                <a:blip r:embed="rId12"/>
                <a:stretch>
                  <a:fillRect l="-24242" r="-6061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/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4242" r="-90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/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blipFill>
                <a:blip r:embed="rId13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55EA264-15B0-2667-1B45-4E36898B5CA6}"/>
              </a:ext>
            </a:extLst>
          </p:cNvPr>
          <p:cNvCxnSpPr>
            <a:cxnSpLocks/>
          </p:cNvCxnSpPr>
          <p:nvPr/>
        </p:nvCxnSpPr>
        <p:spPr>
          <a:xfrm rot="5400000">
            <a:off x="6767878" y="13155128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C02DB7-7EED-A488-18B1-14438F4199ED}"/>
              </a:ext>
            </a:extLst>
          </p:cNvPr>
          <p:cNvCxnSpPr>
            <a:cxnSpLocks/>
          </p:cNvCxnSpPr>
          <p:nvPr/>
        </p:nvCxnSpPr>
        <p:spPr>
          <a:xfrm>
            <a:off x="6838705" y="12306036"/>
            <a:ext cx="4563241" cy="448565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riangle 294">
            <a:extLst>
              <a:ext uri="{FF2B5EF4-FFF2-40B4-BE49-F238E27FC236}">
                <a16:creationId xmlns:a16="http://schemas.microsoft.com/office/drawing/2014/main" id="{9C36CE3B-1208-935E-B23E-BA218A446118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0AF1DA13-2488-899A-DAFF-529D86925141}"/>
              </a:ext>
            </a:extLst>
          </p:cNvPr>
          <p:cNvSpPr/>
          <p:nvPr/>
        </p:nvSpPr>
        <p:spPr>
          <a:xfrm>
            <a:off x="12162834" y="164846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DC078404-C1AB-241E-B0B0-C25245B3F6F2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6F9B2122-E0F5-92DB-D3B4-A46B075F4BBB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Oval 299">
            <a:extLst>
              <a:ext uri="{FF2B5EF4-FFF2-40B4-BE49-F238E27FC236}">
                <a16:creationId xmlns:a16="http://schemas.microsoft.com/office/drawing/2014/main" id="{7D196233-618C-87FF-FEF9-FCECAE45FC50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C879F53-0974-B701-CC49-196A6D81B141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D4D06C6D-7817-8A8C-8419-392455C81C34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>
            <a:extLst>
              <a:ext uri="{FF2B5EF4-FFF2-40B4-BE49-F238E27FC236}">
                <a16:creationId xmlns:a16="http://schemas.microsoft.com/office/drawing/2014/main" id="{85E8F5F1-55F2-2E2D-C4F3-FFB0B0495B53}"/>
              </a:ext>
            </a:extLst>
          </p:cNvPr>
          <p:cNvSpPr/>
          <p:nvPr/>
        </p:nvSpPr>
        <p:spPr>
          <a:xfrm>
            <a:off x="14128960" y="130731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750FC823-71BE-FB3C-6ACE-25D1A8FD2CC8}"/>
              </a:ext>
            </a:extLst>
          </p:cNvPr>
          <p:cNvSpPr/>
          <p:nvPr/>
        </p:nvSpPr>
        <p:spPr>
          <a:xfrm>
            <a:off x="10850647" y="16252661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5F9000FC-FC7A-38F0-D1CE-E58DFE746E06}"/>
              </a:ext>
            </a:extLst>
          </p:cNvPr>
          <p:cNvSpPr/>
          <p:nvPr/>
        </p:nvSpPr>
        <p:spPr>
          <a:xfrm>
            <a:off x="10828611" y="8844137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CA26F290-02F9-941B-F331-620FC9E83FC3}"/>
              </a:ext>
            </a:extLst>
          </p:cNvPr>
          <p:cNvSpPr/>
          <p:nvPr/>
        </p:nvSpPr>
        <p:spPr>
          <a:xfrm>
            <a:off x="16135516" y="1650912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46D66D4-C4AB-920C-0624-933B604612F5}"/>
              </a:ext>
            </a:extLst>
          </p:cNvPr>
          <p:cNvSpPr/>
          <p:nvPr/>
        </p:nvSpPr>
        <p:spPr>
          <a:xfrm>
            <a:off x="14188395" y="1649198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FD140DB6-1BDC-8641-63E5-1E201FFDFA61}"/>
              </a:ext>
            </a:extLst>
          </p:cNvPr>
          <p:cNvSpPr/>
          <p:nvPr/>
        </p:nvSpPr>
        <p:spPr>
          <a:xfrm>
            <a:off x="18164544" y="165042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64C44534-C2F8-274A-DB0A-685B331B8169}"/>
              </a:ext>
            </a:extLst>
          </p:cNvPr>
          <p:cNvSpPr/>
          <p:nvPr/>
        </p:nvSpPr>
        <p:spPr>
          <a:xfrm>
            <a:off x="13103724" y="1649065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ADC7C068-8CD7-5014-1D02-1D9CCBB85C28}"/>
              </a:ext>
            </a:extLst>
          </p:cNvPr>
          <p:cNvSpPr/>
          <p:nvPr/>
        </p:nvSpPr>
        <p:spPr>
          <a:xfrm>
            <a:off x="17079873" y="165029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0F84F301-38B0-FECA-83B6-34E8A6001B6B}"/>
              </a:ext>
            </a:extLst>
          </p:cNvPr>
          <p:cNvSpPr/>
          <p:nvPr/>
        </p:nvSpPr>
        <p:spPr>
          <a:xfrm>
            <a:off x="15144256" y="16488750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69B82CF2-2B7B-15AE-D0DD-0631A08463A1}"/>
              </a:ext>
            </a:extLst>
          </p:cNvPr>
          <p:cNvSpPr/>
          <p:nvPr/>
        </p:nvSpPr>
        <p:spPr>
          <a:xfrm>
            <a:off x="19120405" y="1650101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AD4D65A5-5052-FDB9-C20E-32EB8CB72051}"/>
              </a:ext>
            </a:extLst>
          </p:cNvPr>
          <p:cNvSpPr/>
          <p:nvPr/>
        </p:nvSpPr>
        <p:spPr>
          <a:xfrm rot="18000000" flipH="1">
            <a:off x="15101846" y="1141241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15D35BEE-0C1D-757B-E790-557628F8352A}"/>
              </a:ext>
            </a:extLst>
          </p:cNvPr>
          <p:cNvSpPr/>
          <p:nvPr/>
        </p:nvSpPr>
        <p:spPr>
          <a:xfrm rot="18000000" flipH="1">
            <a:off x="13163994" y="147681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D431FD2C-04FB-EE6B-6258-C384F046FA4E}"/>
              </a:ext>
            </a:extLst>
          </p:cNvPr>
          <p:cNvSpPr/>
          <p:nvPr/>
        </p:nvSpPr>
        <p:spPr>
          <a:xfrm rot="18000000" flipH="1">
            <a:off x="15601023" y="105726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F7D727B1-A519-A94A-D313-E88951349313}"/>
              </a:ext>
            </a:extLst>
          </p:cNvPr>
          <p:cNvSpPr/>
          <p:nvPr/>
        </p:nvSpPr>
        <p:spPr>
          <a:xfrm rot="18000000" flipH="1">
            <a:off x="13665579" y="139219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7B48FEC4-526C-C3D7-908A-66CF8E3A042B}"/>
              </a:ext>
            </a:extLst>
          </p:cNvPr>
          <p:cNvSpPr/>
          <p:nvPr/>
        </p:nvSpPr>
        <p:spPr>
          <a:xfrm rot="18000000" flipH="1">
            <a:off x="14621117" y="122385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A54F57D6-9EFD-5F94-A14E-EE01FC2712CF}"/>
              </a:ext>
            </a:extLst>
          </p:cNvPr>
          <p:cNvSpPr/>
          <p:nvPr/>
        </p:nvSpPr>
        <p:spPr>
          <a:xfrm rot="18000000" flipH="1">
            <a:off x="12633483" y="156194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01789FD-E9B2-FED0-9AF0-F45A62CDBEC6}"/>
              </a:ext>
            </a:extLst>
          </p:cNvPr>
          <p:cNvSpPr/>
          <p:nvPr/>
        </p:nvSpPr>
        <p:spPr>
          <a:xfrm>
            <a:off x="16632758" y="1564864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04AFCA57-4F5F-02CB-B943-E59EF7EC663E}"/>
              </a:ext>
            </a:extLst>
          </p:cNvPr>
          <p:cNvSpPr/>
          <p:nvPr/>
        </p:nvSpPr>
        <p:spPr>
          <a:xfrm>
            <a:off x="14685637" y="156315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Oval 347">
            <a:extLst>
              <a:ext uri="{FF2B5EF4-FFF2-40B4-BE49-F238E27FC236}">
                <a16:creationId xmlns:a16="http://schemas.microsoft.com/office/drawing/2014/main" id="{53A5BF44-B080-1F45-BB0D-E8D8B165CEB2}"/>
              </a:ext>
            </a:extLst>
          </p:cNvPr>
          <p:cNvSpPr/>
          <p:nvPr/>
        </p:nvSpPr>
        <p:spPr>
          <a:xfrm>
            <a:off x="18661786" y="156437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D76EC47C-7B8E-6312-90A7-B7EA6CB178D6}"/>
              </a:ext>
            </a:extLst>
          </p:cNvPr>
          <p:cNvSpPr/>
          <p:nvPr/>
        </p:nvSpPr>
        <p:spPr>
          <a:xfrm>
            <a:off x="13623268" y="1567477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A68A3B88-F760-4DBA-D5D6-E090C62B6064}"/>
              </a:ext>
            </a:extLst>
          </p:cNvPr>
          <p:cNvSpPr/>
          <p:nvPr/>
        </p:nvSpPr>
        <p:spPr>
          <a:xfrm>
            <a:off x="17577115" y="1564243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9A4C422E-DC03-B343-48DC-452ECAB5A8E3}"/>
              </a:ext>
            </a:extLst>
          </p:cNvPr>
          <p:cNvSpPr/>
          <p:nvPr/>
        </p:nvSpPr>
        <p:spPr>
          <a:xfrm>
            <a:off x="15641498" y="156282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47CCD92F-1FE2-72CD-231B-7C7C19A87E87}"/>
              </a:ext>
            </a:extLst>
          </p:cNvPr>
          <p:cNvSpPr/>
          <p:nvPr/>
        </p:nvSpPr>
        <p:spPr>
          <a:xfrm>
            <a:off x="19617647" y="156405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623F5AC6-312A-858F-275D-4B028D25848B}"/>
              </a:ext>
            </a:extLst>
          </p:cNvPr>
          <p:cNvSpPr/>
          <p:nvPr/>
        </p:nvSpPr>
        <p:spPr>
          <a:xfrm>
            <a:off x="17160752" y="1483377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472521A-62A0-B91C-35C1-55DE71453CA8}"/>
              </a:ext>
            </a:extLst>
          </p:cNvPr>
          <p:cNvSpPr/>
          <p:nvPr/>
        </p:nvSpPr>
        <p:spPr>
          <a:xfrm>
            <a:off x="15169027" y="14772031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3DA06BB7-DFDD-FDD9-02CB-AE9EC5B5B209}"/>
              </a:ext>
            </a:extLst>
          </p:cNvPr>
          <p:cNvSpPr/>
          <p:nvPr/>
        </p:nvSpPr>
        <p:spPr>
          <a:xfrm>
            <a:off x="19189780" y="148288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03DF1329-975A-9FEC-5E38-33E0DA175DA0}"/>
              </a:ext>
            </a:extLst>
          </p:cNvPr>
          <p:cNvSpPr/>
          <p:nvPr/>
        </p:nvSpPr>
        <p:spPr>
          <a:xfrm>
            <a:off x="14154360" y="146883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F4ECDD4-D7A9-41FD-4C5F-64EC1F655A53}"/>
              </a:ext>
            </a:extLst>
          </p:cNvPr>
          <p:cNvSpPr/>
          <p:nvPr/>
        </p:nvSpPr>
        <p:spPr>
          <a:xfrm>
            <a:off x="18105109" y="148275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0DD60FFA-8892-AEF8-532E-FFF583AE35CA}"/>
              </a:ext>
            </a:extLst>
          </p:cNvPr>
          <p:cNvSpPr/>
          <p:nvPr/>
        </p:nvSpPr>
        <p:spPr>
          <a:xfrm>
            <a:off x="16124888" y="14813404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Oval 360">
            <a:extLst>
              <a:ext uri="{FF2B5EF4-FFF2-40B4-BE49-F238E27FC236}">
                <a16:creationId xmlns:a16="http://schemas.microsoft.com/office/drawing/2014/main" id="{D8E0BE72-1517-3868-7110-27702F25265B}"/>
              </a:ext>
            </a:extLst>
          </p:cNvPr>
          <p:cNvSpPr/>
          <p:nvPr/>
        </p:nvSpPr>
        <p:spPr>
          <a:xfrm>
            <a:off x="16653689" y="105500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8390D622-6659-D178-29EF-FA83402B918E}"/>
              </a:ext>
            </a:extLst>
          </p:cNvPr>
          <p:cNvSpPr/>
          <p:nvPr/>
        </p:nvSpPr>
        <p:spPr>
          <a:xfrm>
            <a:off x="17607349" y="14006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6701BC2-D9B9-9D78-4EEB-314BE4FB7E45}"/>
              </a:ext>
            </a:extLst>
          </p:cNvPr>
          <p:cNvSpPr/>
          <p:nvPr/>
        </p:nvSpPr>
        <p:spPr>
          <a:xfrm>
            <a:off x="15660228" y="1398977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544DD7D1-E390-84EC-C5A2-7E77ECE3A9C9}"/>
              </a:ext>
            </a:extLst>
          </p:cNvPr>
          <p:cNvSpPr/>
          <p:nvPr/>
        </p:nvSpPr>
        <p:spPr>
          <a:xfrm>
            <a:off x="14651757" y="1398845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45ECCC5E-C366-DED7-EC0E-4E288AE65D03}"/>
              </a:ext>
            </a:extLst>
          </p:cNvPr>
          <p:cNvSpPr/>
          <p:nvPr/>
        </p:nvSpPr>
        <p:spPr>
          <a:xfrm>
            <a:off x="18551706" y="140007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A1B56030-FA1F-56C6-E15E-57C298A4D438}"/>
              </a:ext>
            </a:extLst>
          </p:cNvPr>
          <p:cNvSpPr/>
          <p:nvPr/>
        </p:nvSpPr>
        <p:spPr>
          <a:xfrm>
            <a:off x="16616089" y="139865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1D574005-0D2E-311D-2043-9433FF84E38D}"/>
              </a:ext>
            </a:extLst>
          </p:cNvPr>
          <p:cNvSpPr/>
          <p:nvPr/>
        </p:nvSpPr>
        <p:spPr>
          <a:xfrm>
            <a:off x="18100568" y="131074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9AF39EB5-262E-EA56-B32E-5D066BE547D5}"/>
              </a:ext>
            </a:extLst>
          </p:cNvPr>
          <p:cNvSpPr/>
          <p:nvPr/>
        </p:nvSpPr>
        <p:spPr>
          <a:xfrm>
            <a:off x="16153447" y="13090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1DB2B797-56FF-A5E7-2CAF-7791BC270794}"/>
              </a:ext>
            </a:extLst>
          </p:cNvPr>
          <p:cNvSpPr/>
          <p:nvPr/>
        </p:nvSpPr>
        <p:spPr>
          <a:xfrm>
            <a:off x="15144976" y="130889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" name="Oval 377">
            <a:extLst>
              <a:ext uri="{FF2B5EF4-FFF2-40B4-BE49-F238E27FC236}">
                <a16:creationId xmlns:a16="http://schemas.microsoft.com/office/drawing/2014/main" id="{9A0F8CB2-F8D3-46F0-327A-3C4CF67A7CA5}"/>
              </a:ext>
            </a:extLst>
          </p:cNvPr>
          <p:cNvSpPr/>
          <p:nvPr/>
        </p:nvSpPr>
        <p:spPr>
          <a:xfrm>
            <a:off x="17109308" y="130870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2BAA2114-12A9-EA17-937A-313ECE386969}"/>
              </a:ext>
            </a:extLst>
          </p:cNvPr>
          <p:cNvSpPr/>
          <p:nvPr/>
        </p:nvSpPr>
        <p:spPr>
          <a:xfrm>
            <a:off x="16677334" y="122446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38FD25-E991-7F4A-4547-F9D07CFDA2C3}"/>
              </a:ext>
            </a:extLst>
          </p:cNvPr>
          <p:cNvSpPr/>
          <p:nvPr/>
        </p:nvSpPr>
        <p:spPr>
          <a:xfrm>
            <a:off x="15592663" y="122432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BE7A5AF-B2D7-4A62-3521-C8EF6FB05FA5}"/>
              </a:ext>
            </a:extLst>
          </p:cNvPr>
          <p:cNvSpPr/>
          <p:nvPr/>
        </p:nvSpPr>
        <p:spPr>
          <a:xfrm>
            <a:off x="17633195" y="122413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Oval 391">
            <a:extLst>
              <a:ext uri="{FF2B5EF4-FFF2-40B4-BE49-F238E27FC236}">
                <a16:creationId xmlns:a16="http://schemas.microsoft.com/office/drawing/2014/main" id="{2FB068AC-11C9-939F-59AE-18618049D80E}"/>
              </a:ext>
            </a:extLst>
          </p:cNvPr>
          <p:cNvSpPr/>
          <p:nvPr/>
        </p:nvSpPr>
        <p:spPr>
          <a:xfrm>
            <a:off x="17167666" y="113722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8BBE1392-19F5-9A51-E647-053F5CFF7FCA}"/>
              </a:ext>
            </a:extLst>
          </p:cNvPr>
          <p:cNvSpPr/>
          <p:nvPr/>
        </p:nvSpPr>
        <p:spPr>
          <a:xfrm>
            <a:off x="16082995" y="113708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D146EFD2-A2C9-5B08-3FB7-5CF8F035F979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>
            <a:extLst>
              <a:ext uri="{FF2B5EF4-FFF2-40B4-BE49-F238E27FC236}">
                <a16:creationId xmlns:a16="http://schemas.microsoft.com/office/drawing/2014/main" id="{CC793BBA-215C-B5D8-9506-5673FF86B0A1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C2C41756-E502-09A6-C5BD-45BA165DE47B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TextBox 403">
            <a:extLst>
              <a:ext uri="{FF2B5EF4-FFF2-40B4-BE49-F238E27FC236}">
                <a16:creationId xmlns:a16="http://schemas.microsoft.com/office/drawing/2014/main" id="{9A1F4DB9-D3D3-D710-AABA-26F7EBD353B8}"/>
              </a:ext>
            </a:extLst>
          </p:cNvPr>
          <p:cNvSpPr txBox="1"/>
          <p:nvPr/>
        </p:nvSpPr>
        <p:spPr>
          <a:xfrm>
            <a:off x="12270996" y="18288000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fund: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/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blipFill>
                <a:blip r:embed="rId14"/>
                <a:stretch>
                  <a:fillRect r="-218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FB3ADE7A-607C-9CB7-9BE1-1C328D97CA99}"/>
              </a:ext>
            </a:extLst>
          </p:cNvPr>
          <p:cNvCxnSpPr>
            <a:cxnSpLocks/>
          </p:cNvCxnSpPr>
          <p:nvPr/>
        </p:nvCxnSpPr>
        <p:spPr>
          <a:xfrm>
            <a:off x="12303044" y="13198276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22413744-EC32-6097-9A4F-8703C86DA37E}"/>
              </a:ext>
            </a:extLst>
          </p:cNvPr>
          <p:cNvCxnSpPr>
            <a:cxnSpLocks/>
          </p:cNvCxnSpPr>
          <p:nvPr/>
        </p:nvCxnSpPr>
        <p:spPr>
          <a:xfrm>
            <a:off x="13180652" y="12906883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F0250930-A88C-8BBF-C9F7-2E4587392431}"/>
              </a:ext>
            </a:extLst>
          </p:cNvPr>
          <p:cNvSpPr txBox="1"/>
          <p:nvPr/>
        </p:nvSpPr>
        <p:spPr>
          <a:xfrm>
            <a:off x="13285196" y="15015522"/>
            <a:ext cx="98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F358935F-8CCE-4A18-B722-4C43EC277DC5}"/>
              </a:ext>
            </a:extLst>
          </p:cNvPr>
          <p:cNvSpPr txBox="1"/>
          <p:nvPr/>
        </p:nvSpPr>
        <p:spPr>
          <a:xfrm>
            <a:off x="14135193" y="14174549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65C3EA5F-3B60-94F5-49C9-618E2747D778}"/>
              </a:ext>
            </a:extLst>
          </p:cNvPr>
          <p:cNvSpPr txBox="1"/>
          <p:nvPr/>
        </p:nvSpPr>
        <p:spPr>
          <a:xfrm>
            <a:off x="16259530" y="14313652"/>
            <a:ext cx="1765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36684A98-1FF7-286A-D672-F73DB16E9CFA}"/>
              </a:ext>
            </a:extLst>
          </p:cNvPr>
          <p:cNvSpPr txBox="1"/>
          <p:nvPr/>
        </p:nvSpPr>
        <p:spPr>
          <a:xfrm>
            <a:off x="18326275" y="11059942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0F82AA3B-1FE1-C074-8909-C6CB15070941}"/>
              </a:ext>
            </a:extLst>
          </p:cNvPr>
          <p:cNvSpPr txBox="1"/>
          <p:nvPr/>
        </p:nvSpPr>
        <p:spPr>
          <a:xfrm>
            <a:off x="16301774" y="15984857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84D4D4CD-FE6A-8688-96BC-9ACC2C499C89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0DE0-72D6-6A84-BE6E-9479DA9EE48B}"/>
              </a:ext>
            </a:extLst>
          </p:cNvPr>
          <p:cNvSpPr txBox="1"/>
          <p:nvPr/>
        </p:nvSpPr>
        <p:spPr>
          <a:xfrm>
            <a:off x="13620471" y="1610612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53B0D-3427-A178-2471-8498C8337E3B}"/>
              </a:ext>
            </a:extLst>
          </p:cNvPr>
          <p:cNvSpPr txBox="1"/>
          <p:nvPr/>
        </p:nvSpPr>
        <p:spPr>
          <a:xfrm>
            <a:off x="14676854" y="160861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D731-6918-A2D2-C850-292B58F98D2A}"/>
              </a:ext>
            </a:extLst>
          </p:cNvPr>
          <p:cNvSpPr txBox="1"/>
          <p:nvPr/>
        </p:nvSpPr>
        <p:spPr>
          <a:xfrm>
            <a:off x="15579434" y="160603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ED101B-3060-9C21-080B-E97E692D9990}"/>
              </a:ext>
            </a:extLst>
          </p:cNvPr>
          <p:cNvSpPr txBox="1"/>
          <p:nvPr/>
        </p:nvSpPr>
        <p:spPr>
          <a:xfrm>
            <a:off x="15123724" y="157848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03622-7F28-B5B9-2B6D-67D2B74707D2}"/>
              </a:ext>
            </a:extLst>
          </p:cNvPr>
          <p:cNvSpPr txBox="1"/>
          <p:nvPr/>
        </p:nvSpPr>
        <p:spPr>
          <a:xfrm>
            <a:off x="14149106" y="157476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49F53-3A49-9642-0B0A-01225A20B38F}"/>
              </a:ext>
            </a:extLst>
          </p:cNvPr>
          <p:cNvSpPr txBox="1"/>
          <p:nvPr/>
        </p:nvSpPr>
        <p:spPr>
          <a:xfrm>
            <a:off x="15064462" y="1521261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83C6C-752F-9ABB-AB4D-80F6BF0166AC}"/>
              </a:ext>
            </a:extLst>
          </p:cNvPr>
          <p:cNvSpPr txBox="1"/>
          <p:nvPr/>
        </p:nvSpPr>
        <p:spPr>
          <a:xfrm>
            <a:off x="15614244" y="1496913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0B81B-90A1-6EEA-3B62-47C058AF4BF5}"/>
              </a:ext>
            </a:extLst>
          </p:cNvPr>
          <p:cNvSpPr txBox="1"/>
          <p:nvPr/>
        </p:nvSpPr>
        <p:spPr>
          <a:xfrm>
            <a:off x="13132336" y="1581395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DC1EA-6415-2B53-B1AC-6FA4712CECAF}"/>
              </a:ext>
            </a:extLst>
          </p:cNvPr>
          <p:cNvSpPr txBox="1"/>
          <p:nvPr/>
        </p:nvSpPr>
        <p:spPr>
          <a:xfrm>
            <a:off x="12621816" y="160948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B619E-8EE4-186D-14EC-1895B3836B68}"/>
              </a:ext>
            </a:extLst>
          </p:cNvPr>
          <p:cNvSpPr txBox="1"/>
          <p:nvPr/>
        </p:nvSpPr>
        <p:spPr>
          <a:xfrm>
            <a:off x="14160483" y="1520895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721F9-D5BC-D3AB-8ED7-B06AC8D497F8}"/>
              </a:ext>
            </a:extLst>
          </p:cNvPr>
          <p:cNvSpPr txBox="1"/>
          <p:nvPr/>
        </p:nvSpPr>
        <p:spPr>
          <a:xfrm>
            <a:off x="14670503" y="1492403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E863B4-13D5-966F-FFEC-77DB9D751DE8}"/>
              </a:ext>
            </a:extLst>
          </p:cNvPr>
          <p:cNvSpPr txBox="1"/>
          <p:nvPr/>
        </p:nvSpPr>
        <p:spPr>
          <a:xfrm>
            <a:off x="15604235" y="1437881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F8AD-919F-4EB4-F776-2DF7D3D330CA}"/>
              </a:ext>
            </a:extLst>
          </p:cNvPr>
          <p:cNvSpPr txBox="1"/>
          <p:nvPr/>
        </p:nvSpPr>
        <p:spPr>
          <a:xfrm>
            <a:off x="16098514" y="140988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586F-F7CE-955F-4BF5-3912C6069E1E}"/>
              </a:ext>
            </a:extLst>
          </p:cNvPr>
          <p:cNvSpPr txBox="1"/>
          <p:nvPr/>
        </p:nvSpPr>
        <p:spPr>
          <a:xfrm>
            <a:off x="16082063" y="1521976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67459F-0550-93F3-A288-22AECBABAD2A}"/>
              </a:ext>
            </a:extLst>
          </p:cNvPr>
          <p:cNvSpPr txBox="1"/>
          <p:nvPr/>
        </p:nvSpPr>
        <p:spPr>
          <a:xfrm>
            <a:off x="16090510" y="1582020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B38D21A4-6DC6-7588-FE4D-EB60A373890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C83CEA-A041-A617-D59B-BDF1E00A76CF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76186A30-E00A-05B8-C340-4D83EAFB5F42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D1896D-BD78-C854-A87E-9DE6901D31F5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EABAAD6-F55B-8F32-851A-B67D628F8BDF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2CDB1C-C2CB-E72F-0144-ABE7B18ACF44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2C637A7-7D22-053B-6488-4156FB223459}"/>
              </a:ext>
            </a:extLst>
          </p:cNvPr>
          <p:cNvCxnSpPr/>
          <p:nvPr/>
        </p:nvCxnSpPr>
        <p:spPr>
          <a:xfrm>
            <a:off x="10127363" y="18840028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457954-ABB3-8AE9-6D67-4702EBA76D52}"/>
              </a:ext>
            </a:extLst>
          </p:cNvPr>
          <p:cNvCxnSpPr>
            <a:cxnSpLocks/>
          </p:cNvCxnSpPr>
          <p:nvPr/>
        </p:nvCxnSpPr>
        <p:spPr>
          <a:xfrm flipV="1">
            <a:off x="9392514" y="19132218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0CE4A-290D-6394-C3A7-A9A438480558}"/>
              </a:ext>
            </a:extLst>
          </p:cNvPr>
          <p:cNvCxnSpPr>
            <a:cxnSpLocks/>
          </p:cNvCxnSpPr>
          <p:nvPr/>
        </p:nvCxnSpPr>
        <p:spPr>
          <a:xfrm flipH="1" flipV="1">
            <a:off x="9460935" y="1912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A3E011-1A2E-53D6-F8E5-481E449A87EA}"/>
              </a:ext>
            </a:extLst>
          </p:cNvPr>
          <p:cNvSpPr txBox="1"/>
          <p:nvPr/>
        </p:nvSpPr>
        <p:spPr>
          <a:xfrm>
            <a:off x="10800431" y="1889562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032FB4-7968-4CE2-FF45-943601ABCCD1}"/>
              </a:ext>
            </a:extLst>
          </p:cNvPr>
          <p:cNvSpPr txBox="1"/>
          <p:nvPr/>
        </p:nvSpPr>
        <p:spPr>
          <a:xfrm>
            <a:off x="9126623" y="1884678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B1840-238F-B14B-3E7C-EBC27D14F6E4}"/>
              </a:ext>
            </a:extLst>
          </p:cNvPr>
          <p:cNvSpPr txBox="1"/>
          <p:nvPr/>
        </p:nvSpPr>
        <p:spPr>
          <a:xfrm>
            <a:off x="9974365" y="20303433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(=-y)</a:t>
            </a:r>
          </a:p>
        </p:txBody>
      </p:sp>
      <p:sp>
        <p:nvSpPr>
          <p:cNvPr id="70" name="Triangle 69">
            <a:extLst>
              <a:ext uri="{FF2B5EF4-FFF2-40B4-BE49-F238E27FC236}">
                <a16:creationId xmlns:a16="http://schemas.microsoft.com/office/drawing/2014/main" id="{7F67E57E-ABC1-5C35-52AE-750A429F66D6}"/>
              </a:ext>
            </a:extLst>
          </p:cNvPr>
          <p:cNvSpPr/>
          <p:nvPr/>
        </p:nvSpPr>
        <p:spPr>
          <a:xfrm flipV="1">
            <a:off x="11975775" y="19860333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46CB236-43C2-DCDD-A02C-AF357B70E063}"/>
              </a:ext>
            </a:extLst>
          </p:cNvPr>
          <p:cNvCxnSpPr>
            <a:cxnSpLocks/>
          </p:cNvCxnSpPr>
          <p:nvPr/>
        </p:nvCxnSpPr>
        <p:spPr>
          <a:xfrm flipV="1">
            <a:off x="12471469" y="19482330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00B108-4C11-4620-9700-1B60BF7F80B1}"/>
              </a:ext>
            </a:extLst>
          </p:cNvPr>
          <p:cNvCxnSpPr>
            <a:cxnSpLocks/>
          </p:cNvCxnSpPr>
          <p:nvPr/>
        </p:nvCxnSpPr>
        <p:spPr>
          <a:xfrm flipH="1">
            <a:off x="11767616" y="1977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0C7AF3C-4F86-C0C9-C6B3-104470FCA7CB}"/>
              </a:ext>
            </a:extLst>
          </p:cNvPr>
          <p:cNvSpPr txBox="1"/>
          <p:nvPr/>
        </p:nvSpPr>
        <p:spPr>
          <a:xfrm>
            <a:off x="11397944" y="2055421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83061-860C-FE51-E600-77130D72E744}"/>
              </a:ext>
            </a:extLst>
          </p:cNvPr>
          <p:cNvSpPr txBox="1"/>
          <p:nvPr/>
        </p:nvSpPr>
        <p:spPr>
          <a:xfrm>
            <a:off x="13116973" y="2037249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-B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A6BC3E-0459-224B-07C1-F831626B34FD}"/>
              </a:ext>
            </a:extLst>
          </p:cNvPr>
          <p:cNvSpPr txBox="1"/>
          <p:nvPr/>
        </p:nvSpPr>
        <p:spPr>
          <a:xfrm>
            <a:off x="12230752" y="190893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-C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C10776B-1597-5A40-211A-73AE27AC525B}"/>
              </a:ext>
            </a:extLst>
          </p:cNvPr>
          <p:cNvCxnSpPr>
            <a:cxnSpLocks/>
          </p:cNvCxnSpPr>
          <p:nvPr/>
        </p:nvCxnSpPr>
        <p:spPr>
          <a:xfrm>
            <a:off x="11718537" y="19685515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E6E50EC-F5F8-17F4-5EAB-304EAA39F560}"/>
              </a:ext>
            </a:extLst>
          </p:cNvPr>
          <p:cNvSpPr/>
          <p:nvPr/>
        </p:nvSpPr>
        <p:spPr>
          <a:xfrm>
            <a:off x="2286000" y="19202400"/>
            <a:ext cx="1848678" cy="18486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ight Triangle 81">
            <a:extLst>
              <a:ext uri="{FF2B5EF4-FFF2-40B4-BE49-F238E27FC236}">
                <a16:creationId xmlns:a16="http://schemas.microsoft.com/office/drawing/2014/main" id="{5E5DA147-8615-F477-890B-A655B327D88E}"/>
              </a:ext>
            </a:extLst>
          </p:cNvPr>
          <p:cNvSpPr/>
          <p:nvPr/>
        </p:nvSpPr>
        <p:spPr>
          <a:xfrm rot="5400000">
            <a:off x="2286000" y="19202399"/>
            <a:ext cx="1868557" cy="1868557"/>
          </a:xfrm>
          <a:prstGeom prst="rtTriangl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ight Triangle 82">
            <a:extLst>
              <a:ext uri="{FF2B5EF4-FFF2-40B4-BE49-F238E27FC236}">
                <a16:creationId xmlns:a16="http://schemas.microsoft.com/office/drawing/2014/main" id="{9375A08B-9A2C-242D-8E25-CE98B681B666}"/>
              </a:ext>
            </a:extLst>
          </p:cNvPr>
          <p:cNvSpPr/>
          <p:nvPr/>
        </p:nvSpPr>
        <p:spPr>
          <a:xfrm flipH="1">
            <a:off x="2293884" y="19193349"/>
            <a:ext cx="1868557" cy="1868557"/>
          </a:xfrm>
          <a:prstGeom prst="rt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8176139-6329-31BB-595F-DE0E4E3676C9}"/>
              </a:ext>
            </a:extLst>
          </p:cNvPr>
          <p:cNvCxnSpPr>
            <a:cxnSpLocks/>
          </p:cNvCxnSpPr>
          <p:nvPr/>
        </p:nvCxnSpPr>
        <p:spPr>
          <a:xfrm>
            <a:off x="1808922" y="20136678"/>
            <a:ext cx="29119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3891B6-9387-F9FC-9459-4C539E620497}"/>
              </a:ext>
            </a:extLst>
          </p:cNvPr>
          <p:cNvCxnSpPr>
            <a:cxnSpLocks/>
          </p:cNvCxnSpPr>
          <p:nvPr/>
        </p:nvCxnSpPr>
        <p:spPr>
          <a:xfrm>
            <a:off x="3208285" y="18995011"/>
            <a:ext cx="0" cy="2811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5C53F22-BE45-3898-606D-716839083D02}"/>
              </a:ext>
            </a:extLst>
          </p:cNvPr>
          <p:cNvSpPr txBox="1"/>
          <p:nvPr/>
        </p:nvSpPr>
        <p:spPr>
          <a:xfrm>
            <a:off x="3015924" y="2198535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C1C3C-FCC0-2D1B-9D09-F0816133B592}"/>
              </a:ext>
            </a:extLst>
          </p:cNvPr>
          <p:cNvSpPr txBox="1"/>
          <p:nvPr/>
        </p:nvSpPr>
        <p:spPr>
          <a:xfrm>
            <a:off x="4881856" y="1990162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50D68ED-FCB1-74B7-52CB-6154DD5374F7}"/>
              </a:ext>
            </a:extLst>
          </p:cNvPr>
          <p:cNvCxnSpPr>
            <a:cxnSpLocks/>
          </p:cNvCxnSpPr>
          <p:nvPr/>
        </p:nvCxnSpPr>
        <p:spPr>
          <a:xfrm flipH="1" flipV="1">
            <a:off x="1915794" y="18882460"/>
            <a:ext cx="2657831" cy="25463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44D53E3-22E8-0105-202A-392290D4295B}"/>
              </a:ext>
            </a:extLst>
          </p:cNvPr>
          <p:cNvSpPr txBox="1"/>
          <p:nvPr/>
        </p:nvSpPr>
        <p:spPr>
          <a:xfrm>
            <a:off x="2094898" y="1862567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560DFDBE-A54E-6D83-E9DF-970A1B786BA2}"/>
              </a:ext>
            </a:extLst>
          </p:cNvPr>
          <p:cNvSpPr/>
          <p:nvPr/>
        </p:nvSpPr>
        <p:spPr>
          <a:xfrm flipH="1">
            <a:off x="11430000" y="22878925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3CC6702-0953-F5D4-01BC-BC4DA623841F}"/>
              </a:ext>
            </a:extLst>
          </p:cNvPr>
          <p:cNvSpPr/>
          <p:nvPr/>
        </p:nvSpPr>
        <p:spPr>
          <a:xfrm>
            <a:off x="11278618" y="25645549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FE1D6C-431A-8D95-EA50-9D9794A310B2}"/>
              </a:ext>
            </a:extLst>
          </p:cNvPr>
          <p:cNvSpPr txBox="1"/>
          <p:nvPr/>
        </p:nvSpPr>
        <p:spPr>
          <a:xfrm>
            <a:off x="10208305" y="26317069"/>
            <a:ext cx="2606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 (fixed)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CF9C5E-28B3-D4D2-37CC-4FB9649BE1C4}"/>
              </a:ext>
            </a:extLst>
          </p:cNvPr>
          <p:cNvSpPr/>
          <p:nvPr/>
        </p:nvSpPr>
        <p:spPr>
          <a:xfrm>
            <a:off x="14855263" y="25688221"/>
            <a:ext cx="574334" cy="57433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26F939-3593-BA42-B1E6-273486D82ED1}"/>
              </a:ext>
            </a:extLst>
          </p:cNvPr>
          <p:cNvSpPr txBox="1"/>
          <p:nvPr/>
        </p:nvSpPr>
        <p:spPr>
          <a:xfrm>
            <a:off x="13880955" y="26396317"/>
            <a:ext cx="3432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(y=0: fixed)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43ED82-C2C0-9E15-9FAE-85672D17507C}"/>
              </a:ext>
            </a:extLst>
          </p:cNvPr>
          <p:cNvSpPr txBox="1"/>
          <p:nvPr/>
        </p:nvSpPr>
        <p:spPr>
          <a:xfrm>
            <a:off x="10915688" y="22659469"/>
            <a:ext cx="20571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BaseType</a:t>
            </a:r>
            <a:endParaRPr lang="en-US" sz="36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81BC5AD-8846-66C8-0A70-159EB9E47299}"/>
              </a:ext>
            </a:extLst>
          </p:cNvPr>
          <p:cNvSpPr/>
          <p:nvPr/>
        </p:nvSpPr>
        <p:spPr>
          <a:xfrm>
            <a:off x="18462438" y="25766418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E60A7-23B0-2916-8079-421A51AE364A}"/>
              </a:ext>
            </a:extLst>
          </p:cNvPr>
          <p:cNvSpPr txBox="1"/>
          <p:nvPr/>
        </p:nvSpPr>
        <p:spPr>
          <a:xfrm>
            <a:off x="10996526" y="23686120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6EA19E3-38BF-E47E-F008-C09D402B954C}"/>
              </a:ext>
            </a:extLst>
          </p:cNvPr>
          <p:cNvSpPr/>
          <p:nvPr/>
        </p:nvSpPr>
        <p:spPr>
          <a:xfrm>
            <a:off x="18476076" y="23885697"/>
            <a:ext cx="574334" cy="57433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DC1E8A-0E24-99AA-F699-C5DDFADCB4F7}"/>
              </a:ext>
            </a:extLst>
          </p:cNvPr>
          <p:cNvSpPr txBox="1"/>
          <p:nvPr/>
        </p:nvSpPr>
        <p:spPr>
          <a:xfrm>
            <a:off x="19235975" y="23364083"/>
            <a:ext cx="39506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 (y=2x-L: fixed)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88CE7F93-B9FC-5151-0AF5-56BB82F42117}"/>
              </a:ext>
            </a:extLst>
          </p:cNvPr>
          <p:cNvSpPr/>
          <p:nvPr/>
        </p:nvSpPr>
        <p:spPr>
          <a:xfrm>
            <a:off x="14936009" y="24043351"/>
            <a:ext cx="574334" cy="5743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99BE22-008E-3010-7B4E-C5E7AA35FA2D}"/>
              </a:ext>
            </a:extLst>
          </p:cNvPr>
          <p:cNvSpPr txBox="1"/>
          <p:nvPr/>
        </p:nvSpPr>
        <p:spPr>
          <a:xfrm>
            <a:off x="13570774" y="23080303"/>
            <a:ext cx="3613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 (x=2y: fixed)</a:t>
            </a: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80895E0-17D6-6A40-4207-6B84352690D4}"/>
              </a:ext>
            </a:extLst>
          </p:cNvPr>
          <p:cNvSpPr/>
          <p:nvPr/>
        </p:nvSpPr>
        <p:spPr>
          <a:xfrm>
            <a:off x="16015149" y="24610911"/>
            <a:ext cx="574334" cy="5743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E24A6A8-2E87-D29A-9995-D57D664CF5ED}"/>
              </a:ext>
            </a:extLst>
          </p:cNvPr>
          <p:cNvSpPr txBox="1"/>
          <p:nvPr/>
        </p:nvSpPr>
        <p:spPr>
          <a:xfrm>
            <a:off x="15694506" y="25161352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18" name="Right Triangle 117">
            <a:extLst>
              <a:ext uri="{FF2B5EF4-FFF2-40B4-BE49-F238E27FC236}">
                <a16:creationId xmlns:a16="http://schemas.microsoft.com/office/drawing/2014/main" id="{E0D750B3-C292-C3A6-5FF5-84C562218986}"/>
              </a:ext>
            </a:extLst>
          </p:cNvPr>
          <p:cNvSpPr/>
          <p:nvPr/>
        </p:nvSpPr>
        <p:spPr>
          <a:xfrm flipH="1">
            <a:off x="13121562" y="30057767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2B446E40-04F0-B878-F818-48CC65422FE8}"/>
              </a:ext>
            </a:extLst>
          </p:cNvPr>
          <p:cNvSpPr txBox="1"/>
          <p:nvPr/>
        </p:nvSpPr>
        <p:spPr>
          <a:xfrm>
            <a:off x="14185339" y="33543628"/>
            <a:ext cx="3995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(doesn’t exist)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3A1ADE0-B3DA-571B-1ED4-BE9CF55AB628}"/>
              </a:ext>
            </a:extLst>
          </p:cNvPr>
          <p:cNvSpPr txBox="1"/>
          <p:nvPr/>
        </p:nvSpPr>
        <p:spPr>
          <a:xfrm>
            <a:off x="12688088" y="30864962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C5793B22-F811-AA12-547F-617045B57212}"/>
              </a:ext>
            </a:extLst>
          </p:cNvPr>
          <p:cNvSpPr txBox="1"/>
          <p:nvPr/>
        </p:nvSpPr>
        <p:spPr>
          <a:xfrm>
            <a:off x="20927537" y="305429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C80F940B-1D90-5282-145F-E9A488728738}"/>
              </a:ext>
            </a:extLst>
          </p:cNvPr>
          <p:cNvSpPr txBox="1"/>
          <p:nvPr/>
        </p:nvSpPr>
        <p:spPr>
          <a:xfrm>
            <a:off x="14617439" y="3085823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CA2C08B-257C-E62C-764C-85E8FF42F304}"/>
              </a:ext>
            </a:extLst>
          </p:cNvPr>
          <p:cNvSpPr txBox="1"/>
          <p:nvPr/>
        </p:nvSpPr>
        <p:spPr>
          <a:xfrm>
            <a:off x="17386068" y="32340194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609993A-A588-9E94-F5A3-999DF714B1BF}"/>
              </a:ext>
            </a:extLst>
          </p:cNvPr>
          <p:cNvSpPr txBox="1"/>
          <p:nvPr/>
        </p:nvSpPr>
        <p:spPr>
          <a:xfrm>
            <a:off x="15698545" y="314364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9D0239F-A464-5C50-7B6A-B269D8981A99}"/>
              </a:ext>
            </a:extLst>
          </p:cNvPr>
          <p:cNvSpPr txBox="1"/>
          <p:nvPr/>
        </p:nvSpPr>
        <p:spPr>
          <a:xfrm>
            <a:off x="18089646" y="315888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A2DC834-067D-4E79-1527-C5DB5E340727}"/>
              </a:ext>
            </a:extLst>
          </p:cNvPr>
          <p:cNvSpPr txBox="1"/>
          <p:nvPr/>
        </p:nvSpPr>
        <p:spPr>
          <a:xfrm>
            <a:off x="20139161" y="3111587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8D359B7-C1AA-3574-47FD-0A1CE5BC7467}"/>
              </a:ext>
            </a:extLst>
          </p:cNvPr>
          <p:cNvSpPr txBox="1"/>
          <p:nvPr/>
        </p:nvSpPr>
        <p:spPr>
          <a:xfrm>
            <a:off x="20139161" y="2953932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DD25C5E-EE8C-52AA-E84B-257F047BE676}"/>
              </a:ext>
            </a:extLst>
          </p:cNvPr>
          <p:cNvSpPr txBox="1"/>
          <p:nvPr/>
        </p:nvSpPr>
        <p:spPr>
          <a:xfrm>
            <a:off x="20698081" y="296491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</a:t>
            </a:r>
          </a:p>
        </p:txBody>
      </p:sp>
      <p:sp>
        <p:nvSpPr>
          <p:cNvPr id="153" name="Triangle 152">
            <a:extLst>
              <a:ext uri="{FF2B5EF4-FFF2-40B4-BE49-F238E27FC236}">
                <a16:creationId xmlns:a16="http://schemas.microsoft.com/office/drawing/2014/main" id="{FA27F462-B2E5-7A70-E218-7E7EC1DC509B}"/>
              </a:ext>
            </a:extLst>
          </p:cNvPr>
          <p:cNvSpPr/>
          <p:nvPr/>
        </p:nvSpPr>
        <p:spPr>
          <a:xfrm flipV="1">
            <a:off x="5740471" y="3223191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Triangle 153">
            <a:extLst>
              <a:ext uri="{FF2B5EF4-FFF2-40B4-BE49-F238E27FC236}">
                <a16:creationId xmlns:a16="http://schemas.microsoft.com/office/drawing/2014/main" id="{01149314-28E4-3982-F9DB-17226221DD77}"/>
              </a:ext>
            </a:extLst>
          </p:cNvPr>
          <p:cNvSpPr/>
          <p:nvPr/>
        </p:nvSpPr>
        <p:spPr>
          <a:xfrm flipV="1">
            <a:off x="4301284" y="3300719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riangle 154">
            <a:extLst>
              <a:ext uri="{FF2B5EF4-FFF2-40B4-BE49-F238E27FC236}">
                <a16:creationId xmlns:a16="http://schemas.microsoft.com/office/drawing/2014/main" id="{04B77D0B-2B5E-C27F-3AB1-992F14D42558}"/>
              </a:ext>
            </a:extLst>
          </p:cNvPr>
          <p:cNvSpPr/>
          <p:nvPr/>
        </p:nvSpPr>
        <p:spPr>
          <a:xfrm flipV="1">
            <a:off x="5221272" y="3306718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riangle 155">
            <a:extLst>
              <a:ext uri="{FF2B5EF4-FFF2-40B4-BE49-F238E27FC236}">
                <a16:creationId xmlns:a16="http://schemas.microsoft.com/office/drawing/2014/main" id="{8F397781-DF5F-C5D7-4B17-1B79D16AF7FC}"/>
              </a:ext>
            </a:extLst>
          </p:cNvPr>
          <p:cNvSpPr/>
          <p:nvPr/>
        </p:nvSpPr>
        <p:spPr>
          <a:xfrm flipV="1">
            <a:off x="5726078" y="3393439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riangle 156">
            <a:extLst>
              <a:ext uri="{FF2B5EF4-FFF2-40B4-BE49-F238E27FC236}">
                <a16:creationId xmlns:a16="http://schemas.microsoft.com/office/drawing/2014/main" id="{8EB2D04D-5E6D-1081-D851-410E60762AEE}"/>
              </a:ext>
            </a:extLst>
          </p:cNvPr>
          <p:cNvSpPr/>
          <p:nvPr/>
        </p:nvSpPr>
        <p:spPr>
          <a:xfrm flipV="1">
            <a:off x="4785462" y="3392679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Triangle 157">
            <a:extLst>
              <a:ext uri="{FF2B5EF4-FFF2-40B4-BE49-F238E27FC236}">
                <a16:creationId xmlns:a16="http://schemas.microsoft.com/office/drawing/2014/main" id="{29B76F43-8F53-0778-5D8A-A6D93035197F}"/>
              </a:ext>
            </a:extLst>
          </p:cNvPr>
          <p:cNvSpPr/>
          <p:nvPr/>
        </p:nvSpPr>
        <p:spPr>
          <a:xfrm flipV="1">
            <a:off x="3785341" y="3394632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riangle 158">
            <a:extLst>
              <a:ext uri="{FF2B5EF4-FFF2-40B4-BE49-F238E27FC236}">
                <a16:creationId xmlns:a16="http://schemas.microsoft.com/office/drawing/2014/main" id="{7B590A4A-175E-EC72-2A52-4B9CC854CCAC}"/>
              </a:ext>
            </a:extLst>
          </p:cNvPr>
          <p:cNvSpPr/>
          <p:nvPr/>
        </p:nvSpPr>
        <p:spPr>
          <a:xfrm flipV="1">
            <a:off x="2746539" y="3396624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riangle 159">
            <a:extLst>
              <a:ext uri="{FF2B5EF4-FFF2-40B4-BE49-F238E27FC236}">
                <a16:creationId xmlns:a16="http://schemas.microsoft.com/office/drawing/2014/main" id="{A6411E9C-0B5E-66A4-5471-6A326A500922}"/>
              </a:ext>
            </a:extLst>
          </p:cNvPr>
          <p:cNvSpPr/>
          <p:nvPr/>
        </p:nvSpPr>
        <p:spPr>
          <a:xfrm>
            <a:off x="3781879" y="3302866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riangle 160">
            <a:extLst>
              <a:ext uri="{FF2B5EF4-FFF2-40B4-BE49-F238E27FC236}">
                <a16:creationId xmlns:a16="http://schemas.microsoft.com/office/drawing/2014/main" id="{9AE0826B-E911-F57B-B91A-C0D0BEF801F1}"/>
              </a:ext>
            </a:extLst>
          </p:cNvPr>
          <p:cNvSpPr/>
          <p:nvPr/>
        </p:nvSpPr>
        <p:spPr>
          <a:xfrm>
            <a:off x="5257787" y="3225428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riangle 161">
            <a:extLst>
              <a:ext uri="{FF2B5EF4-FFF2-40B4-BE49-F238E27FC236}">
                <a16:creationId xmlns:a16="http://schemas.microsoft.com/office/drawing/2014/main" id="{05A28A4B-8EC6-E5CD-8207-64028B4A9DEB}"/>
              </a:ext>
            </a:extLst>
          </p:cNvPr>
          <p:cNvSpPr/>
          <p:nvPr/>
        </p:nvSpPr>
        <p:spPr>
          <a:xfrm>
            <a:off x="5775553" y="3310940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riangle 162">
            <a:extLst>
              <a:ext uri="{FF2B5EF4-FFF2-40B4-BE49-F238E27FC236}">
                <a16:creationId xmlns:a16="http://schemas.microsoft.com/office/drawing/2014/main" id="{6A2BC02A-B2F6-4745-F193-EBCDC572D203}"/>
              </a:ext>
            </a:extLst>
          </p:cNvPr>
          <p:cNvSpPr/>
          <p:nvPr/>
        </p:nvSpPr>
        <p:spPr>
          <a:xfrm>
            <a:off x="4767689" y="331120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Triangle 163">
            <a:extLst>
              <a:ext uri="{FF2B5EF4-FFF2-40B4-BE49-F238E27FC236}">
                <a16:creationId xmlns:a16="http://schemas.microsoft.com/office/drawing/2014/main" id="{674F9A67-9C12-EBB8-4F1F-DCF54B27F32A}"/>
              </a:ext>
            </a:extLst>
          </p:cNvPr>
          <p:cNvSpPr/>
          <p:nvPr/>
        </p:nvSpPr>
        <p:spPr>
          <a:xfrm>
            <a:off x="5247776" y="3396524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riangle 164">
            <a:extLst>
              <a:ext uri="{FF2B5EF4-FFF2-40B4-BE49-F238E27FC236}">
                <a16:creationId xmlns:a16="http://schemas.microsoft.com/office/drawing/2014/main" id="{100AA150-E4DC-127E-5851-B5F7BA0C49A5}"/>
              </a:ext>
            </a:extLst>
          </p:cNvPr>
          <p:cNvSpPr/>
          <p:nvPr/>
        </p:nvSpPr>
        <p:spPr>
          <a:xfrm>
            <a:off x="4353724" y="3395996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riangle 165">
            <a:extLst>
              <a:ext uri="{FF2B5EF4-FFF2-40B4-BE49-F238E27FC236}">
                <a16:creationId xmlns:a16="http://schemas.microsoft.com/office/drawing/2014/main" id="{7FEC9A14-34BD-52C0-8C54-EDAC5BA4399A}"/>
              </a:ext>
            </a:extLst>
          </p:cNvPr>
          <p:cNvSpPr/>
          <p:nvPr/>
        </p:nvSpPr>
        <p:spPr>
          <a:xfrm>
            <a:off x="3324575" y="3398059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riangle 166">
            <a:extLst>
              <a:ext uri="{FF2B5EF4-FFF2-40B4-BE49-F238E27FC236}">
                <a16:creationId xmlns:a16="http://schemas.microsoft.com/office/drawing/2014/main" id="{31CD231C-DA82-B1DD-0F38-8E1178A47DA4}"/>
              </a:ext>
            </a:extLst>
          </p:cNvPr>
          <p:cNvSpPr/>
          <p:nvPr/>
        </p:nvSpPr>
        <p:spPr>
          <a:xfrm>
            <a:off x="2283491" y="3398797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6BC22877-4394-8240-5C10-795CC2F2EB18}"/>
              </a:ext>
            </a:extLst>
          </p:cNvPr>
          <p:cNvCxnSpPr>
            <a:cxnSpLocks/>
          </p:cNvCxnSpPr>
          <p:nvPr/>
        </p:nvCxnSpPr>
        <p:spPr>
          <a:xfrm>
            <a:off x="4180060" y="2954569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E3A6B10A-02AA-69F7-47B4-10BE7C27C2F3}"/>
              </a:ext>
            </a:extLst>
          </p:cNvPr>
          <p:cNvCxnSpPr>
            <a:cxnSpLocks/>
          </p:cNvCxnSpPr>
          <p:nvPr/>
        </p:nvCxnSpPr>
        <p:spPr>
          <a:xfrm>
            <a:off x="1509017" y="3178493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084F9565-9FB5-6969-AA85-5B7377EB9CEB}"/>
              </a:ext>
            </a:extLst>
          </p:cNvPr>
          <p:cNvCxnSpPr>
            <a:cxnSpLocks/>
          </p:cNvCxnSpPr>
          <p:nvPr/>
        </p:nvCxnSpPr>
        <p:spPr>
          <a:xfrm>
            <a:off x="3342094" y="2982711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riangle 171">
            <a:extLst>
              <a:ext uri="{FF2B5EF4-FFF2-40B4-BE49-F238E27FC236}">
                <a16:creationId xmlns:a16="http://schemas.microsoft.com/office/drawing/2014/main" id="{C0B34B5C-D1CE-58C6-3798-BB20E301CDEA}"/>
              </a:ext>
            </a:extLst>
          </p:cNvPr>
          <p:cNvSpPr/>
          <p:nvPr/>
        </p:nvSpPr>
        <p:spPr>
          <a:xfrm>
            <a:off x="2307540" y="2800406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0E7FA88E-ABA1-45A2-9897-852922BA11DF}"/>
              </a:ext>
            </a:extLst>
          </p:cNvPr>
          <p:cNvSpPr/>
          <p:nvPr/>
        </p:nvSpPr>
        <p:spPr>
          <a:xfrm>
            <a:off x="2182411" y="3469428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6CC054BE-C698-F167-8A56-CB28654AFD6E}"/>
              </a:ext>
            </a:extLst>
          </p:cNvPr>
          <p:cNvSpPr/>
          <p:nvPr/>
        </p:nvSpPr>
        <p:spPr>
          <a:xfrm>
            <a:off x="10081282" y="3464767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B825F4C1-559A-DBDC-E584-129530CD1CBF}"/>
              </a:ext>
            </a:extLst>
          </p:cNvPr>
          <p:cNvCxnSpPr>
            <a:cxnSpLocks/>
          </p:cNvCxnSpPr>
          <p:nvPr/>
        </p:nvCxnSpPr>
        <p:spPr>
          <a:xfrm rot="5400000">
            <a:off x="2078862" y="3173617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>
            <a:extLst>
              <a:ext uri="{FF2B5EF4-FFF2-40B4-BE49-F238E27FC236}">
                <a16:creationId xmlns:a16="http://schemas.microsoft.com/office/drawing/2014/main" id="{110343D3-ECD5-C63A-A767-32685990A897}"/>
              </a:ext>
            </a:extLst>
          </p:cNvPr>
          <p:cNvSpPr/>
          <p:nvPr/>
        </p:nvSpPr>
        <p:spPr>
          <a:xfrm>
            <a:off x="6155092" y="2793292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7833CFB-E9AE-128C-5448-AEF1E8AC8FC7}"/>
              </a:ext>
            </a:extLst>
          </p:cNvPr>
          <p:cNvCxnSpPr>
            <a:cxnSpLocks/>
          </p:cNvCxnSpPr>
          <p:nvPr/>
        </p:nvCxnSpPr>
        <p:spPr>
          <a:xfrm rot="1800000">
            <a:off x="2589273" y="3285161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A5D59BB-CCDD-5DBF-93B9-FBC7BED6DEAB}"/>
              </a:ext>
            </a:extLst>
          </p:cNvPr>
          <p:cNvCxnSpPr>
            <a:cxnSpLocks/>
          </p:cNvCxnSpPr>
          <p:nvPr/>
        </p:nvCxnSpPr>
        <p:spPr>
          <a:xfrm rot="19800000" flipH="1">
            <a:off x="1270054" y="33023922"/>
            <a:ext cx="8371724" cy="0"/>
          </a:xfrm>
          <a:prstGeom prst="line">
            <a:avLst/>
          </a:prstGeom>
          <a:ln>
            <a:solidFill>
              <a:schemeClr val="accent3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>
            <a:extLst>
              <a:ext uri="{FF2B5EF4-FFF2-40B4-BE49-F238E27FC236}">
                <a16:creationId xmlns:a16="http://schemas.microsoft.com/office/drawing/2014/main" id="{B6913A45-9FAA-7434-F302-7405BE17FB83}"/>
              </a:ext>
            </a:extLst>
          </p:cNvPr>
          <p:cNvSpPr/>
          <p:nvPr/>
        </p:nvSpPr>
        <p:spPr>
          <a:xfrm>
            <a:off x="4148537" y="312828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B35C69D1-1323-B148-FE19-64B5E84BD4D0}"/>
              </a:ext>
            </a:extLst>
          </p:cNvPr>
          <p:cNvSpPr/>
          <p:nvPr/>
        </p:nvSpPr>
        <p:spPr>
          <a:xfrm>
            <a:off x="6155093" y="3471880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887DAFF4-E7F7-7CE2-43AD-4C04C8EC777D}"/>
              </a:ext>
            </a:extLst>
          </p:cNvPr>
          <p:cNvSpPr/>
          <p:nvPr/>
        </p:nvSpPr>
        <p:spPr>
          <a:xfrm>
            <a:off x="4207972" y="3470166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4127D739-2539-C0AE-7019-E79BB4EF07B3}"/>
              </a:ext>
            </a:extLst>
          </p:cNvPr>
          <p:cNvSpPr/>
          <p:nvPr/>
        </p:nvSpPr>
        <p:spPr>
          <a:xfrm>
            <a:off x="8184121" y="347139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2B2DDAC-3D05-7EDC-625F-F388C1A2C924}"/>
              </a:ext>
            </a:extLst>
          </p:cNvPr>
          <p:cNvSpPr/>
          <p:nvPr/>
        </p:nvSpPr>
        <p:spPr>
          <a:xfrm>
            <a:off x="3123301" y="3470034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F8A4C1D4-8058-8111-2D96-AE955F72165C}"/>
              </a:ext>
            </a:extLst>
          </p:cNvPr>
          <p:cNvSpPr/>
          <p:nvPr/>
        </p:nvSpPr>
        <p:spPr>
          <a:xfrm>
            <a:off x="7099450" y="3471260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317C9BC8-2B0A-9B88-9FB4-D8A07BC2B4F3}"/>
              </a:ext>
            </a:extLst>
          </p:cNvPr>
          <p:cNvSpPr/>
          <p:nvPr/>
        </p:nvSpPr>
        <p:spPr>
          <a:xfrm>
            <a:off x="5163833" y="34698435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57BD62EA-A822-69CF-518F-0E406CAC56B6}"/>
              </a:ext>
            </a:extLst>
          </p:cNvPr>
          <p:cNvSpPr/>
          <p:nvPr/>
        </p:nvSpPr>
        <p:spPr>
          <a:xfrm>
            <a:off x="9139982" y="347106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9497E03C-22F6-BFC6-A292-CD54EF0EB8FE}"/>
              </a:ext>
            </a:extLst>
          </p:cNvPr>
          <p:cNvSpPr/>
          <p:nvPr/>
        </p:nvSpPr>
        <p:spPr>
          <a:xfrm rot="18000000" flipH="1">
            <a:off x="5121423" y="296220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2F3C6B9F-808E-10D5-0BD3-501518B8FC0E}"/>
              </a:ext>
            </a:extLst>
          </p:cNvPr>
          <p:cNvSpPr/>
          <p:nvPr/>
        </p:nvSpPr>
        <p:spPr>
          <a:xfrm rot="18000000" flipH="1">
            <a:off x="3183571" y="329778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6E99FDA8-F82F-30DB-37E0-2E8C948413AC}"/>
              </a:ext>
            </a:extLst>
          </p:cNvPr>
          <p:cNvSpPr/>
          <p:nvPr/>
        </p:nvSpPr>
        <p:spPr>
          <a:xfrm rot="18000000" flipH="1">
            <a:off x="5620600" y="287823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95205F1D-C943-E1AD-7B19-A144705F96D3}"/>
              </a:ext>
            </a:extLst>
          </p:cNvPr>
          <p:cNvSpPr/>
          <p:nvPr/>
        </p:nvSpPr>
        <p:spPr>
          <a:xfrm rot="18000000" flipH="1">
            <a:off x="3685156" y="32131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04F8A229-503A-2389-B595-DE96E73CDC63}"/>
              </a:ext>
            </a:extLst>
          </p:cNvPr>
          <p:cNvSpPr/>
          <p:nvPr/>
        </p:nvSpPr>
        <p:spPr>
          <a:xfrm rot="18000000" flipH="1">
            <a:off x="4640694" y="3044828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68E4B8F6-75B6-BE21-FA90-96BD0F3CA1E9}"/>
              </a:ext>
            </a:extLst>
          </p:cNvPr>
          <p:cNvSpPr/>
          <p:nvPr/>
        </p:nvSpPr>
        <p:spPr>
          <a:xfrm rot="18000000" flipH="1">
            <a:off x="2653060" y="3382909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4D0C9387-A698-92DB-3FD0-CFE915CAD7C8}"/>
              </a:ext>
            </a:extLst>
          </p:cNvPr>
          <p:cNvSpPr/>
          <p:nvPr/>
        </p:nvSpPr>
        <p:spPr>
          <a:xfrm>
            <a:off x="6652335" y="3385832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CB86D3B7-A441-725E-EAD1-13C4AD7A6B15}"/>
              </a:ext>
            </a:extLst>
          </p:cNvPr>
          <p:cNvSpPr/>
          <p:nvPr/>
        </p:nvSpPr>
        <p:spPr>
          <a:xfrm>
            <a:off x="4705214" y="338411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8A6FC19-14A8-5945-6EEB-C898076A1620}"/>
              </a:ext>
            </a:extLst>
          </p:cNvPr>
          <p:cNvSpPr/>
          <p:nvPr/>
        </p:nvSpPr>
        <p:spPr>
          <a:xfrm>
            <a:off x="8681363" y="338534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C49E6F13-287C-74AB-4121-9AED6EAD9552}"/>
              </a:ext>
            </a:extLst>
          </p:cNvPr>
          <p:cNvSpPr/>
          <p:nvPr/>
        </p:nvSpPr>
        <p:spPr>
          <a:xfrm>
            <a:off x="3642845" y="33884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C70A1854-A670-DCD9-BE12-EB3956000434}"/>
              </a:ext>
            </a:extLst>
          </p:cNvPr>
          <p:cNvSpPr/>
          <p:nvPr/>
        </p:nvSpPr>
        <p:spPr>
          <a:xfrm>
            <a:off x="7596692" y="3385212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C5650C86-18D4-3189-D6FE-773FFCA13F76}"/>
              </a:ext>
            </a:extLst>
          </p:cNvPr>
          <p:cNvSpPr/>
          <p:nvPr/>
        </p:nvSpPr>
        <p:spPr>
          <a:xfrm>
            <a:off x="5661075" y="338379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EA502F-1C4C-8923-DBAD-6650ECADC90F}"/>
              </a:ext>
            </a:extLst>
          </p:cNvPr>
          <p:cNvSpPr/>
          <p:nvPr/>
        </p:nvSpPr>
        <p:spPr>
          <a:xfrm>
            <a:off x="9637224" y="3385021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AB15CD3F-06A0-176B-E0AA-42661BD6CF3A}"/>
              </a:ext>
            </a:extLst>
          </p:cNvPr>
          <p:cNvSpPr/>
          <p:nvPr/>
        </p:nvSpPr>
        <p:spPr>
          <a:xfrm>
            <a:off x="7180329" y="330434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D3C50AA0-02A8-D79B-0FC5-F82F7692B394}"/>
              </a:ext>
            </a:extLst>
          </p:cNvPr>
          <p:cNvSpPr/>
          <p:nvPr/>
        </p:nvSpPr>
        <p:spPr>
          <a:xfrm>
            <a:off x="9209357" y="3303858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01191090-CD6E-3132-128C-5277A0D41048}"/>
              </a:ext>
            </a:extLst>
          </p:cNvPr>
          <p:cNvSpPr/>
          <p:nvPr/>
        </p:nvSpPr>
        <p:spPr>
          <a:xfrm>
            <a:off x="4173937" y="328979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88832E3E-59EF-DFBF-C852-A06455CD27FB}"/>
              </a:ext>
            </a:extLst>
          </p:cNvPr>
          <p:cNvSpPr/>
          <p:nvPr/>
        </p:nvSpPr>
        <p:spPr>
          <a:xfrm>
            <a:off x="8124686" y="3303725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5A4142A-862A-7298-70FB-716D7050B25D}"/>
              </a:ext>
            </a:extLst>
          </p:cNvPr>
          <p:cNvSpPr/>
          <p:nvPr/>
        </p:nvSpPr>
        <p:spPr>
          <a:xfrm>
            <a:off x="6673266" y="287597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CB869896-D7FA-EED7-35B7-0AE42C144929}"/>
              </a:ext>
            </a:extLst>
          </p:cNvPr>
          <p:cNvSpPr/>
          <p:nvPr/>
        </p:nvSpPr>
        <p:spPr>
          <a:xfrm>
            <a:off x="7626926" y="322166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5CB318F7-0F4C-3C1B-9F2F-D13B4F938A79}"/>
              </a:ext>
            </a:extLst>
          </p:cNvPr>
          <p:cNvSpPr/>
          <p:nvPr/>
        </p:nvSpPr>
        <p:spPr>
          <a:xfrm>
            <a:off x="5679805" y="321994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A85B44DD-4591-8DC8-4A35-9E4228BA9113}"/>
              </a:ext>
            </a:extLst>
          </p:cNvPr>
          <p:cNvSpPr/>
          <p:nvPr/>
        </p:nvSpPr>
        <p:spPr>
          <a:xfrm>
            <a:off x="4671334" y="32198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451C9190-DB53-49E2-F3BA-06E661020A71}"/>
              </a:ext>
            </a:extLst>
          </p:cNvPr>
          <p:cNvSpPr/>
          <p:nvPr/>
        </p:nvSpPr>
        <p:spPr>
          <a:xfrm>
            <a:off x="8571283" y="322104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9C5187F5-A2B9-1D42-59DC-6BDF44FE866D}"/>
              </a:ext>
            </a:extLst>
          </p:cNvPr>
          <p:cNvSpPr/>
          <p:nvPr/>
        </p:nvSpPr>
        <p:spPr>
          <a:xfrm>
            <a:off x="6635666" y="3219623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C7DA1416-A9C3-D3B3-CF2A-A9FC063A5870}"/>
              </a:ext>
            </a:extLst>
          </p:cNvPr>
          <p:cNvSpPr/>
          <p:nvPr/>
        </p:nvSpPr>
        <p:spPr>
          <a:xfrm>
            <a:off x="8120145" y="313171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19615A3-9EE0-A584-781D-FD9887C3293A}"/>
              </a:ext>
            </a:extLst>
          </p:cNvPr>
          <p:cNvSpPr/>
          <p:nvPr/>
        </p:nvSpPr>
        <p:spPr>
          <a:xfrm>
            <a:off x="6173024" y="3129997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ED24260F-C8B8-0BA7-9E21-000B41EB9A97}"/>
              </a:ext>
            </a:extLst>
          </p:cNvPr>
          <p:cNvSpPr/>
          <p:nvPr/>
        </p:nvSpPr>
        <p:spPr>
          <a:xfrm>
            <a:off x="5164553" y="312986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424B3FA0-DBEB-04F9-E544-238EE24FF6B7}"/>
              </a:ext>
            </a:extLst>
          </p:cNvPr>
          <p:cNvSpPr/>
          <p:nvPr/>
        </p:nvSpPr>
        <p:spPr>
          <a:xfrm>
            <a:off x="7128885" y="312967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CCA664E-65C7-DB9C-7F17-FAD463795E00}"/>
              </a:ext>
            </a:extLst>
          </p:cNvPr>
          <p:cNvSpPr/>
          <p:nvPr/>
        </p:nvSpPr>
        <p:spPr>
          <a:xfrm>
            <a:off x="6696911" y="304542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60581EC5-3A6B-E658-D2F6-37BEC4BCCF38}"/>
              </a:ext>
            </a:extLst>
          </p:cNvPr>
          <p:cNvSpPr/>
          <p:nvPr/>
        </p:nvSpPr>
        <p:spPr>
          <a:xfrm>
            <a:off x="5612240" y="304529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0DA34A3C-D3E5-EA15-F76F-0FF6CCD5B147}"/>
              </a:ext>
            </a:extLst>
          </p:cNvPr>
          <p:cNvSpPr/>
          <p:nvPr/>
        </p:nvSpPr>
        <p:spPr>
          <a:xfrm>
            <a:off x="7652772" y="304510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1D047912-64C0-D31B-6B1B-CC94B5E5B38F}"/>
              </a:ext>
            </a:extLst>
          </p:cNvPr>
          <p:cNvSpPr/>
          <p:nvPr/>
        </p:nvSpPr>
        <p:spPr>
          <a:xfrm>
            <a:off x="7187243" y="295819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9ABF76B9-E175-0212-E230-6FE58F682CEB}"/>
              </a:ext>
            </a:extLst>
          </p:cNvPr>
          <p:cNvSpPr/>
          <p:nvPr/>
        </p:nvSpPr>
        <p:spPr>
          <a:xfrm>
            <a:off x="6102572" y="295805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1543263E-6A57-4D58-D5D8-567CC35264DA}"/>
              </a:ext>
            </a:extLst>
          </p:cNvPr>
          <p:cNvCxnSpPr/>
          <p:nvPr/>
        </p:nvCxnSpPr>
        <p:spPr>
          <a:xfrm>
            <a:off x="6701582" y="3603218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E506F507-0B88-61B0-FC51-C40E52C8CF9F}"/>
              </a:ext>
            </a:extLst>
          </p:cNvPr>
          <p:cNvSpPr txBox="1"/>
          <p:nvPr/>
        </p:nvSpPr>
        <p:spPr>
          <a:xfrm>
            <a:off x="9666593" y="30586368"/>
            <a:ext cx="979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y=y’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817CCD99-2D92-1A15-EC31-3D84D8E0ECAC}"/>
              </a:ext>
            </a:extLst>
          </p:cNvPr>
          <p:cNvCxnSpPr>
            <a:cxnSpLocks/>
          </p:cNvCxnSpPr>
          <p:nvPr/>
        </p:nvCxnSpPr>
        <p:spPr>
          <a:xfrm flipH="1" flipV="1">
            <a:off x="9407905" y="3109256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6241E50D-A8C2-AA71-2BE3-AA03E99DDC9E}"/>
              </a:ext>
            </a:extLst>
          </p:cNvPr>
          <p:cNvCxnSpPr>
            <a:cxnSpLocks/>
          </p:cNvCxnSpPr>
          <p:nvPr/>
        </p:nvCxnSpPr>
        <p:spPr>
          <a:xfrm>
            <a:off x="2322621" y="3140796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1B0E0F47-4579-3E47-44E7-4F672E9D5056}"/>
              </a:ext>
            </a:extLst>
          </p:cNvPr>
          <p:cNvCxnSpPr>
            <a:cxnSpLocks/>
          </p:cNvCxnSpPr>
          <p:nvPr/>
        </p:nvCxnSpPr>
        <p:spPr>
          <a:xfrm>
            <a:off x="3200229" y="3111656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TextBox 242">
            <a:extLst>
              <a:ext uri="{FF2B5EF4-FFF2-40B4-BE49-F238E27FC236}">
                <a16:creationId xmlns:a16="http://schemas.microsoft.com/office/drawing/2014/main" id="{F03CA44C-A1DF-E695-195A-5EC646765B27}"/>
              </a:ext>
            </a:extLst>
          </p:cNvPr>
          <p:cNvSpPr txBox="1"/>
          <p:nvPr/>
        </p:nvSpPr>
        <p:spPr>
          <a:xfrm>
            <a:off x="2092528" y="33225207"/>
            <a:ext cx="19976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(2,1)=[2,0]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1A9A0FC3-151A-4EF4-5693-875A7B3FF496}"/>
              </a:ext>
            </a:extLst>
          </p:cNvPr>
          <p:cNvSpPr txBox="1"/>
          <p:nvPr/>
        </p:nvSpPr>
        <p:spPr>
          <a:xfrm>
            <a:off x="8345852" y="2926962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A149329-E573-FF53-75CF-B5C9E9CDA898}"/>
              </a:ext>
            </a:extLst>
          </p:cNvPr>
          <p:cNvSpPr txBox="1"/>
          <p:nvPr/>
        </p:nvSpPr>
        <p:spPr>
          <a:xfrm>
            <a:off x="6334920" y="35081646"/>
            <a:ext cx="3171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(L/2,0)=[L/2,-L/4]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8106E4A1-82E2-AA75-06F7-09583034B085}"/>
              </a:ext>
            </a:extLst>
          </p:cNvPr>
          <p:cNvSpPr txBox="1"/>
          <p:nvPr/>
        </p:nvSpPr>
        <p:spPr>
          <a:xfrm>
            <a:off x="9285593" y="3575836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162A519-DADC-CC85-E1C5-8BFF6C72DD6C}"/>
              </a:ext>
            </a:extLst>
          </p:cNvPr>
          <p:cNvSpPr txBox="1"/>
          <p:nvPr/>
        </p:nvSpPr>
        <p:spPr>
          <a:xfrm>
            <a:off x="3640048" y="343158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5D68C0DF-AE0A-490A-1933-32A79C52B5CC}"/>
              </a:ext>
            </a:extLst>
          </p:cNvPr>
          <p:cNvSpPr txBox="1"/>
          <p:nvPr/>
        </p:nvSpPr>
        <p:spPr>
          <a:xfrm>
            <a:off x="4696431" y="3429587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A982310C-42B5-3E5C-1913-B2476FF3E3E9}"/>
              </a:ext>
            </a:extLst>
          </p:cNvPr>
          <p:cNvSpPr txBox="1"/>
          <p:nvPr/>
        </p:nvSpPr>
        <p:spPr>
          <a:xfrm>
            <a:off x="5599011" y="3427000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6E440FEC-4B32-8DF4-B9E5-3CF31301DA55}"/>
              </a:ext>
            </a:extLst>
          </p:cNvPr>
          <p:cNvSpPr txBox="1"/>
          <p:nvPr/>
        </p:nvSpPr>
        <p:spPr>
          <a:xfrm>
            <a:off x="5143301" y="3399457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E5D55443-7CB8-F793-149A-A168E88C3B5E}"/>
              </a:ext>
            </a:extLst>
          </p:cNvPr>
          <p:cNvSpPr txBox="1"/>
          <p:nvPr/>
        </p:nvSpPr>
        <p:spPr>
          <a:xfrm>
            <a:off x="4168683" y="3395738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90386513-190E-B2C5-C050-4A61D0C2458E}"/>
              </a:ext>
            </a:extLst>
          </p:cNvPr>
          <p:cNvSpPr txBox="1"/>
          <p:nvPr/>
        </p:nvSpPr>
        <p:spPr>
          <a:xfrm>
            <a:off x="5084039" y="3342230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9735999A-769B-B772-B6F9-A27FCA8D4B08}"/>
              </a:ext>
            </a:extLst>
          </p:cNvPr>
          <p:cNvSpPr txBox="1"/>
          <p:nvPr/>
        </p:nvSpPr>
        <p:spPr>
          <a:xfrm>
            <a:off x="5633821" y="331788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E22E8B13-0EF3-B533-90D1-29CED345E190}"/>
              </a:ext>
            </a:extLst>
          </p:cNvPr>
          <p:cNvSpPr txBox="1"/>
          <p:nvPr/>
        </p:nvSpPr>
        <p:spPr>
          <a:xfrm>
            <a:off x="3151913" y="3402364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45D7590-9A42-35EC-281D-BF7E87444118}"/>
              </a:ext>
            </a:extLst>
          </p:cNvPr>
          <p:cNvSpPr txBox="1"/>
          <p:nvPr/>
        </p:nvSpPr>
        <p:spPr>
          <a:xfrm>
            <a:off x="2641393" y="3430450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6446E9DD-2F87-C784-E2DC-4F29B4DDB5CE}"/>
              </a:ext>
            </a:extLst>
          </p:cNvPr>
          <p:cNvSpPr txBox="1"/>
          <p:nvPr/>
        </p:nvSpPr>
        <p:spPr>
          <a:xfrm>
            <a:off x="4180060" y="3341864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9672721E-9A9D-5910-DC2A-CB03E5207D16}"/>
              </a:ext>
            </a:extLst>
          </p:cNvPr>
          <p:cNvSpPr txBox="1"/>
          <p:nvPr/>
        </p:nvSpPr>
        <p:spPr>
          <a:xfrm>
            <a:off x="4690080" y="331337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700D8DF5-ADA0-2306-6DA4-C4EB9D3437C5}"/>
              </a:ext>
            </a:extLst>
          </p:cNvPr>
          <p:cNvSpPr txBox="1"/>
          <p:nvPr/>
        </p:nvSpPr>
        <p:spPr>
          <a:xfrm>
            <a:off x="5623812" y="3258849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47DD239-3ACA-3CFD-5663-F8D04CCC96D2}"/>
              </a:ext>
            </a:extLst>
          </p:cNvPr>
          <p:cNvSpPr txBox="1"/>
          <p:nvPr/>
        </p:nvSpPr>
        <p:spPr>
          <a:xfrm>
            <a:off x="6118091" y="3230850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DFF98D6F-E1B9-77F4-B384-DC43B48C7134}"/>
              </a:ext>
            </a:extLst>
          </p:cNvPr>
          <p:cNvSpPr txBox="1"/>
          <p:nvPr/>
        </p:nvSpPr>
        <p:spPr>
          <a:xfrm>
            <a:off x="6101640" y="334294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EEF2B53A-D4B7-26EE-FE77-D238630BC046}"/>
              </a:ext>
            </a:extLst>
          </p:cNvPr>
          <p:cNvSpPr txBox="1"/>
          <p:nvPr/>
        </p:nvSpPr>
        <p:spPr>
          <a:xfrm>
            <a:off x="6110087" y="3402989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3" name="Triangle 282">
            <a:extLst>
              <a:ext uri="{FF2B5EF4-FFF2-40B4-BE49-F238E27FC236}">
                <a16:creationId xmlns:a16="http://schemas.microsoft.com/office/drawing/2014/main" id="{D7C84D71-FF8C-D1FF-5A6B-4757053331EE}"/>
              </a:ext>
            </a:extLst>
          </p:cNvPr>
          <p:cNvSpPr/>
          <p:nvPr/>
        </p:nvSpPr>
        <p:spPr>
          <a:xfrm>
            <a:off x="1309397" y="352834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9E45FC0D-113F-C20D-EA59-E29BACAD8ADB}"/>
              </a:ext>
            </a:extLst>
          </p:cNvPr>
          <p:cNvSpPr txBox="1"/>
          <p:nvPr/>
        </p:nvSpPr>
        <p:spPr>
          <a:xfrm>
            <a:off x="1618711" y="3566118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85" name="Triangle 284">
            <a:extLst>
              <a:ext uri="{FF2B5EF4-FFF2-40B4-BE49-F238E27FC236}">
                <a16:creationId xmlns:a16="http://schemas.microsoft.com/office/drawing/2014/main" id="{7F13E39C-DBB3-B4BB-5B73-4608622DF659}"/>
              </a:ext>
            </a:extLst>
          </p:cNvPr>
          <p:cNvSpPr/>
          <p:nvPr/>
        </p:nvSpPr>
        <p:spPr>
          <a:xfrm flipV="1">
            <a:off x="2199413" y="3532091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740A9727-13E4-B40A-1CCA-16291AA5C3C8}"/>
              </a:ext>
            </a:extLst>
          </p:cNvPr>
          <p:cNvSpPr txBox="1"/>
          <p:nvPr/>
        </p:nvSpPr>
        <p:spPr>
          <a:xfrm>
            <a:off x="2488339" y="3545430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3C90DB73-DAB6-E3F8-7C83-94778F1BB279}"/>
              </a:ext>
            </a:extLst>
          </p:cNvPr>
          <p:cNvSpPr/>
          <p:nvPr/>
        </p:nvSpPr>
        <p:spPr>
          <a:xfrm rot="18000000" flipH="1">
            <a:off x="1213234" y="3599963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DB1F7900-4477-67A1-B11E-2A07BC38B9E3}"/>
              </a:ext>
            </a:extLst>
          </p:cNvPr>
          <p:cNvSpPr/>
          <p:nvPr/>
        </p:nvSpPr>
        <p:spPr>
          <a:xfrm rot="18000000" flipH="1">
            <a:off x="2581653" y="359996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E84E0BC-E2BA-8B31-DD6F-9FB1310496E8}"/>
              </a:ext>
            </a:extLst>
          </p:cNvPr>
          <p:cNvSpPr txBox="1"/>
          <p:nvPr/>
        </p:nvSpPr>
        <p:spPr>
          <a:xfrm>
            <a:off x="545910" y="34051165"/>
            <a:ext cx="17748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(0,0)=[0,0]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3E6F6009-6FD1-F4BC-B607-9868F87BF31E}"/>
              </a:ext>
            </a:extLst>
          </p:cNvPr>
          <p:cNvSpPr txBox="1"/>
          <p:nvPr/>
        </p:nvSpPr>
        <p:spPr>
          <a:xfrm>
            <a:off x="630072" y="29672507"/>
            <a:ext cx="17307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); [</a:t>
            </a:r>
            <a:r>
              <a:rPr lang="en-US" sz="2800" dirty="0" err="1"/>
              <a:t>x’,y</a:t>
            </a:r>
            <a:r>
              <a:rPr lang="en-US" sz="2800" dirty="0"/>
              <a:t>’]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79AADD1-4CFF-A395-0765-44C6169811B4}"/>
              </a:ext>
            </a:extLst>
          </p:cNvPr>
          <p:cNvSpPr txBox="1"/>
          <p:nvPr/>
        </p:nvSpPr>
        <p:spPr>
          <a:xfrm>
            <a:off x="1929950" y="34919805"/>
            <a:ext cx="24653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(1,0)=[1,-1/2]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/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blipFill>
                <a:blip r:embed="rId15"/>
                <a:stretch>
                  <a:fillRect t="-9302" r="-13131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/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blipFill>
                <a:blip r:embed="rId16"/>
                <a:stretch>
                  <a:fillRect r="-872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Oval 465">
            <a:extLst>
              <a:ext uri="{FF2B5EF4-FFF2-40B4-BE49-F238E27FC236}">
                <a16:creationId xmlns:a16="http://schemas.microsoft.com/office/drawing/2014/main" id="{0872B07E-E2A7-DEB8-FCDD-5091BEF1EEFB}"/>
              </a:ext>
            </a:extLst>
          </p:cNvPr>
          <p:cNvSpPr/>
          <p:nvPr/>
        </p:nvSpPr>
        <p:spPr>
          <a:xfrm>
            <a:off x="5097422" y="3292952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EE43FB1-644D-072D-0BBE-E04B9415D2DF}"/>
              </a:ext>
            </a:extLst>
          </p:cNvPr>
          <p:cNvSpPr txBox="1"/>
          <p:nvPr/>
        </p:nvSpPr>
        <p:spPr>
          <a:xfrm>
            <a:off x="2669816" y="32332047"/>
            <a:ext cx="30315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(L/2,L/4)=[L/2,0]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/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blipFill>
                <a:blip r:embed="rId17"/>
                <a:stretch>
                  <a:fillRect r="-9868" b="-8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0" name="Oval 469">
            <a:extLst>
              <a:ext uri="{FF2B5EF4-FFF2-40B4-BE49-F238E27FC236}">
                <a16:creationId xmlns:a16="http://schemas.microsoft.com/office/drawing/2014/main" id="{583D23CB-7C95-6906-EBFE-FCDFB7C92122}"/>
              </a:ext>
            </a:extLst>
          </p:cNvPr>
          <p:cNvSpPr/>
          <p:nvPr/>
        </p:nvSpPr>
        <p:spPr>
          <a:xfrm>
            <a:off x="6136002" y="32995123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5060226-90EE-D4CA-CCBC-6F94AE986C76}"/>
              </a:ext>
            </a:extLst>
          </p:cNvPr>
          <p:cNvSpPr txBox="1"/>
          <p:nvPr/>
        </p:nvSpPr>
        <p:spPr>
          <a:xfrm>
            <a:off x="6270644" y="32542669"/>
            <a:ext cx="47676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(L/2+1,2)=[L/2+1,3/2-L/4]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/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blipFill>
                <a:blip r:embed="rId18"/>
                <a:stretch>
                  <a:fillRect r="-6897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/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blipFill>
                <a:blip r:embed="rId19"/>
                <a:stretch>
                  <a:fillRect l="-4587" t="-10638" r="-13761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23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riangle 21">
            <a:extLst>
              <a:ext uri="{FF2B5EF4-FFF2-40B4-BE49-F238E27FC236}">
                <a16:creationId xmlns:a16="http://schemas.microsoft.com/office/drawing/2014/main" id="{3DEBD663-C019-32EE-F711-BB2CEC98578C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B97CA-71FB-5B32-86FC-1463CACB17DD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DB26BA3-79FE-6A2F-D6FD-A347EDC72A5D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15DC093-41E3-C43F-6E6E-B9CE68132F08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440F0B6-0B0A-F486-D5B7-A5228898F135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5369B6F-577A-9B1C-77FD-D97498B7FA09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D173C5A-D348-36BE-051E-5F35900E8C96}"/>
              </a:ext>
            </a:extLst>
          </p:cNvPr>
          <p:cNvSpPr/>
          <p:nvPr/>
        </p:nvSpPr>
        <p:spPr>
          <a:xfrm>
            <a:off x="13471412" y="141603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1270187-5D3F-1654-8846-9906D4CB0240}"/>
              </a:ext>
            </a:extLst>
          </p:cNvPr>
          <p:cNvSpPr/>
          <p:nvPr/>
        </p:nvSpPr>
        <p:spPr>
          <a:xfrm rot="18000000" flipH="1">
            <a:off x="14745999" y="1195874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B891FA5-B2AF-B217-22C9-26A0DA1B50DD}"/>
              </a:ext>
            </a:extLst>
          </p:cNvPr>
          <p:cNvSpPr/>
          <p:nvPr/>
        </p:nvSpPr>
        <p:spPr>
          <a:xfrm>
            <a:off x="18718572" y="1415838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F26FA1E-4836-6DF7-C18F-228E172295B6}"/>
              </a:ext>
            </a:extLst>
          </p:cNvPr>
          <p:cNvSpPr/>
          <p:nvPr/>
        </p:nvSpPr>
        <p:spPr>
          <a:xfrm>
            <a:off x="17516084" y="1898813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AAD33E7-76D9-3167-97CC-34C1416F0FD5}"/>
              </a:ext>
            </a:extLst>
          </p:cNvPr>
          <p:cNvSpPr/>
          <p:nvPr/>
        </p:nvSpPr>
        <p:spPr>
          <a:xfrm>
            <a:off x="17358860" y="164887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A815399-1E6E-B47C-2A2A-6F9D4D98F34D}"/>
              </a:ext>
            </a:extLst>
          </p:cNvPr>
          <p:cNvSpPr/>
          <p:nvPr/>
        </p:nvSpPr>
        <p:spPr>
          <a:xfrm>
            <a:off x="14844244" y="1649198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EBECC87-D8E4-8025-74FD-8071291E8ED8}"/>
              </a:ext>
            </a:extLst>
          </p:cNvPr>
          <p:cNvSpPr/>
          <p:nvPr/>
        </p:nvSpPr>
        <p:spPr>
          <a:xfrm>
            <a:off x="16107501" y="1420730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7C76EB3-5293-366C-9EB4-267316122425}"/>
              </a:ext>
            </a:extLst>
          </p:cNvPr>
          <p:cNvSpPr/>
          <p:nvPr/>
        </p:nvSpPr>
        <p:spPr>
          <a:xfrm>
            <a:off x="17451986" y="119458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0AA721F-4B1C-8EC0-8064-DC6CCADFB9ED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A26DCE4-7A74-55F5-73C3-590FC4FC9713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AE0970C-6100-5459-BB2D-AF31AFDD2230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9E155CE-0BE2-852C-10F8-994077003856}"/>
              </a:ext>
            </a:extLst>
          </p:cNvPr>
          <p:cNvCxnSpPr>
            <a:cxnSpLocks/>
          </p:cNvCxnSpPr>
          <p:nvPr/>
        </p:nvCxnSpPr>
        <p:spPr>
          <a:xfrm>
            <a:off x="12824126" y="12929197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E4DACDF-0C6C-1DB5-F4C2-C99163F3CF63}"/>
              </a:ext>
            </a:extLst>
          </p:cNvPr>
          <p:cNvSpPr txBox="1"/>
          <p:nvPr/>
        </p:nvSpPr>
        <p:spPr>
          <a:xfrm>
            <a:off x="18332684" y="10488410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CF9F62B-EF20-3744-1B63-56DE804E7A25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97" name="Triangle 96">
            <a:extLst>
              <a:ext uri="{FF2B5EF4-FFF2-40B4-BE49-F238E27FC236}">
                <a16:creationId xmlns:a16="http://schemas.microsoft.com/office/drawing/2014/main" id="{39B8E18B-06D8-0BAB-B6E0-C41C4778456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BA38C9-B24B-6258-18CF-9330CB643189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99" name="Triangle 98">
            <a:extLst>
              <a:ext uri="{FF2B5EF4-FFF2-40B4-BE49-F238E27FC236}">
                <a16:creationId xmlns:a16="http://schemas.microsoft.com/office/drawing/2014/main" id="{10DE9DED-3600-C89B-C381-6D296B5D6279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CBA8E0B-23B6-4712-21B9-A856A2FC843D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BAE03BA5-375C-8B50-2D8A-03EFA517C92B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D50E334F-DA9E-0819-D38F-60FAB967C410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7CB5AE10-C98E-3FD8-F48C-C2EF0BF2815A}"/>
              </a:ext>
            </a:extLst>
          </p:cNvPr>
          <p:cNvCxnSpPr>
            <a:cxnSpLocks/>
          </p:cNvCxnSpPr>
          <p:nvPr/>
        </p:nvCxnSpPr>
        <p:spPr>
          <a:xfrm flipH="1">
            <a:off x="16671464" y="13013905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3737B2A-744D-2AC6-0E70-2FE4E60916F6}"/>
              </a:ext>
            </a:extLst>
          </p:cNvPr>
          <p:cNvCxnSpPr>
            <a:cxnSpLocks/>
          </p:cNvCxnSpPr>
          <p:nvPr/>
        </p:nvCxnSpPr>
        <p:spPr>
          <a:xfrm>
            <a:off x="12597110" y="12083874"/>
            <a:ext cx="646429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38D9164-1D27-9E9F-B4CA-AF8F76427C51}"/>
              </a:ext>
            </a:extLst>
          </p:cNvPr>
          <p:cNvCxnSpPr>
            <a:cxnSpLocks/>
          </p:cNvCxnSpPr>
          <p:nvPr/>
        </p:nvCxnSpPr>
        <p:spPr>
          <a:xfrm flipH="1">
            <a:off x="14450376" y="11745377"/>
            <a:ext cx="3315965" cy="570142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D03A669-041E-4CBA-BA8F-996160E03B9C}"/>
              </a:ext>
            </a:extLst>
          </p:cNvPr>
          <p:cNvCxnSpPr>
            <a:cxnSpLocks/>
          </p:cNvCxnSpPr>
          <p:nvPr/>
        </p:nvCxnSpPr>
        <p:spPr>
          <a:xfrm>
            <a:off x="14426495" y="11275262"/>
            <a:ext cx="3526761" cy="606386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086A355-C7BD-A380-68D8-EB8AF0DB187D}"/>
              </a:ext>
            </a:extLst>
          </p:cNvPr>
          <p:cNvCxnSpPr>
            <a:cxnSpLocks/>
          </p:cNvCxnSpPr>
          <p:nvPr/>
        </p:nvCxnSpPr>
        <p:spPr>
          <a:xfrm>
            <a:off x="12332899" y="14304061"/>
            <a:ext cx="711072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D6E7C0F0-4EEA-535B-BC12-8F2B39022D60}"/>
              </a:ext>
            </a:extLst>
          </p:cNvPr>
          <p:cNvSpPr/>
          <p:nvPr/>
        </p:nvSpPr>
        <p:spPr>
          <a:xfrm>
            <a:off x="12229834" y="164778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17C2BDCF-6987-2BD8-3A54-68169992B937}"/>
              </a:ext>
            </a:extLst>
          </p:cNvPr>
          <p:cNvSpPr/>
          <p:nvPr/>
        </p:nvSpPr>
        <p:spPr>
          <a:xfrm flipV="1">
            <a:off x="5907705" y="884112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riangle 113">
            <a:extLst>
              <a:ext uri="{FF2B5EF4-FFF2-40B4-BE49-F238E27FC236}">
                <a16:creationId xmlns:a16="http://schemas.microsoft.com/office/drawing/2014/main" id="{FCBF8A1A-ED45-0C90-09F7-7FDC02071885}"/>
              </a:ext>
            </a:extLst>
          </p:cNvPr>
          <p:cNvSpPr/>
          <p:nvPr/>
        </p:nvSpPr>
        <p:spPr>
          <a:xfrm flipV="1">
            <a:off x="4468518" y="961640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riangle 114">
            <a:extLst>
              <a:ext uri="{FF2B5EF4-FFF2-40B4-BE49-F238E27FC236}">
                <a16:creationId xmlns:a16="http://schemas.microsoft.com/office/drawing/2014/main" id="{A8D33172-0DFA-088A-18EB-FDCA1D1446B4}"/>
              </a:ext>
            </a:extLst>
          </p:cNvPr>
          <p:cNvSpPr/>
          <p:nvPr/>
        </p:nvSpPr>
        <p:spPr>
          <a:xfrm flipV="1">
            <a:off x="5388506" y="967639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riangle 115">
            <a:extLst>
              <a:ext uri="{FF2B5EF4-FFF2-40B4-BE49-F238E27FC236}">
                <a16:creationId xmlns:a16="http://schemas.microsoft.com/office/drawing/2014/main" id="{D7D96EF6-BDA8-45C0-278A-45F6B15E4949}"/>
              </a:ext>
            </a:extLst>
          </p:cNvPr>
          <p:cNvSpPr/>
          <p:nvPr/>
        </p:nvSpPr>
        <p:spPr>
          <a:xfrm flipV="1">
            <a:off x="5893312" y="105436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riangle 116">
            <a:extLst>
              <a:ext uri="{FF2B5EF4-FFF2-40B4-BE49-F238E27FC236}">
                <a16:creationId xmlns:a16="http://schemas.microsoft.com/office/drawing/2014/main" id="{224AECCA-BBD2-1EBD-552C-0013200B6593}"/>
              </a:ext>
            </a:extLst>
          </p:cNvPr>
          <p:cNvSpPr/>
          <p:nvPr/>
        </p:nvSpPr>
        <p:spPr>
          <a:xfrm flipV="1">
            <a:off x="4952696" y="105360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riangle 117">
            <a:extLst>
              <a:ext uri="{FF2B5EF4-FFF2-40B4-BE49-F238E27FC236}">
                <a16:creationId xmlns:a16="http://schemas.microsoft.com/office/drawing/2014/main" id="{9774F2E4-8C9B-E544-EDFD-E9FA4875248E}"/>
              </a:ext>
            </a:extLst>
          </p:cNvPr>
          <p:cNvSpPr/>
          <p:nvPr/>
        </p:nvSpPr>
        <p:spPr>
          <a:xfrm flipV="1">
            <a:off x="3952575" y="1055553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riangle 118">
            <a:extLst>
              <a:ext uri="{FF2B5EF4-FFF2-40B4-BE49-F238E27FC236}">
                <a16:creationId xmlns:a16="http://schemas.microsoft.com/office/drawing/2014/main" id="{6A17CDA3-3532-5A2F-84D0-8659208FC48B}"/>
              </a:ext>
            </a:extLst>
          </p:cNvPr>
          <p:cNvSpPr/>
          <p:nvPr/>
        </p:nvSpPr>
        <p:spPr>
          <a:xfrm flipV="1">
            <a:off x="2913773" y="1057545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riangle 119">
            <a:extLst>
              <a:ext uri="{FF2B5EF4-FFF2-40B4-BE49-F238E27FC236}">
                <a16:creationId xmlns:a16="http://schemas.microsoft.com/office/drawing/2014/main" id="{32C06211-51B1-E35B-3F76-350F2F3C512F}"/>
              </a:ext>
            </a:extLst>
          </p:cNvPr>
          <p:cNvSpPr/>
          <p:nvPr/>
        </p:nvSpPr>
        <p:spPr>
          <a:xfrm>
            <a:off x="3949113" y="963787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riangle 120">
            <a:extLst>
              <a:ext uri="{FF2B5EF4-FFF2-40B4-BE49-F238E27FC236}">
                <a16:creationId xmlns:a16="http://schemas.microsoft.com/office/drawing/2014/main" id="{063E1021-E22E-8105-8BAC-D9D21D137276}"/>
              </a:ext>
            </a:extLst>
          </p:cNvPr>
          <p:cNvSpPr/>
          <p:nvPr/>
        </p:nvSpPr>
        <p:spPr>
          <a:xfrm>
            <a:off x="5425021" y="88634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riangle 121">
            <a:extLst>
              <a:ext uri="{FF2B5EF4-FFF2-40B4-BE49-F238E27FC236}">
                <a16:creationId xmlns:a16="http://schemas.microsoft.com/office/drawing/2014/main" id="{598C8EE7-F866-E51D-F9A2-49586374BCBA}"/>
              </a:ext>
            </a:extLst>
          </p:cNvPr>
          <p:cNvSpPr/>
          <p:nvPr/>
        </p:nvSpPr>
        <p:spPr>
          <a:xfrm>
            <a:off x="5942787" y="97186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riangle 122">
            <a:extLst>
              <a:ext uri="{FF2B5EF4-FFF2-40B4-BE49-F238E27FC236}">
                <a16:creationId xmlns:a16="http://schemas.microsoft.com/office/drawing/2014/main" id="{B46DC7D6-5691-9B4A-C527-7F5E86459144}"/>
              </a:ext>
            </a:extLst>
          </p:cNvPr>
          <p:cNvSpPr/>
          <p:nvPr/>
        </p:nvSpPr>
        <p:spPr>
          <a:xfrm>
            <a:off x="4934923" y="972122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riangle 123">
            <a:extLst>
              <a:ext uri="{FF2B5EF4-FFF2-40B4-BE49-F238E27FC236}">
                <a16:creationId xmlns:a16="http://schemas.microsoft.com/office/drawing/2014/main" id="{6EE1606B-4136-A2FE-92F3-DB8BFA39FD57}"/>
              </a:ext>
            </a:extLst>
          </p:cNvPr>
          <p:cNvSpPr/>
          <p:nvPr/>
        </p:nvSpPr>
        <p:spPr>
          <a:xfrm>
            <a:off x="5415010" y="1057445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riangle 124">
            <a:extLst>
              <a:ext uri="{FF2B5EF4-FFF2-40B4-BE49-F238E27FC236}">
                <a16:creationId xmlns:a16="http://schemas.microsoft.com/office/drawing/2014/main" id="{314E5C45-4C01-FBB2-794E-23B2ACBA6CA4}"/>
              </a:ext>
            </a:extLst>
          </p:cNvPr>
          <p:cNvSpPr/>
          <p:nvPr/>
        </p:nvSpPr>
        <p:spPr>
          <a:xfrm>
            <a:off x="4520958" y="105691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riangle 125">
            <a:extLst>
              <a:ext uri="{FF2B5EF4-FFF2-40B4-BE49-F238E27FC236}">
                <a16:creationId xmlns:a16="http://schemas.microsoft.com/office/drawing/2014/main" id="{6E4CECF9-5966-CF15-5477-A81E7890D236}"/>
              </a:ext>
            </a:extLst>
          </p:cNvPr>
          <p:cNvSpPr/>
          <p:nvPr/>
        </p:nvSpPr>
        <p:spPr>
          <a:xfrm>
            <a:off x="3491809" y="1058980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riangle 126">
            <a:extLst>
              <a:ext uri="{FF2B5EF4-FFF2-40B4-BE49-F238E27FC236}">
                <a16:creationId xmlns:a16="http://schemas.microsoft.com/office/drawing/2014/main" id="{E4C3667A-3034-B5D0-B3B7-FFEC681205F5}"/>
              </a:ext>
            </a:extLst>
          </p:cNvPr>
          <p:cNvSpPr/>
          <p:nvPr/>
        </p:nvSpPr>
        <p:spPr>
          <a:xfrm>
            <a:off x="2450725" y="1059718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1F38F36-FAE3-C8CB-1503-AEBE7865AF52}"/>
              </a:ext>
            </a:extLst>
          </p:cNvPr>
          <p:cNvCxnSpPr>
            <a:cxnSpLocks/>
          </p:cNvCxnSpPr>
          <p:nvPr/>
        </p:nvCxnSpPr>
        <p:spPr>
          <a:xfrm>
            <a:off x="4347294" y="615490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C5EB1DC-958C-7E6B-07D9-56D759DDCA00}"/>
              </a:ext>
            </a:extLst>
          </p:cNvPr>
          <p:cNvCxnSpPr>
            <a:cxnSpLocks/>
          </p:cNvCxnSpPr>
          <p:nvPr/>
        </p:nvCxnSpPr>
        <p:spPr>
          <a:xfrm>
            <a:off x="1676251" y="839414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B722EF90-C7C1-B491-7D48-D94859BCBB67}"/>
              </a:ext>
            </a:extLst>
          </p:cNvPr>
          <p:cNvCxnSpPr>
            <a:cxnSpLocks/>
          </p:cNvCxnSpPr>
          <p:nvPr/>
        </p:nvCxnSpPr>
        <p:spPr>
          <a:xfrm>
            <a:off x="3509328" y="643632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riangle 130">
            <a:extLst>
              <a:ext uri="{FF2B5EF4-FFF2-40B4-BE49-F238E27FC236}">
                <a16:creationId xmlns:a16="http://schemas.microsoft.com/office/drawing/2014/main" id="{E8A8F01A-2627-115C-39BA-B8880BD9B74B}"/>
              </a:ext>
            </a:extLst>
          </p:cNvPr>
          <p:cNvSpPr/>
          <p:nvPr/>
        </p:nvSpPr>
        <p:spPr>
          <a:xfrm>
            <a:off x="2474774" y="461327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9CBE4D64-2B16-AE83-DA07-15DBF1EA3E15}"/>
              </a:ext>
            </a:extLst>
          </p:cNvPr>
          <p:cNvSpPr/>
          <p:nvPr/>
        </p:nvSpPr>
        <p:spPr>
          <a:xfrm>
            <a:off x="2349645" y="1130349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496E61B-3A46-089D-4067-0C9EE6B8C74C}"/>
              </a:ext>
            </a:extLst>
          </p:cNvPr>
          <p:cNvSpPr/>
          <p:nvPr/>
        </p:nvSpPr>
        <p:spPr>
          <a:xfrm>
            <a:off x="10248516" y="112568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A880C9D-80CA-405A-342D-D75D5EA67FC3}"/>
              </a:ext>
            </a:extLst>
          </p:cNvPr>
          <p:cNvCxnSpPr>
            <a:cxnSpLocks/>
          </p:cNvCxnSpPr>
          <p:nvPr/>
        </p:nvCxnSpPr>
        <p:spPr>
          <a:xfrm rot="5400000">
            <a:off x="2246096" y="834538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47639F00-CF5B-0FEF-4D43-AFC4E444023A}"/>
              </a:ext>
            </a:extLst>
          </p:cNvPr>
          <p:cNvSpPr/>
          <p:nvPr/>
        </p:nvSpPr>
        <p:spPr>
          <a:xfrm>
            <a:off x="6322326" y="454213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F56F6714-CA19-1250-4972-5FFE0AA8B242}"/>
              </a:ext>
            </a:extLst>
          </p:cNvPr>
          <p:cNvCxnSpPr>
            <a:cxnSpLocks/>
          </p:cNvCxnSpPr>
          <p:nvPr/>
        </p:nvCxnSpPr>
        <p:spPr>
          <a:xfrm rot="1800000">
            <a:off x="2756507" y="946082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FD3D61D-13F0-7D71-BF06-C1042F84871E}"/>
              </a:ext>
            </a:extLst>
          </p:cNvPr>
          <p:cNvCxnSpPr>
            <a:cxnSpLocks/>
          </p:cNvCxnSpPr>
          <p:nvPr/>
        </p:nvCxnSpPr>
        <p:spPr>
          <a:xfrm rot="19800000" flipH="1">
            <a:off x="1437288" y="9633132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662CC88A-E59C-4250-F666-CF040302F7B9}"/>
              </a:ext>
            </a:extLst>
          </p:cNvPr>
          <p:cNvSpPr/>
          <p:nvPr/>
        </p:nvSpPr>
        <p:spPr>
          <a:xfrm>
            <a:off x="4315771" y="78920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DB26B418-5E1D-FC20-8340-8F3765484BE6}"/>
              </a:ext>
            </a:extLst>
          </p:cNvPr>
          <p:cNvSpPr/>
          <p:nvPr/>
        </p:nvSpPr>
        <p:spPr>
          <a:xfrm>
            <a:off x="6322327" y="1132801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79855C9E-A9D4-C18C-80A4-539CAC9CF3DA}"/>
              </a:ext>
            </a:extLst>
          </p:cNvPr>
          <p:cNvSpPr/>
          <p:nvPr/>
        </p:nvSpPr>
        <p:spPr>
          <a:xfrm>
            <a:off x="4375206" y="1131087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459F4B98-C91F-185A-8BAF-521B99F2D9D7}"/>
              </a:ext>
            </a:extLst>
          </p:cNvPr>
          <p:cNvSpPr/>
          <p:nvPr/>
        </p:nvSpPr>
        <p:spPr>
          <a:xfrm>
            <a:off x="8351355" y="11323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FC2AA579-37EC-DA7B-A221-729250EECD0C}"/>
              </a:ext>
            </a:extLst>
          </p:cNvPr>
          <p:cNvSpPr/>
          <p:nvPr/>
        </p:nvSpPr>
        <p:spPr>
          <a:xfrm rot="18000000" flipH="1">
            <a:off x="5288657" y="623130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E8FAA8FB-AFEB-4CA1-0FB7-F4F89152B7CA}"/>
              </a:ext>
            </a:extLst>
          </p:cNvPr>
          <p:cNvSpPr/>
          <p:nvPr/>
        </p:nvSpPr>
        <p:spPr>
          <a:xfrm rot="18000000" flipH="1">
            <a:off x="3350805" y="95870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FF6583BD-A708-B2B8-65EE-B3F609B66ABC}"/>
              </a:ext>
            </a:extLst>
          </p:cNvPr>
          <p:cNvSpPr/>
          <p:nvPr/>
        </p:nvSpPr>
        <p:spPr>
          <a:xfrm>
            <a:off x="7347563" y="96526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8914197A-CC71-946E-89F4-38A2D82CA6AB}"/>
              </a:ext>
            </a:extLst>
          </p:cNvPr>
          <p:cNvSpPr/>
          <p:nvPr/>
        </p:nvSpPr>
        <p:spPr>
          <a:xfrm>
            <a:off x="5355838" y="9590926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73268307-C74A-E058-912E-7A39F4CFD22E}"/>
              </a:ext>
            </a:extLst>
          </p:cNvPr>
          <p:cNvSpPr/>
          <p:nvPr/>
        </p:nvSpPr>
        <p:spPr>
          <a:xfrm>
            <a:off x="9376591" y="964779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09AAA931-5A2B-7423-0E22-E4ECA4EF0489}"/>
              </a:ext>
            </a:extLst>
          </p:cNvPr>
          <p:cNvSpPr/>
          <p:nvPr/>
        </p:nvSpPr>
        <p:spPr>
          <a:xfrm>
            <a:off x="8287379" y="79263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1654FD5-7C7A-4871-F53D-B00EF36287D2}"/>
              </a:ext>
            </a:extLst>
          </p:cNvPr>
          <p:cNvSpPr/>
          <p:nvPr/>
        </p:nvSpPr>
        <p:spPr>
          <a:xfrm>
            <a:off x="6340258" y="790918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C7D256C2-A121-B8D4-1DEE-E3595083D52F}"/>
              </a:ext>
            </a:extLst>
          </p:cNvPr>
          <p:cNvSpPr/>
          <p:nvPr/>
        </p:nvSpPr>
        <p:spPr>
          <a:xfrm>
            <a:off x="7354477" y="61911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43F14A93-0C2E-017D-7ED6-973E7581DD1A}"/>
              </a:ext>
            </a:extLst>
          </p:cNvPr>
          <p:cNvCxnSpPr/>
          <p:nvPr/>
        </p:nvCxnSpPr>
        <p:spPr>
          <a:xfrm>
            <a:off x="6868816" y="1264139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43277CC-51C4-8A5C-5985-C70C5DC2A9B5}"/>
              </a:ext>
            </a:extLst>
          </p:cNvPr>
          <p:cNvSpPr txBox="1"/>
          <p:nvPr/>
        </p:nvSpPr>
        <p:spPr>
          <a:xfrm>
            <a:off x="9833827" y="719557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E7381454-A114-CE11-EB85-9E3532416B73}"/>
              </a:ext>
            </a:extLst>
          </p:cNvPr>
          <p:cNvCxnSpPr>
            <a:cxnSpLocks/>
          </p:cNvCxnSpPr>
          <p:nvPr/>
        </p:nvCxnSpPr>
        <p:spPr>
          <a:xfrm flipH="1" flipV="1">
            <a:off x="9575139" y="770177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D4A75DA8-6F23-8DAC-B1BC-9B052E486E7B}"/>
              </a:ext>
            </a:extLst>
          </p:cNvPr>
          <p:cNvCxnSpPr>
            <a:cxnSpLocks/>
          </p:cNvCxnSpPr>
          <p:nvPr/>
        </p:nvCxnSpPr>
        <p:spPr>
          <a:xfrm>
            <a:off x="2489855" y="801717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5F06F09-9F20-9850-2101-415942F8A226}"/>
              </a:ext>
            </a:extLst>
          </p:cNvPr>
          <p:cNvCxnSpPr>
            <a:cxnSpLocks/>
          </p:cNvCxnSpPr>
          <p:nvPr/>
        </p:nvCxnSpPr>
        <p:spPr>
          <a:xfrm>
            <a:off x="3367463" y="772577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F70E6713-3749-4237-46AB-EEBBFE7A4D14}"/>
              </a:ext>
            </a:extLst>
          </p:cNvPr>
          <p:cNvSpPr txBox="1"/>
          <p:nvPr/>
        </p:nvSpPr>
        <p:spPr>
          <a:xfrm>
            <a:off x="4322004" y="8993444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5901AA1F-9173-6987-213D-337CE3CA4BBB}"/>
              </a:ext>
            </a:extLst>
          </p:cNvPr>
          <p:cNvSpPr txBox="1"/>
          <p:nvPr/>
        </p:nvSpPr>
        <p:spPr>
          <a:xfrm>
            <a:off x="8513086" y="587883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L=4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7BA5BD80-4B35-C7B4-B621-758B6DBDDAD3}"/>
              </a:ext>
            </a:extLst>
          </p:cNvPr>
          <p:cNvSpPr txBox="1"/>
          <p:nvPr/>
        </p:nvSpPr>
        <p:spPr>
          <a:xfrm>
            <a:off x="6488585" y="10803752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E9949C3E-A1A0-2D15-0FD0-6D44A1915604}"/>
              </a:ext>
            </a:extLst>
          </p:cNvPr>
          <p:cNvSpPr txBox="1"/>
          <p:nvPr/>
        </p:nvSpPr>
        <p:spPr>
          <a:xfrm>
            <a:off x="9452827" y="1236757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A9AD85E-3BA4-7424-18B3-CE05D9ED1928}"/>
              </a:ext>
            </a:extLst>
          </p:cNvPr>
          <p:cNvSpPr txBox="1"/>
          <p:nvPr/>
        </p:nvSpPr>
        <p:spPr>
          <a:xfrm>
            <a:off x="3807282" y="1092501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552BBA9-BFFF-EA28-167B-76D8FA63B760}"/>
              </a:ext>
            </a:extLst>
          </p:cNvPr>
          <p:cNvSpPr txBox="1"/>
          <p:nvPr/>
        </p:nvSpPr>
        <p:spPr>
          <a:xfrm>
            <a:off x="4863665" y="1090508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7104E33D-9D87-32E4-9A1D-6B6F5BA9037A}"/>
              </a:ext>
            </a:extLst>
          </p:cNvPr>
          <p:cNvSpPr txBox="1"/>
          <p:nvPr/>
        </p:nvSpPr>
        <p:spPr>
          <a:xfrm>
            <a:off x="5766245" y="1087921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225804C-45C2-07EA-7B04-20431199E0C0}"/>
              </a:ext>
            </a:extLst>
          </p:cNvPr>
          <p:cNvSpPr txBox="1"/>
          <p:nvPr/>
        </p:nvSpPr>
        <p:spPr>
          <a:xfrm>
            <a:off x="5310535" y="1060378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D3542E97-3177-67BA-BB4C-9A6AE8278502}"/>
              </a:ext>
            </a:extLst>
          </p:cNvPr>
          <p:cNvSpPr txBox="1"/>
          <p:nvPr/>
        </p:nvSpPr>
        <p:spPr>
          <a:xfrm>
            <a:off x="4335917" y="105665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46EBD06B-4F90-DEF2-7CEC-0781B966583B}"/>
              </a:ext>
            </a:extLst>
          </p:cNvPr>
          <p:cNvSpPr txBox="1"/>
          <p:nvPr/>
        </p:nvSpPr>
        <p:spPr>
          <a:xfrm>
            <a:off x="5251273" y="1003151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5A4EFDB5-8A45-FAB0-661E-1BB13623E9B8}"/>
              </a:ext>
            </a:extLst>
          </p:cNvPr>
          <p:cNvSpPr txBox="1"/>
          <p:nvPr/>
        </p:nvSpPr>
        <p:spPr>
          <a:xfrm>
            <a:off x="5801055" y="978802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512C5356-224E-F711-5973-AD9C15E0A0C2}"/>
              </a:ext>
            </a:extLst>
          </p:cNvPr>
          <p:cNvSpPr txBox="1"/>
          <p:nvPr/>
        </p:nvSpPr>
        <p:spPr>
          <a:xfrm>
            <a:off x="3319147" y="106328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B3E4B072-9A21-BBD0-D13E-C57C35D52037}"/>
              </a:ext>
            </a:extLst>
          </p:cNvPr>
          <p:cNvSpPr txBox="1"/>
          <p:nvPr/>
        </p:nvSpPr>
        <p:spPr>
          <a:xfrm>
            <a:off x="2808627" y="109137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64C4F58-EF64-7C2A-4148-C2252A46D2F4}"/>
              </a:ext>
            </a:extLst>
          </p:cNvPr>
          <p:cNvSpPr txBox="1"/>
          <p:nvPr/>
        </p:nvSpPr>
        <p:spPr>
          <a:xfrm>
            <a:off x="4347294" y="1002785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EC3C5D4-95B8-BA1B-47A9-2D0446A4A487}"/>
              </a:ext>
            </a:extLst>
          </p:cNvPr>
          <p:cNvSpPr txBox="1"/>
          <p:nvPr/>
        </p:nvSpPr>
        <p:spPr>
          <a:xfrm>
            <a:off x="4857314" y="974293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4929ED7E-4A5D-0ACE-F178-ACB705AB94F0}"/>
              </a:ext>
            </a:extLst>
          </p:cNvPr>
          <p:cNvSpPr txBox="1"/>
          <p:nvPr/>
        </p:nvSpPr>
        <p:spPr>
          <a:xfrm>
            <a:off x="5791046" y="91977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0CC905B1-94FB-19B0-6413-8F7FD1590850}"/>
              </a:ext>
            </a:extLst>
          </p:cNvPr>
          <p:cNvSpPr txBox="1"/>
          <p:nvPr/>
        </p:nvSpPr>
        <p:spPr>
          <a:xfrm>
            <a:off x="6285325" y="89177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DAD2149-077A-2316-7EE5-833030109C34}"/>
              </a:ext>
            </a:extLst>
          </p:cNvPr>
          <p:cNvSpPr txBox="1"/>
          <p:nvPr/>
        </p:nvSpPr>
        <p:spPr>
          <a:xfrm>
            <a:off x="6268874" y="1003866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0D07454-0247-D22B-1C8F-DBD52F762AE5}"/>
              </a:ext>
            </a:extLst>
          </p:cNvPr>
          <p:cNvSpPr txBox="1"/>
          <p:nvPr/>
        </p:nvSpPr>
        <p:spPr>
          <a:xfrm>
            <a:off x="6277321" y="1063910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06" name="Triangle 205">
            <a:extLst>
              <a:ext uri="{FF2B5EF4-FFF2-40B4-BE49-F238E27FC236}">
                <a16:creationId xmlns:a16="http://schemas.microsoft.com/office/drawing/2014/main" id="{8D69E110-C07C-0835-67CE-F5E34019001C}"/>
              </a:ext>
            </a:extLst>
          </p:cNvPr>
          <p:cNvSpPr/>
          <p:nvPr/>
        </p:nvSpPr>
        <p:spPr>
          <a:xfrm>
            <a:off x="1476631" y="1189266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1AFB5F4-A048-A79D-FEB2-D567A0718815}"/>
              </a:ext>
            </a:extLst>
          </p:cNvPr>
          <p:cNvSpPr txBox="1"/>
          <p:nvPr/>
        </p:nvSpPr>
        <p:spPr>
          <a:xfrm>
            <a:off x="1785945" y="1227039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08" name="Triangle 207">
            <a:extLst>
              <a:ext uri="{FF2B5EF4-FFF2-40B4-BE49-F238E27FC236}">
                <a16:creationId xmlns:a16="http://schemas.microsoft.com/office/drawing/2014/main" id="{B4F48251-B14F-8980-0DBC-70D848ECD13B}"/>
              </a:ext>
            </a:extLst>
          </p:cNvPr>
          <p:cNvSpPr/>
          <p:nvPr/>
        </p:nvSpPr>
        <p:spPr>
          <a:xfrm flipV="1">
            <a:off x="2366647" y="1193012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ADCE9AB-A02D-DFB3-12BD-578B638BC128}"/>
              </a:ext>
            </a:extLst>
          </p:cNvPr>
          <p:cNvSpPr txBox="1"/>
          <p:nvPr/>
        </p:nvSpPr>
        <p:spPr>
          <a:xfrm>
            <a:off x="2655573" y="1206351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AAC336C-E23D-ABBC-9E7C-2A2A961DF6C4}"/>
              </a:ext>
            </a:extLst>
          </p:cNvPr>
          <p:cNvSpPr/>
          <p:nvPr/>
        </p:nvSpPr>
        <p:spPr>
          <a:xfrm rot="18000000" flipH="1">
            <a:off x="1380468" y="126088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5346772D-7C4C-91C5-F228-202EF10F667D}"/>
              </a:ext>
            </a:extLst>
          </p:cNvPr>
          <p:cNvSpPr/>
          <p:nvPr/>
        </p:nvSpPr>
        <p:spPr>
          <a:xfrm rot="18000000" flipH="1">
            <a:off x="2748887" y="1260883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1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4FFE-4272-A178-8109-2DF8D23C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749D18C-0602-60D2-9031-A3626FD2D9FA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6D0180F-4971-7653-AA12-60891098245C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04E6B-0D45-F957-7B43-DBB25628D188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A84AC8-E7CB-81E7-1ED9-0130CA21AE12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0AB170-7A4B-8311-8E04-21E8B2603D06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4352141-7C52-3377-8D4F-2D46BC2DE4A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C8FB4-B1CE-90BC-8E66-7134E1A63AC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D67F2D8-BD88-ACCA-487A-357CCFDCF4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E1C11F5-9DA2-99A0-E7B5-6D2AE266497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7AAC62B-D4E8-77AD-62E2-934ABA31B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3D9AE9-9DEF-ED84-3444-4A209F6DC6C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7D6BC0-2BB7-F333-F7BB-4185A86F4A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9C165B-3FA9-2BFD-E001-77E09E2463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0DE5B2F-EF7F-ACC4-E036-5B4121AE69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B7C306-1C8C-792B-3C6F-7EFE35D56C7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61B9FF5-71B4-E26A-2C06-9975E325AEF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DEFDC1-67E3-AD71-F0ED-F909C5D24D0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C206A-86CF-6F2D-627D-CFCA56F72FD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29EEA5E-259B-C747-9D06-4639599142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2985C6-756B-6C0F-6684-AD6D3259394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A453CFD-1E7B-B90D-39DD-4880E3DD8F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05975E7B-C091-22E4-9F9B-D310DC7E9482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24680D-6D92-D82C-2FE0-E6BEC9005B72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1FD99C7-DA0A-CD6D-EEBC-1B4F604DD25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30DC942-8C25-9AE6-826A-C6C931400FB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4550EB8-F8EB-45BC-05A0-5C484B876FC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637DC9E-9DA9-D8CC-59CC-ACE0A39AC9F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4DA5DD-232E-D88D-8BFE-8389815B63A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34F8A1-9537-4FC3-C9A0-D90C4ED6B02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007390-3499-3368-FAE4-DEC0B3C23AE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7E58A99-3B93-CFC5-12FA-E27C5770FFC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9E7EAD3-43BE-839A-91F3-27A180B78BF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3320BD-E523-E5D6-BA17-E8ED1CE38B17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3A77C96-27B4-FC7E-F3FD-37099C6EE3E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7B07B5-6CBC-D4A3-1E98-936090518B4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EFEA3CD-5276-EEE4-44CF-EB72289464D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6D34BB5-35E8-639A-673B-49DED070B8E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93FC1A0-2F4A-0AC0-342F-5CBC59EFF0E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5A1378C-ED5E-7779-9853-A8BF10C1B9F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25C5660B-9E94-EF9B-F364-AC80484DB0E0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5E5D909-F229-7179-BD6C-23101EDF232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8D9DB52-B982-E666-C2CF-BFD7E2608330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C5DEC46-C8ED-C49F-026B-2525E6807AC2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FC986BB0-D41A-994E-60A9-C131A7FDAFAA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4C975408-B701-C418-546D-ED4A748025AE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5C7735AF-BE78-78AF-94B3-5C9F14BDC9F4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AA5F596-96F5-37B9-25AF-DA4FE837F37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2FD3B8F-5A8B-3E56-5901-01D71051A2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1DE44268-5439-0568-31A4-0B008E223E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A6F24AEB-8110-D689-3445-D1FCB5AC95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3C967819-6A0B-4B63-790D-8C9A54DDE46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0E1D75AE-1491-9514-EDD6-BA02476854D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ECF7176-0211-A12E-8B5A-8B8B326AA2A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3519186C-1159-DD50-AF78-CCD84651995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46600D5D-33A9-C883-9CF0-11D2C4B45A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F1BCC89-E48C-D28C-7D70-603BDBBDFFCD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384C35A-AEC9-74EB-9E78-2BC294C774C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229433C-941B-EF8A-C3B4-725700B17BE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3BA52AE8-8A27-CEB5-C4B7-DE719DF885C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9A75C1-3CBC-78B8-35D8-3B7554BB759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7E17B24C-95CF-26EA-B8D5-1B6F92A9218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28978A58-A07D-F92E-E0DE-7991B583B89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370D4BAE-BD23-7A8A-9ED9-E61D75A404E1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7E0DB85-C77E-5093-39CD-E0829D428529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F7C95A8-D8BB-E890-559C-2489AC82D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E160DABF-5812-93F5-2B75-2F82905129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CFE5C865-EDF5-6A1D-10BF-F94DA499076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8C2C6A53-DC6C-1651-E606-A5B590D9E0C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55D1B06-0BA2-E13D-A9E7-9571CE702F0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AF065F6-8918-8BDF-9823-15B44220888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424D5F0-037A-C5D4-3152-D9D0CE28BB9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AFBCFBA0-6334-B2E4-4E43-D9376A9F0C3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7EF983FE-1FDD-A9C0-3F99-C85F81FB667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05CC088E-CD8A-19EB-8D58-2CC1BB3E424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020EAD1A-307F-5753-3FB2-597EB1D5BD0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CE503531-2707-7629-8650-9148EC83F26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BE19352-81BA-1CBE-C6EE-0701F233446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6FD79ED7-24D8-FD4D-79BD-194504AEF1E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74EDCF7-DB40-DFF4-73E9-755A89EA706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174354E6-1A5B-5925-9EE5-235D3DC7FB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45E375F5-1E14-57B8-369B-C69660B9C718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632BBB0E-F33E-D1FC-1735-A5CCA6F073D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CA48EDB-17A1-7CD9-747E-557C6C8AD77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BE5F7E38-1C3F-E2C3-B616-FEFC4B250B1E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01133104-A0A8-075F-4D83-D283425B38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97D5F977-A2AA-1DFC-D057-58C52F6C5EE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6A20CF9B-E6C1-AD10-EE02-2F79872E55A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62577FFB-1757-BBCB-97DC-640B547FBE9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48F3D7CB-47C5-5246-3396-72BC43E54FC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343345D-569C-658E-EC63-4022448A11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8D81B1DB-C2D4-939C-0870-FF13B4C6D2A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5B49C48F-6577-C893-8B88-1682B30DB19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EC92F8D-FDBC-8783-263E-712320CEFFA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166BFC1-19E8-7D66-9BED-9FC881968CF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0C22B7D9-933D-661D-6B1E-337965DA6200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2E11BF32-126F-C6CA-28D6-93F20FED26B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F949860-701B-1DF2-AE66-14366741545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C36AEBEF-5EBB-D93D-D45D-40DB3B1356C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CE4D3AA-4A97-62B9-AD8A-58ADB98C62F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10D5E266-3A1E-E0E0-C53C-F11AD4CCAB6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009E4902-6D65-9523-A5E1-810655AF299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68B0598-437B-05E7-F4FD-4D892E206A4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49E90ACF-BD26-B2F7-4A24-7B09A512DB5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0F797DA-1CB3-DCF6-6E11-DDE6D69F86B5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7AFF2E-3F89-A417-4DFB-CDAF9ADD7B1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55EA95F6-7FB8-4ED5-751D-F1F8D4324FBC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D0DF0F9-E006-A243-6FD9-5FB7B6F4B930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988583A-E59F-D85B-9094-79EC72208E5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7713DED-E2F6-0996-CFE3-E0F87F6FD99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65204497-8F1E-FE4A-9068-1F801F8EA19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D90CBB88-307D-9380-E7E7-3FF9998E0D3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170A93D-5BC3-4E39-3A89-ABFCA1E07E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AC292922-ED02-1F1A-8F22-DB0750FCA88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F0428133-DCBD-031C-7F95-AEEB6A3D91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93C0415-5216-685C-1592-E797237E99B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03F69D0-8C8C-CBB4-F735-E99BC266C8A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C762559E-1BBB-607E-7F5E-5D88D31F4E8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BCB61E-94E2-3791-EA82-CEB9106FFD0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064D9A2D-D620-0BA3-3DEE-59844239FD2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3C92A63A-BAD5-11E5-A79B-A27FEA3055B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7976AA3-B376-2E26-A355-7C0A63CD2B9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FAC59699-CD42-1D5B-5136-BF8DB9BED42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843A9539-579B-8B98-4D51-600A04DD689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0C3726D-916C-673E-6597-C9D9B2BE4BF8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4EF9E104-8CCA-FC43-B9BA-C52545D08FDB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71FFF689-4CFE-E240-0D2F-71EA461F9C2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D2376C0-6F37-110C-05D6-5F756C38B33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5838A536-D3C3-F9CF-8CF3-CF85AEF2AD4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1BDD612-4D35-FD65-0100-DA22F1571A5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297CBF85-8FA3-5D60-9FC1-F471DDAD4AE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10F0D88-6AB4-50D8-1FB8-C99BF7C2D74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B7DA8F6-7D17-92E0-D801-C25612F085B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622F733-171A-996F-77EE-1039A3B9BE3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B0482D6C-A70D-6773-7B7E-80E916940A4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C477C24E-BA08-87DC-F434-54A31D3FC5A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20B96CBC-CE96-860B-5264-00BBCF20452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43F16CD-4282-014D-43CB-7F000C22D4D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3ED6CB-75D7-28AE-4C46-B48B1028714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39B5A87-6F17-C6A2-6CFB-9D32215E4B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F51F3D7-C323-5ABA-EEBC-5441E61BEB03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26C80ACC-4753-466D-FDC1-1518AD56FC4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D4357328-E689-2A12-1EC6-09F7A3E525F0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B8587C02-2157-1C20-E99B-49B15443C92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2081776-9BEB-49C0-755C-E4D82A34305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DD1EAF5-CF9A-6784-20EA-38E5DB47AF5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69F8C17A-1C9C-8887-BF9E-481FEB0B64F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4DB87579-208A-EE2C-335F-A43AE693950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51BC2E3C-273F-6937-E8F2-8E17F5FDFC6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AD26B02-6DC9-B861-AD7D-2695F909271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BD8D62E3-D40E-1CA6-5D43-73018DE4F8F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9DD48A78-7E21-5920-5679-C5CD3FD2FC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60D592-257A-A2D5-F7BD-BD8BE86179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1B38AA3-2AD6-79D5-8107-B8AE9624D6E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7F5FFB52-BB10-CDFB-8804-C3BCEE17D15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001CB8C-C149-6926-5948-34EFAE5099A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08FAE4DA-FFEA-0C3D-70A9-E2F606FE011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DD17778D-32A7-BB84-962A-151B94D3E94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DE33637-04EA-0835-E31C-44A193516A1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ACD8D63-D157-B3F8-46B0-59E72DEE80D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55E274A1-BD20-FC93-A1A4-2C04BA8968E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2EC682EF-B71E-F843-513B-F1DF838625B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D536E2B8-2559-9868-D4C6-93E2EF4397A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540024CC-EC34-C2BB-345F-77D57FC4EE2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782F1F25-0A65-9BF0-A5D6-D662E54F991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8685FB7-939D-004B-4B85-0145916A14F5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FCE622E7-3B7E-9DF9-8EAB-9AE4636EFAE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BAF22DE6-3AF6-8ED9-7F95-CADC1EF131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1588AA9-91CD-0DFE-E398-6D8826CFBA3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4C58DFF0-8AAB-4FA2-0308-383C5352FD3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312E6A1-DDE4-81E1-0A33-6281AE2152F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33B0D5F-645B-D7A5-C42F-75FC31F4E46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804EDFB-EEC4-62D0-CCD9-098B0F2F3E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6B5672A3-5C51-A5B3-2C6D-D6C6991C175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CAD4F811-977A-FB95-E9B3-A30B8393F61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67C67C2A-E1F8-509B-E859-196DB06FC2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883CCA-743D-34DE-B8E1-51220F89E96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B3148A55-376F-F066-A8B4-49D016C22E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BE8DCE8-8A59-CC20-5757-ACBB474A826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85D8F1F7-55EE-A732-8754-8E7797161EF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DA685274-40DD-EEA2-A160-66328492E09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F26331A8-1C39-075B-E647-DDAC26F99FC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4D05181A-8BA4-5062-8082-411D67DE9A6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1FD85E5-E78F-5FF7-B60E-9FEBE11A9CA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FFAB048-43CA-3C6F-91A6-4E4585BED146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1846F3F-D224-45F2-7DED-CE40FB4B4052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7E5527C-73A3-5BEE-AE24-2ECCB1A06A2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7700D04-E6FE-38FD-9F3D-4CAC7E03C99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421838B-BB1B-9B62-582E-FA2D76CB6DD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B3B9AF2D-32FA-55CE-7347-EC39876DA7C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071FA936-2688-BB37-7030-67C29BAC50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A5F9D9DC-6CB6-6C95-5479-37BE13364D1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2E7F24EB-DF7E-9E8C-464A-94F511CFF90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8F86DBB8-1D71-FF46-94D6-ED967F02932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64280502-A339-BF41-BB75-FF6B221CAFF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441FFE0-5F5D-238C-4E5D-6F6D2CCF54C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4D16DEE-AA3C-EAF2-F2D0-673CE4D4F8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278FEE2D-616E-F820-F08C-18051FE038F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4A079D1-2665-E546-FA18-C4E41253C02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50EF513-A1DD-C836-8063-6948D89E0BE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D336B693-9303-D3B6-C2DA-09D49A06763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BC004DB-C693-E8B6-04C6-A5FA09B30E3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DA70B89E-A045-CA5C-4D7D-47957D4140C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C4D5F209-9F40-2C37-EE3B-9D8025C94471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66236FA7-DFD0-07B0-4F8A-D92D53A1B2F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F3D58119-6A91-8CB4-9D7D-6E1EAAE062F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DAC3C91B-0586-8A1C-EE41-28CB580A1B58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538B733-DE0E-A5EB-804C-9B169598E65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3822B421-C762-CD76-D5B7-B9F781B2A044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7E18C362-0631-E028-97EA-E1941F6A9B5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ADB4D092-6133-F8F1-20C3-00262ECD62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F78050F-434D-101F-9715-AD61C985C1FD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6A993F4-3925-0BAB-8D09-4B9FFB0A52D5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660D63-97B5-D3E3-626F-739D34C93FF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4CDAC8EE-706B-F405-F98C-DB79703D5BF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5827458-F5D6-6E12-FF42-5CABEFCB1F5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615199ED-2E25-731B-A074-517EE7F288C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161B0AD7-7BB2-8C96-5213-05AD3D805DE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BE78F588-3F0B-11CB-DBE3-32F3731BF2FB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90D24A82-24A2-C43E-696B-C39DFD1575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D85B903F-DDB3-06BC-242D-3B920CC5C55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0DBBB186-7139-9983-911C-B7F12D99C8C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9B33139-5A43-F92B-D15E-5F150DBFE4B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FEE37544-D079-66BB-DF8B-D0248892A56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42B6D1E8-E5DE-F114-6E59-DCC2A5827BB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F31ED51B-3AF5-382A-FB43-526C647F939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16B3871-265E-2F1C-D801-53CE306B7B0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510293EB-60E9-7540-3517-D51A5BF6FE2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48FFC9D-5907-6F5B-31DE-1AEB386B1C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30328F0E-6D81-01B6-1DC3-3F7F872D726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5505E831-5550-02B3-6515-B135CD999D3E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4B431C0-EC5F-F185-9D51-59B7CF4967A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F6EF08BB-ABCC-F040-0FC7-85AB7990239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48CCAF-F08F-724F-74A7-C2CCA334062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CBA6A848-B960-C382-BEAD-7DDE4E0CFD77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BB01EF8-0C36-C906-82FB-E23CE159976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1DEB6C2-3FDF-E197-275D-FA16A6D5746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6763336-5C81-E5B0-CC9C-C7FF2B6ADFF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21B5C81A-3F31-2D1F-C860-45AC10B2B4D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AE2F320A-3266-BCA8-0C52-9B817821C37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0D3AB74D-DB83-F1EF-EF10-81FB8FDAB6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B7F25D58-CEF3-CECF-67BF-E4B09C0C751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98AE8678-554F-E0BD-1212-2E4003699D2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D9A7D5F1-EC49-5155-36BE-6927E56ACC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09EB7A16-8FAF-38DD-7527-1FC700937D73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E8320CB3-2501-8FCB-400A-0AE149F31C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1281AAE3-B6A4-6978-6341-D3FCEB72073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908C475A-675C-7279-A51D-F0F89A0723D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024C38B3-74A6-BCD5-BEC9-6E6201BBEF2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F276B997-140A-00B8-1907-D69665D39E8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F0377C86-E7B1-3D47-A617-583661C6871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8008658E-CEF0-0CF4-F3E9-196F5C3D61C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1B6091DC-6DCA-642F-52EE-30FB1590DC0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73CA8000-0F15-C79A-1209-FB95AF82099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1913ECF8-2583-DEF9-CA0A-7134C36199B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2E54A84C-886F-1918-49F6-1E75FB914D4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6E2B145D-27B0-E9F8-DD1F-BA157ABE6DC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AF61D2F1-F205-5A11-9748-63341CB6B6AF}"/>
              </a:ext>
            </a:extLst>
          </p:cNvPr>
          <p:cNvSpPr txBox="1"/>
          <p:nvPr/>
        </p:nvSpPr>
        <p:spPr>
          <a:xfrm>
            <a:off x="7659399" y="10742622"/>
            <a:ext cx="3213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645875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C90E-B7CD-2BDC-5640-D46190D3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57563B5-171E-4938-B295-9F22C06ECD9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86484D4-20D6-4340-06E4-E0A9708FE872}"/>
              </a:ext>
            </a:extLst>
          </p:cNvPr>
          <p:cNvSpPr/>
          <p:nvPr/>
        </p:nvSpPr>
        <p:spPr>
          <a:xfrm rot="16200000">
            <a:off x="8884849" y="22049826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0DAB1-F7C8-0F47-589B-C13ABF03B7E5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D88FE3-7F7E-6A49-D022-FBAB21A3E5FF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5C9E4E-CAEB-1380-70CB-DBB23082FA90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DC71C0-B4D9-E686-8416-BC609861C7C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0303D1-E148-D657-881A-26DCDBB1E2B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E60278A-4F65-E1D2-D436-11051D2F9593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CEC4FB0-13B5-4B87-20A3-C08BB35601D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9AD35F-AF9F-9AE2-A81C-0C12027B21F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645B01E-0CD0-DB99-635C-BB237C43263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7F7CA0-CA2D-DA81-9A60-FDB3918C2FB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0EF22D-AF58-AC2E-9F4E-2EF353EDBF9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F705DF3-18AD-6D63-33F7-8A69A23980D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CCCEDF4-43DF-7727-745F-32248ABD76D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C3CF28-4576-B2C1-99E6-B7FE86C39B3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F480C8B-A6F8-2072-287F-6BF81BF8DDF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EBF6D2-8F83-1B2E-358C-B5CF821BB7B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FB77CC8-3791-8A62-B308-C10AD19F3A8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445D36-D446-F0A5-7F9D-B51D30D1478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FD09DD6-A01F-9A28-69F0-397663AFB31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29B4E56-1C97-55FC-146B-DBD7DA72BBEE}"/>
              </a:ext>
            </a:extLst>
          </p:cNvPr>
          <p:cNvSpPr/>
          <p:nvPr/>
        </p:nvSpPr>
        <p:spPr>
          <a:xfrm rot="16200000">
            <a:off x="8887351" y="2203034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8E4F54-B7EA-543B-D41C-ECA375901C71}"/>
              </a:ext>
            </a:extLst>
          </p:cNvPr>
          <p:cNvGrpSpPr/>
          <p:nvPr/>
        </p:nvGrpSpPr>
        <p:grpSpPr>
          <a:xfrm rot="16200000">
            <a:off x="9237070" y="2237444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489F388-DD39-42C6-F909-653CAE872EA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853690E-A8C4-E180-B508-D743E58494B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D48F183-6DC4-6E12-5F8D-E537A54F407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610A15C-9CD8-7EA6-AFBE-616C09E38A9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6EEAEE3-94B8-18A2-E43B-465629117D2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1CF63CF-E2A7-AF23-BE7F-613A58508AB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FCD99F-329C-5560-92FD-3836A752ED8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A415A2E-8A12-CA68-ECEB-A60750EE953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B5AC1BE-F1DE-E587-3140-4D5C6C99342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A37ADCD-EC2D-DB5C-AFED-08F2796DC4D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0356819-BEEA-EB12-B3F0-D91F7B829EF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2288005-B209-093B-2D8D-013C7E33149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03478E7-691A-FEAE-C530-2D2B94C66A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D9EFD1-9129-6CE3-B502-3777D48EDAA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911E670-9714-0291-3729-8781BD80947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879325E-07FB-8368-549F-73A22C3B8E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/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/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/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/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1122C69E-3A46-A259-04BC-B1EA1168C905}"/>
              </a:ext>
            </a:extLst>
          </p:cNvPr>
          <p:cNvSpPr/>
          <p:nvPr/>
        </p:nvSpPr>
        <p:spPr>
          <a:xfrm>
            <a:off x="12948125" y="2147332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1D8D038-9271-660E-8716-2323EC7BE9CD}"/>
              </a:ext>
            </a:extLst>
          </p:cNvPr>
          <p:cNvSpPr txBox="1"/>
          <p:nvPr/>
        </p:nvSpPr>
        <p:spPr>
          <a:xfrm>
            <a:off x="13184742" y="21651388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5FDD710-F54E-DC74-9D18-B122564B833F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BA576ED-1A99-9770-F213-4598539AEFE2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DFD315CA-EB4E-15AB-9C2E-D68BD86269AC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FEA573EC-8525-267F-DBE5-159B85AE6DA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41EC8E-D9A2-C690-0153-5978A9BC83C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EB005F0-1BBF-F023-0B7C-0C0DB9AEF63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EB9C491E-8A74-C1EB-9D52-AB094F1BF54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875949E-22D3-1A02-972B-3491E768A83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40F5617B-96CD-25F8-D130-0B4896E6259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FD0CB673-9DF3-F83A-D48F-882A9795BF04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EB220F8-322F-F858-1CA7-AFF1DB1FF68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04C7F1B-D67B-9751-C3A9-8F9274DC75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C431B619-E69E-902D-AE7F-E5586AC3084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F9EDDC-F97F-2F43-0724-82EC459BADA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443EAE7D-7219-7701-5304-DEC2289D8D5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8CEBE0BD-CA0D-02BB-E948-28644EE5CBC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77F35E4-D8A1-C737-7116-03CB726F44E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33D3CADC-7232-2418-CCDA-CECF0645EAD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97EBE212-670B-AED5-9DB6-48BD7AEA03B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6868704-4E50-1DA2-48FE-A7A72C7887CE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76AEC3A-F796-48DB-73DA-B0681FD41DF4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113EACE-1EF2-8E0F-C1A4-3FF072A98A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9B9A4C0-770B-8138-586C-3F6F71468E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D447629-2311-4FAA-40B3-C3106CA9FA4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E14BD385-399B-D182-96A1-532A9E0F422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37BA518-3FEC-6E86-1021-824C9351CC8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A6BD8A02-4018-437C-FD88-28D29541285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956409F7-970C-7DDB-D871-CF0EA0C1B3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11EDA807-232C-479E-D057-AC969FC041F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4FBE9DFA-122A-2693-9B2E-C615F2161EA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53818F3E-6CEA-856E-A394-737ED633DD8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DF8B8D77-15E3-D06A-6E58-80491712C9F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1510919-CDF2-5825-62E4-98CF38EE1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B75AAC73-59E2-66C1-5BC1-F1510CE9AA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80EB670C-8E6A-1B49-DBE4-9AB7AAD05EF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837805C-3F75-C886-6573-9AC89B5C242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A234847-FBE7-BD45-B0D3-0AC24FD74E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404CBC2-414C-C031-48AE-424721462613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B682E671-D8A4-9D5B-493D-ADDD6375757D}"/>
              </a:ext>
            </a:extLst>
          </p:cNvPr>
          <p:cNvSpPr/>
          <p:nvPr/>
        </p:nvSpPr>
        <p:spPr>
          <a:xfrm rot="5400000">
            <a:off x="12548568" y="17472586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2C1FEF9A-3BA3-7062-E0DC-DE792D062CBC}"/>
              </a:ext>
            </a:extLst>
          </p:cNvPr>
          <p:cNvSpPr/>
          <p:nvPr/>
        </p:nvSpPr>
        <p:spPr>
          <a:xfrm rot="5400000">
            <a:off x="12551070" y="1745310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1CDC52E8-AA13-446A-4FAA-57F47001FE6A}"/>
              </a:ext>
            </a:extLst>
          </p:cNvPr>
          <p:cNvGrpSpPr/>
          <p:nvPr/>
        </p:nvGrpSpPr>
        <p:grpSpPr>
          <a:xfrm rot="5400000">
            <a:off x="12900789" y="1779720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90531E4-3839-9AE3-BB81-88F7A1EA3B3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6908594-AF8B-D953-B1FB-5B8D0DBFDA9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22567FB-9AB1-82A0-6275-592FDD21ACB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9D978BFC-EAD1-D49F-C640-9AFBA67B1AC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D462A388-169B-E92D-019B-AAB1AF39661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8E43EAC-2B74-B273-AF74-7DF05DBF4DA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6CDFB6D-C50F-6B7A-51FF-C74AFAB86DE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3885E701-AC1D-6600-4B87-E59D793859D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A5CC061-8F60-B804-7E7E-C4D4B97B184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797DA4E2-DB5A-DB46-88B5-BBE93774532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B24D38F0-C4D6-2BF4-8771-E2E8F9AE5BA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FBB03A1F-A739-E70B-8C5A-449812A5A83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8EDD33E9-945E-14C9-E8FA-558D74A05AA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AE363E79-F91C-78E2-A0F0-1DD6191244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79546B1B-F933-DED8-2F9C-49669F20535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8FE6074F-4988-23E2-D7E5-CB9F945E52E9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/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7C21BE1E-4E61-B80A-2590-10B806F0E19C}"/>
              </a:ext>
            </a:extLst>
          </p:cNvPr>
          <p:cNvGrpSpPr/>
          <p:nvPr/>
        </p:nvGrpSpPr>
        <p:grpSpPr>
          <a:xfrm rot="5400000">
            <a:off x="12876756" y="17242645"/>
            <a:ext cx="3184051" cy="3644810"/>
            <a:chOff x="2484338" y="12638545"/>
            <a:chExt cx="3184051" cy="36448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/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/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/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/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/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/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/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/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/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/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/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l="-17949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/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/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/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/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/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/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/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/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/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/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/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24242" r="-909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2C6E38D-23AD-C678-490F-8C1E057236F8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7B05AF3-35F8-CF12-990E-B6EB0B3A6A6C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63B03C14-9835-E230-D148-1CE63E13EBFD}"/>
              </a:ext>
            </a:extLst>
          </p:cNvPr>
          <p:cNvGrpSpPr/>
          <p:nvPr/>
        </p:nvGrpSpPr>
        <p:grpSpPr>
          <a:xfrm rot="16200000">
            <a:off x="9114312" y="21775299"/>
            <a:ext cx="3154146" cy="3647227"/>
            <a:chOff x="2467955" y="12636128"/>
            <a:chExt cx="3154146" cy="36472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/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/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/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/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/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/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blipFill>
                  <a:blip r:embed="rId99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/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/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blipFill>
                  <a:blip r:embed="rId101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/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blipFill>
                  <a:blip r:embed="rId102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/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blipFill>
                  <a:blip r:embed="rId103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/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blipFill>
                  <a:blip r:embed="rId104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/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/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/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/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/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blipFill>
                  <a:blip r:embed="rId10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/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blipFill>
                  <a:blip r:embed="rId110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/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150B1602-5044-A010-27A0-1667B3A43D1D}"/>
              </a:ext>
            </a:extLst>
          </p:cNvPr>
          <p:cNvSpPr txBox="1"/>
          <p:nvPr/>
        </p:nvSpPr>
        <p:spPr>
          <a:xfrm>
            <a:off x="7659398" y="12637962"/>
            <a:ext cx="31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674C8-C638-1FE2-0AF5-7F65CF7B1EEC}"/>
              </a:ext>
            </a:extLst>
          </p:cNvPr>
          <p:cNvSpPr txBox="1"/>
          <p:nvPr/>
        </p:nvSpPr>
        <p:spPr>
          <a:xfrm>
            <a:off x="8317146" y="22275386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4FA430-6EC4-1EE4-8FF0-EBB87226D6B9}"/>
              </a:ext>
            </a:extLst>
          </p:cNvPr>
          <p:cNvCxnSpPr/>
          <p:nvPr/>
        </p:nvCxnSpPr>
        <p:spPr>
          <a:xfrm>
            <a:off x="14961143" y="2645805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E4B5C-F8E5-DE60-777F-2CEB76DA952D}"/>
              </a:ext>
            </a:extLst>
          </p:cNvPr>
          <p:cNvCxnSpPr>
            <a:cxnSpLocks/>
          </p:cNvCxnSpPr>
          <p:nvPr/>
        </p:nvCxnSpPr>
        <p:spPr>
          <a:xfrm rot="5400000">
            <a:off x="14982986" y="2641914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1E314A-410D-68DA-8A81-25B3E83C14DD}"/>
              </a:ext>
            </a:extLst>
          </p:cNvPr>
          <p:cNvCxnSpPr>
            <a:cxnSpLocks/>
          </p:cNvCxnSpPr>
          <p:nvPr/>
        </p:nvCxnSpPr>
        <p:spPr>
          <a:xfrm flipH="1">
            <a:off x="15106405" y="25199473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860F730-6D28-CE9E-3FBC-D4D8BE34F2F7}"/>
              </a:ext>
            </a:extLst>
          </p:cNvPr>
          <p:cNvSpPr/>
          <p:nvPr/>
        </p:nvSpPr>
        <p:spPr>
          <a:xfrm>
            <a:off x="16201368" y="2636078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92DE5-C945-1C60-40D7-C2367CBCB607}"/>
              </a:ext>
            </a:extLst>
          </p:cNvPr>
          <p:cNvSpPr txBox="1"/>
          <p:nvPr/>
        </p:nvSpPr>
        <p:spPr>
          <a:xfrm>
            <a:off x="16437985" y="2653884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/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/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/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/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/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B53631C0-49C4-7F15-6932-91B74A926BB8}"/>
              </a:ext>
            </a:extLst>
          </p:cNvPr>
          <p:cNvSpPr txBox="1"/>
          <p:nvPr/>
        </p:nvSpPr>
        <p:spPr>
          <a:xfrm>
            <a:off x="14625593" y="27619569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75A88-3687-84E1-454E-056EE637305E}"/>
              </a:ext>
            </a:extLst>
          </p:cNvPr>
          <p:cNvCxnSpPr>
            <a:cxnSpLocks/>
          </p:cNvCxnSpPr>
          <p:nvPr/>
        </p:nvCxnSpPr>
        <p:spPr>
          <a:xfrm flipV="1">
            <a:off x="11887200" y="20210585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7D9EF4-4DA0-B8D5-2AEE-B382EF5694E2}"/>
              </a:ext>
            </a:extLst>
          </p:cNvPr>
          <p:cNvCxnSpPr>
            <a:cxnSpLocks/>
          </p:cNvCxnSpPr>
          <p:nvPr/>
        </p:nvCxnSpPr>
        <p:spPr>
          <a:xfrm>
            <a:off x="11713627" y="21598453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26482E-965F-431D-30C8-C4A7DE4A053D}"/>
              </a:ext>
            </a:extLst>
          </p:cNvPr>
          <p:cNvCxnSpPr>
            <a:cxnSpLocks/>
          </p:cNvCxnSpPr>
          <p:nvPr/>
        </p:nvCxnSpPr>
        <p:spPr>
          <a:xfrm>
            <a:off x="13029064" y="20338566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48B7E5-4329-F723-FF23-C8F3F76F49D7}"/>
              </a:ext>
            </a:extLst>
          </p:cNvPr>
          <p:cNvCxnSpPr>
            <a:cxnSpLocks/>
            <a:stCxn id="518" idx="0"/>
          </p:cNvCxnSpPr>
          <p:nvPr/>
        </p:nvCxnSpPr>
        <p:spPr>
          <a:xfrm flipH="1">
            <a:off x="12120901" y="20287615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A491F39-E268-4929-3E40-05003D7CAB61}"/>
              </a:ext>
            </a:extLst>
          </p:cNvPr>
          <p:cNvCxnSpPr>
            <a:cxnSpLocks/>
            <a:stCxn id="257" idx="7"/>
          </p:cNvCxnSpPr>
          <p:nvPr/>
        </p:nvCxnSpPr>
        <p:spPr>
          <a:xfrm flipH="1">
            <a:off x="11900465" y="21509974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D0A57173-5115-69EA-31B6-E870E985AEE1}"/>
              </a:ext>
            </a:extLst>
          </p:cNvPr>
          <p:cNvCxnSpPr>
            <a:cxnSpLocks/>
          </p:cNvCxnSpPr>
          <p:nvPr/>
        </p:nvCxnSpPr>
        <p:spPr>
          <a:xfrm>
            <a:off x="8991453" y="20668799"/>
            <a:ext cx="53437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F54A5F3E-F0E3-F6C5-9B76-85CF7D4920F9}"/>
              </a:ext>
            </a:extLst>
          </p:cNvPr>
          <p:cNvSpPr txBox="1"/>
          <p:nvPr/>
        </p:nvSpPr>
        <p:spPr>
          <a:xfrm>
            <a:off x="13679199" y="21506798"/>
            <a:ext cx="1590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(L-1,0,s+1,XZ)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EFCC1ED9-54A6-53D8-9804-546DB5ED34EF}"/>
              </a:ext>
            </a:extLst>
          </p:cNvPr>
          <p:cNvCxnSpPr>
            <a:cxnSpLocks/>
          </p:cNvCxnSpPr>
          <p:nvPr/>
        </p:nvCxnSpPr>
        <p:spPr>
          <a:xfrm>
            <a:off x="8964281" y="21589802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E36D620-70F1-E105-4CDA-5974934282FF}"/>
              </a:ext>
            </a:extLst>
          </p:cNvPr>
          <p:cNvCxnSpPr>
            <a:cxnSpLocks/>
          </p:cNvCxnSpPr>
          <p:nvPr/>
        </p:nvCxnSpPr>
        <p:spPr>
          <a:xfrm flipH="1">
            <a:off x="9371555" y="20278964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EC8D0BA-8ED3-1D18-0B89-ECEEA2AE1C1C}"/>
              </a:ext>
            </a:extLst>
          </p:cNvPr>
          <p:cNvCxnSpPr>
            <a:cxnSpLocks/>
          </p:cNvCxnSpPr>
          <p:nvPr/>
        </p:nvCxnSpPr>
        <p:spPr>
          <a:xfrm flipH="1">
            <a:off x="9151119" y="21501323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D2585098-EA93-4C4E-D490-4F5F80B4DD51}"/>
              </a:ext>
            </a:extLst>
          </p:cNvPr>
          <p:cNvCxnSpPr>
            <a:cxnSpLocks/>
          </p:cNvCxnSpPr>
          <p:nvPr/>
        </p:nvCxnSpPr>
        <p:spPr>
          <a:xfrm flipV="1">
            <a:off x="9078991" y="20303140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5F32AA2C-F8D0-C033-784B-6EE7A1877197}"/>
              </a:ext>
            </a:extLst>
          </p:cNvPr>
          <p:cNvCxnSpPr>
            <a:cxnSpLocks/>
          </p:cNvCxnSpPr>
          <p:nvPr/>
        </p:nvCxnSpPr>
        <p:spPr>
          <a:xfrm>
            <a:off x="10299518" y="20308531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6EC153-3A22-9C56-9A98-94BAA564E86C}"/>
              </a:ext>
            </a:extLst>
          </p:cNvPr>
          <p:cNvSpPr txBox="1"/>
          <p:nvPr/>
        </p:nvSpPr>
        <p:spPr>
          <a:xfrm>
            <a:off x="17943918" y="27522294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31227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06C6-D171-B33D-C830-6F13490D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996A91D-369F-5500-B484-B3066EADFB3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FE1C05F-4C50-2F8A-CD5D-EE2242170299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284F7-5E72-DF5F-0E00-75E4BC0A16FC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889C0F-5905-A965-78B8-195CDDCF9943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9AE56C-97A6-CA4D-3E91-269282DED9FF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42D213-80D9-D0EB-9C6A-DC90C4158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E9FCBF-A9D9-3FAE-E825-9C8B5B88894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31F46F-4C33-DDD4-F845-C603B0878C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92BA4D-9FF8-77CE-7CD0-6BC8C2261CB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0CD371B-7D88-59FE-E543-8540B28F563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ABBDA3C-94F5-A9B7-5A99-838DF86737A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2495BD-B0E9-186E-4138-BE781354452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D9D3AA-6B52-3864-6067-E989FF324FE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FEF392A-1566-FCA5-DCE1-196E0D63B2B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D91E53-008A-7516-A8B0-EE7EFE5BB66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247574E-BC84-19C1-6D76-D18C5205223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3491D3-0C31-41B2-4C9E-9709DBFCA6D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15BF3A-E155-F02C-F0FF-F4AA16F7604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9D9D731-EB4F-D618-2FF3-8CA4168EAB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11948C0-0811-7C4D-0AA5-4EE46B4B598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447932-AF5F-F7E5-1AC2-EAE8CAF284CB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5B0BAF1E-977D-35BD-88D1-CEB0BF57D973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4C2B37-1DCF-D558-4609-4FEC51AF0D50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46CFC-EDF6-CE9E-54FD-CDFA9371CED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659FF85-3762-5EEF-459C-06684A57B0F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620D493-1AB8-170F-F854-C459BD9B9C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70D2BD8-0062-0FED-8C82-F05A2EAC35E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D397DD5-8DE8-106C-901E-A28D0DB05AB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065038-C633-70AE-5FB6-3C6A1B18669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88C2647-E741-D75C-4CFA-5CD179F38C2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DD0E339-E8AD-A846-06DD-A6D3420FCB5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58298F-D9BE-B929-323F-7A02F93720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26CAC4E-2D05-7DA8-2791-DA572996435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2A42D41-B0D6-6FA0-0870-AB2955D6651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108BB-1A47-9485-B52A-CE27040B935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E2BD9E4-EB57-3A5A-5571-42447FB2659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1E2A6D1-0CCF-C1E3-18B0-63AA89A6455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78B5C25-6D2D-D5FE-CA95-19690E28D5C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392457B-B307-8348-981B-9A1EE8B99D8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FA61FA8D-CED8-26FE-375F-8937A79A07CB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68E3747-C76B-0B55-49B3-580B9A9A639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EA40EF5-7771-C5D4-9421-B9C544DB3B4E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955C6B9-D1E5-E052-41C3-E5D54BBD797A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E3B372C-9E16-C82F-A0E4-3AC595ACFA39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521E32F-6504-8FCD-84B6-E32EBC8F115F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A638EC1-5817-FDFB-A29F-6625FB73DFA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B09A44B-44F8-7406-13E0-9550D20D2C8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84710A1D-91DE-485C-5D33-67003D8964B0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909DF4C-31B7-81BD-057C-B4374543361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B1B0CD66-7D97-31EF-FE54-0E41D5E704C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A0F637C-7B22-C373-C9A7-4D5A88532ED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E297F411-A576-2800-E1F7-4AF97C88AEE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E89F9002-90B8-AAAA-7413-82DC7270F90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EA804C-3C51-62B6-B2B9-C08DBF69C5CD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5A264DD-2578-4562-CE24-CE346C5FCD7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A2A2FFFC-5C81-B58E-AD4A-36903D4CE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2C100670-8331-31EE-B3B8-B69115A7EB9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561A943D-658F-BE3C-F27D-B775B3C2DD0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43E81F1-B4C6-339E-6DA9-9A47155EDCC3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8925D5-1A92-F428-02B9-C5FA264EB13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13C092C-7E84-220D-B7BE-EA576DB6874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E1E3A116-F50A-3C29-EA67-BCB529898F4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604ADCD-5F56-2DA8-1492-831DDFF32BB5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19EF1E-9E96-5E26-C60D-9A54E225DDC8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8861FC4-E025-F2F2-0931-334723106E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87914F2C-F10F-EA9F-6D8C-6A66BA6E5E8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7BA2988F-9F17-C637-9969-D268A084495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252E08A-2AF4-31E9-0874-4D1A3A0E57B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B76B0C45-29E0-A293-0BE3-B0E3F4330F88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3CA5BC65-60CA-E4AD-2CCB-AEBC4E57AF7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00CDD33B-CD58-984F-D67F-4AB793F32B0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9F023556-2FBD-8777-C1E3-6AD4CCF0C97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EBBDE04-2567-E56D-C2A5-A28959929EE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682CC1DD-0551-9241-A8F3-831DC8FD2E0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6684F661-9F9E-96D8-92DB-EEDDFF81F56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535A9DC2-1F52-E850-C674-07D1AB66F71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640B587-E627-9936-8472-24305CEBB10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0FE53AFA-8D3D-7458-87AD-701D206B79C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73D2B7F9-F12B-B7B0-8D99-ED52E4DC725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B753A184-07DA-2C07-2A48-5487113AAE8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29FE614D-C22C-093C-42D1-34AA16EAC495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0BC24ACB-B63C-6CA8-C9CC-82855B73A117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DC4BC898-02CF-CC59-0E9D-5FA6BD2B57C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DB0A060-61F0-E58F-EB0F-CC444020F166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041C027D-A33A-E28D-DC40-D58A981C589E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AB597587-7324-2B87-421A-DB17429B67E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1DC381E-1AFD-F006-0128-AD126F1592B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8ECE4A2A-40AF-4E01-4004-2DF52E4644F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2FA02FD6-EDDD-C029-7A71-1E5F3540273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D9354DE-0878-4374-FD64-0ACC1E1BA09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8C5F9634-E4F5-F2C5-5BAB-7B83CD52B23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70396AEB-08F0-B3E1-3051-6700B0B2ADC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BEDEC0E-A9EA-607F-7924-FA2079E71BD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958E4E06-B303-DD8E-0AED-4BAF45AB00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5B24BB2-64D0-D4C3-D579-A6127E9FEF5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98DF8393-B9B7-A05A-09E8-20B8299E88F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26A14A38-77D4-6249-F717-9174717674E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EE8DBA5E-BB37-F8EC-9E76-92E675682BE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F732EAE1-423F-54BC-1A6F-B6AEB0F6101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8D4F0D6B-6AFC-CC4E-78D6-3051F5AAA9B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3DF1DD67-362B-7BB9-51A3-A778CD9043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F5062B48-53D7-E6FD-1915-EFA8D990A517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BA9E678-BE70-7009-42C6-CF6DE0906A50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8267F0B-BF47-E035-0EDC-CE549CFE280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D72341A6-DF47-A01A-205B-4C594530F77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4F94B7AF-709C-2820-6EF9-93A9BAD5726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5006576E-5E08-1A95-9238-FB24E851C97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8F960AED-FAB5-D119-54B5-E4A625289E12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F6BB00DB-77CC-BC20-6BEE-602BAE06E21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4BF31350-A22D-4F17-C7F6-144CB28281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2E948388-C093-CE47-2549-16BB9D9400F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8DD4DAE0-D65A-4BEE-25E9-AECBC3453090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401E42F4-9937-C14D-ECCF-187D3CF3F4E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FE85CB2-31B8-9783-F3F0-A5A3BD579A39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1EC48F6-F9D2-99D1-C0D6-EB093371EA0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AB4F114-3320-178B-549D-38E13B36E55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26BC66A7-779C-98DD-1835-363A80C3E25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6064EE5-4ED8-05F8-5706-09D0DBAFBFC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988B95B8-3784-0327-0DB0-BA8CAE4D043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81239C12-2C5D-B4A2-6EB8-221ACAD3F7C2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4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5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19D725C9-72E5-8090-ACE6-4DF5ECCDA944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1229C466-124F-6023-CD4A-9816ED05588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5B8BAE9-C0C5-1CFD-B5B3-916CA2935025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/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F5A297E3-C8E4-4D88-69CB-58A07B9051FF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96B48255-9651-5811-EA42-6D2E1BB266B7}"/>
              </a:ext>
            </a:extLst>
          </p:cNvPr>
          <p:cNvSpPr txBox="1"/>
          <p:nvPr/>
        </p:nvSpPr>
        <p:spPr>
          <a:xfrm>
            <a:off x="7659398" y="10742622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50507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B908C-13D2-C8EB-A65E-C2248391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3BCD484-D23F-6E68-910F-5AC80F4D737C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4469E5-BAC4-3D76-190D-0AEC78DFC653}"/>
              </a:ext>
            </a:extLst>
          </p:cNvPr>
          <p:cNvSpPr/>
          <p:nvPr/>
        </p:nvSpPr>
        <p:spPr>
          <a:xfrm rot="5400000">
            <a:off x="5206078" y="14731270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E2A4-7FFA-AC92-36D7-BEED1BFF8714}"/>
              </a:ext>
            </a:extLst>
          </p:cNvPr>
          <p:cNvSpPr/>
          <p:nvPr/>
        </p:nvSpPr>
        <p:spPr>
          <a:xfrm rot="5400000">
            <a:off x="5206077" y="14731270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E8450B0-1945-B45C-679A-5F7EC4AD3280}"/>
              </a:ext>
            </a:extLst>
          </p:cNvPr>
          <p:cNvGrpSpPr/>
          <p:nvPr/>
        </p:nvGrpSpPr>
        <p:grpSpPr>
          <a:xfrm rot="5400000">
            <a:off x="5555796" y="15075371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B55AA3-3319-4BEC-E494-9E7E87AB89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2692295-D0FE-F639-F210-DB0B5E6A860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9765383-2469-8681-D135-E01FC824B65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156FFEB-BED2-73C2-E8E8-8ACD5E266A5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E9936B-71BE-39F7-5FA1-5DFC307C525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1B5859-849E-456D-9774-493D7F72AAE0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C4A277C-6BD4-A9DB-F221-2949F446B43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5CF516-269E-4AD4-3AA8-2899BE08D6B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D8EBF4-D682-F37B-59C7-3699EB6641B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AC41467-7703-4B06-DD36-F4439C03FD9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0751F77-FF6B-8D50-C89B-4769C603EAA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CC7B2C3-F5FF-CADB-360A-EBB6B5604236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E18AFDA-1C48-4B8C-E215-D430774420C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EB7A69A-3012-1529-8ACA-18DBBF1F80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2A5713B-7A69-1DFD-71DB-0C5DB96BC3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A9B554-CE0A-0F2F-312D-F6C776BD40A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5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6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00EEAF3E-C64E-2B67-B26D-1362A7DDE8A3}"/>
              </a:ext>
            </a:extLst>
          </p:cNvPr>
          <p:cNvSpPr/>
          <p:nvPr/>
        </p:nvSpPr>
        <p:spPr>
          <a:xfrm>
            <a:off x="9228643" y="14181793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0B50E9D-E414-0172-9419-B763DDCEE81E}"/>
              </a:ext>
            </a:extLst>
          </p:cNvPr>
          <p:cNvSpPr txBox="1"/>
          <p:nvPr/>
        </p:nvSpPr>
        <p:spPr>
          <a:xfrm>
            <a:off x="8775550" y="13972822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/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BA77E5D-9DD6-C6D2-CDB4-A24C9A8639AE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92D5E89-C3A1-F1FA-40EF-E421BFC2CCC5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5C6F1BA-5792-35F3-1825-A47549A8D5B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CE88638-7EEA-1D81-B849-05430BBBDFC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F5AF03E9-0AB9-7628-10A5-371BCC94A12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352E6B6-D7BD-4D43-47A6-DE2D72FB1BC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FDDF42E-2061-05E7-9DBE-0D02EE1902E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A05B0C00-E0A2-FDD6-470A-86CBA02F874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2829B51D-1BC1-01DF-204B-C823BFFCB6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8E998146-D964-EC8B-E81D-7FA0264348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92F8682-FBE0-AF0C-2613-76D8D96F309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5B59FE55-C75A-0463-D46C-633CCCDD53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4CACBB0-996F-50C3-274E-5F76896227B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89D7458C-D58B-ACED-093C-A0069878D46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674CF404-4318-912B-C6C4-5BDE0037499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3338C40-D409-6F1F-F6DD-BCEEAC93A5A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88C3E95E-8732-578B-D845-9C16AB58ADA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9C4E8ED-D1D5-B325-CCDD-122E302B3FA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D08D2D7F-E961-9848-A819-C1428D5988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41BFCF-0EE9-58D8-6A9F-FAA209219F4B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F747388-8F9C-48F1-048F-CC3E956E9B2D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AB465CA-D9CA-BFD7-9439-B9359323632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04A3A946-A47F-879D-8887-F59611BBCDC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6AB4909-BDEE-FE44-799E-8795EA4B3775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7B3DD104-F1B7-0D90-5584-679F60CB306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9E3021-0ED0-19B3-45A8-3A4D14A0184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B896CACE-DA92-EDEC-29AD-D66FB15AE3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55A4EB81-87A2-CE45-BA8E-53235183B7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CA8FA89E-9DF8-8C3E-ADE0-5375C88A8A0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941CF29E-EA43-0C26-0827-3E2A1C39126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3FF494B8-6F4B-B733-5908-E2BA49ED86C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16F68AC-38D9-496B-2A41-CFDCD1C1D60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483CBDE6-B995-2B10-3CEF-37B5F4CBA1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C0D86007-0651-3986-141A-85CDD8DA9F9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FA58765C-1A96-35B4-4CC0-D31AE2A54EA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8C79D084-6DAE-A8E0-F1C2-C1A9209D1AB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4E033CDD-A0C6-6B5C-4390-E00E099798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97C191C4-B3F0-0DD2-0211-FD47B0D3AFD2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36A1373B-087A-3072-DFEA-8AFEB22A31FB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1EB819A4-8C67-4E63-2F89-BB35E9ED0F61}"/>
              </a:ext>
            </a:extLst>
          </p:cNvPr>
          <p:cNvSpPr/>
          <p:nvPr/>
        </p:nvSpPr>
        <p:spPr>
          <a:xfrm rot="16200000">
            <a:off x="9796098" y="11060431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2FA29E72-1F75-8E37-86C7-2741A618896D}"/>
              </a:ext>
            </a:extLst>
          </p:cNvPr>
          <p:cNvSpPr/>
          <p:nvPr/>
        </p:nvSpPr>
        <p:spPr>
          <a:xfrm rot="16200000">
            <a:off x="9796097" y="11052339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88F688BD-9AE7-00DF-FA04-296ECFA068BA}"/>
              </a:ext>
            </a:extLst>
          </p:cNvPr>
          <p:cNvGrpSpPr/>
          <p:nvPr/>
        </p:nvGrpSpPr>
        <p:grpSpPr>
          <a:xfrm rot="16200000">
            <a:off x="10145816" y="11396440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0B5E81BA-E033-9C6E-2D30-0856F378B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B52DFE23-94A9-CBB7-91F6-F5E66E02A23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1583C92-0296-039A-FCC1-69E7485C217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9ABE33B-78CA-8795-C459-A2C6D91475C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FA7DA9BF-1AC8-14C4-FEAF-C410834EDB7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624C9E2-9A00-F90C-5F70-0F6039A5AF3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D62970E-ADF1-1AD1-51CF-CF7825964CA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D34D322-8119-7C04-8060-DE03CA11863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927C301-95BF-A87F-2CA7-C7310EF92CC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9D02F5A9-9B8D-2431-9550-14FAFFB4E13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2035D9B0-C0EF-7A51-5DBD-C0671C537A8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FDA58BC-C0F9-F0A9-C9C6-DA3A2A455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78A67274-9856-56A7-DBEC-AC98AD28804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73EB98E4-8896-EFCE-7B68-0F536CBA1E4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B202E0F-40C4-08E1-2209-4D94F1FFC7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081678B9-8410-7B06-E6B6-14F10F29170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2BB40E5-B27F-7CEB-A3D1-0CE8F922DAAC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E607A675-9006-D53C-6C04-FB85A77EDEE5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F4B5DAF8-C050-F205-91E4-2A089F66220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9B234803-1B31-F88A-07E9-DA31098CD6E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AAE41378-DBBF-FA73-18C0-A2418AFEC96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6635228-D843-6DA0-0051-20C9E2CE4DE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4921D50-7952-029C-6A01-CF6E2186C14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06990E27-A86B-F449-015F-E45E6815F5F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36B2E3FA-A7EA-EB6D-FE08-6ACD37AE2C1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E3A0628B-2CE8-B08E-E549-EC11DE3FD0E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35E04019-1070-C8CA-1A6F-388008D1F7E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C9A35A1-4DFD-37CC-19DF-30A8D07475D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2D0D70A-9B67-1848-55BE-F24A2B24C8C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8330234-035C-F7E0-BEA4-8D0D19650C1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9075E64-920A-38C6-4E48-BF0F1EC2D2E9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2269A56-71A2-A0B8-BB95-8A77B22013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60C301EA-791D-A7BB-E7B1-51F758D8444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DCC16370-9E2A-EEF6-9A84-D7398A1E75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/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EBBFEF4F-2B12-F680-7985-6B3FE5C6933B}"/>
              </a:ext>
            </a:extLst>
          </p:cNvPr>
          <p:cNvGrpSpPr/>
          <p:nvPr/>
        </p:nvGrpSpPr>
        <p:grpSpPr>
          <a:xfrm rot="16200000">
            <a:off x="9973844" y="10835328"/>
            <a:ext cx="3199652" cy="3668711"/>
            <a:chOff x="2411563" y="12630828"/>
            <a:chExt cx="3199652" cy="36687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/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/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9375" t="-18421" r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/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/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/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/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/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/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9375" r="-2105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/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/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/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/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/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587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/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/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/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/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/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F8F7A33-7D2D-0064-E58A-9D28D1B503AE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4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5BEFD92-0407-7E5F-1295-2D793D3508E3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5862F9D6-986F-8F65-BBB5-3BBA252901A6}"/>
              </a:ext>
            </a:extLst>
          </p:cNvPr>
          <p:cNvGrpSpPr/>
          <p:nvPr/>
        </p:nvGrpSpPr>
        <p:grpSpPr>
          <a:xfrm rot="5400000">
            <a:off x="5513177" y="14571769"/>
            <a:ext cx="3146581" cy="3594778"/>
            <a:chOff x="2533703" y="12688577"/>
            <a:chExt cx="3146581" cy="35947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/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/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/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/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/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/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/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/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161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/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/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/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1053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/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/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/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/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/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/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/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/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/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/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blipFill>
                  <a:blip r:embed="rId113"/>
                  <a:stretch>
                    <a:fillRect l="-24242" r="-909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D351C046-A779-7069-0C9B-C1164AD0F8A7}"/>
              </a:ext>
            </a:extLst>
          </p:cNvPr>
          <p:cNvSpPr txBox="1"/>
          <p:nvPr/>
        </p:nvSpPr>
        <p:spPr>
          <a:xfrm>
            <a:off x="6965796" y="10375014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/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blipFill>
                <a:blip r:embed="rId114"/>
                <a:stretch>
                  <a:fillRect l="-21053" t="-24242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BFA2A8-3FD5-5E3D-8591-E86711BF3EAB}"/>
              </a:ext>
            </a:extLst>
          </p:cNvPr>
          <p:cNvSpPr txBox="1"/>
          <p:nvPr/>
        </p:nvSpPr>
        <p:spPr>
          <a:xfrm>
            <a:off x="8416975" y="18617785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ADEE9A1-0806-7AF0-6ED3-9AC6C1A53FF0}"/>
              </a:ext>
            </a:extLst>
          </p:cNvPr>
          <p:cNvCxnSpPr/>
          <p:nvPr/>
        </p:nvCxnSpPr>
        <p:spPr>
          <a:xfrm>
            <a:off x="15295474" y="1232871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2A6779-6D1E-7AA2-21DE-309BBDED22F9}"/>
              </a:ext>
            </a:extLst>
          </p:cNvPr>
          <p:cNvCxnSpPr>
            <a:cxnSpLocks/>
          </p:cNvCxnSpPr>
          <p:nvPr/>
        </p:nvCxnSpPr>
        <p:spPr>
          <a:xfrm rot="5400000">
            <a:off x="15317317" y="1228980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D7961D-1E84-23D7-99E5-9F002CA09434}"/>
              </a:ext>
            </a:extLst>
          </p:cNvPr>
          <p:cNvCxnSpPr>
            <a:cxnSpLocks/>
          </p:cNvCxnSpPr>
          <p:nvPr/>
        </p:nvCxnSpPr>
        <p:spPr>
          <a:xfrm flipH="1">
            <a:off x="15440736" y="11070136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/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/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/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71A326D-BAD1-083F-FCAA-D825C843809A}"/>
              </a:ext>
            </a:extLst>
          </p:cNvPr>
          <p:cNvSpPr txBox="1"/>
          <p:nvPr/>
        </p:nvSpPr>
        <p:spPr>
          <a:xfrm>
            <a:off x="14959924" y="13490232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DDA9B2-91EC-F0B8-3664-1230DB3F9AA7}"/>
              </a:ext>
            </a:extLst>
          </p:cNvPr>
          <p:cNvSpPr/>
          <p:nvPr/>
        </p:nvSpPr>
        <p:spPr>
          <a:xfrm>
            <a:off x="16525464" y="12186449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4D0868-32E2-10B4-46AC-36328F0EAD8B}"/>
              </a:ext>
            </a:extLst>
          </p:cNvPr>
          <p:cNvSpPr txBox="1"/>
          <p:nvPr/>
        </p:nvSpPr>
        <p:spPr>
          <a:xfrm>
            <a:off x="16072371" y="11977478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/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/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B9FAB5B-2D97-88DD-7432-E8A9A0504D36}"/>
              </a:ext>
            </a:extLst>
          </p:cNvPr>
          <p:cNvSpPr txBox="1"/>
          <p:nvPr/>
        </p:nvSpPr>
        <p:spPr>
          <a:xfrm>
            <a:off x="17928334" y="13120900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013309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1244</TotalTime>
  <Words>1392</Words>
  <Application>Microsoft Macintosh PowerPoint</Application>
  <PresentationFormat>Custom</PresentationFormat>
  <Paragraphs>933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Nobuyuki Matsumoto</dc:creator>
  <cp:lastModifiedBy>Nobuyuki Matsumoto</cp:lastModifiedBy>
  <cp:revision>394</cp:revision>
  <dcterms:created xsi:type="dcterms:W3CDTF">2025-10-14T20:21:11Z</dcterms:created>
  <dcterms:modified xsi:type="dcterms:W3CDTF">2025-11-30T03:21:57Z</dcterms:modified>
</cp:coreProperties>
</file>